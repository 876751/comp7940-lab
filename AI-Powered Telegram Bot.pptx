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0071D2-34BD-E9DF-5CCD-923EF2AA52D8}" v="16" dt="2026-04-14T15:02:33.433"/>
    <p1510:client id="{EFF87C25-EAE2-4A59-9331-AA06D62B621B}" v="51" dt="2026-04-14T15:08:27.42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81D3F-8A9B-4188-B09D-3E69371182E6}"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A71791-2EC8-4E18-BAD8-B009395F26C7}" type="slidenum">
              <a:rPr lang="zh-CN" altLang="en-US" smtClean="0"/>
              <a:t>‹#›</a:t>
            </a:fld>
            <a:endParaRPr lang="zh-CN" altLang="en-US"/>
          </a:p>
        </p:txBody>
      </p:sp>
    </p:spTree>
    <p:extLst>
      <p:ext uri="{BB962C8B-B14F-4D97-AF65-F5344CB8AC3E}">
        <p14:creationId xmlns:p14="http://schemas.microsoft.com/office/powerpoint/2010/main" val="2914523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Good morning/afternoon, everyone. My name is [Your Name], and today I am excited to present our project: the </a:t>
            </a:r>
            <a:r>
              <a:rPr lang="en-US" altLang="zh-CN" sz="1200" b="1" i="0" kern="1200">
                <a:solidFill>
                  <a:schemeClr val="tx1"/>
                </a:solidFill>
                <a:effectLst/>
                <a:latin typeface="+mn-lt"/>
                <a:ea typeface="+mn-ea"/>
                <a:cs typeface="+mn-cs"/>
              </a:rPr>
              <a:t>AI-Powered Telegram Bot</a:t>
            </a:r>
            <a:r>
              <a:rPr lang="en-US" altLang="zh-CN" sz="1200" b="0" i="0" kern="1200">
                <a:solidFill>
                  <a:schemeClr val="tx1"/>
                </a:solidFill>
                <a:effectLst/>
                <a:latin typeface="+mn-lt"/>
                <a:ea typeface="+mn-ea"/>
                <a:cs typeface="+mn-cs"/>
              </a:rPr>
              <a:t>. This is an introduction to a versatile, cloud-based chatbot designed to assist university students in various scenarios. Let’s dive into how we built this solution</a:t>
            </a:r>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a:t>
            </a:fld>
            <a:endParaRPr lang="zh-CN" altLang="en-US"/>
          </a:p>
        </p:txBody>
      </p:sp>
    </p:spTree>
    <p:extLst>
      <p:ext uri="{BB962C8B-B14F-4D97-AF65-F5344CB8AC3E}">
        <p14:creationId xmlns:p14="http://schemas.microsoft.com/office/powerpoint/2010/main" val="2147666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Here is the roadmap for our presentation. We will start with the </a:t>
            </a:r>
            <a:r>
              <a:rPr lang="en-US" altLang="zh-CN" sz="1200" b="1" i="0" kern="1200">
                <a:solidFill>
                  <a:schemeClr val="tx1"/>
                </a:solidFill>
                <a:effectLst/>
                <a:latin typeface="+mn-lt"/>
                <a:ea typeface="+mn-ea"/>
                <a:cs typeface="+mn-cs"/>
              </a:rPr>
              <a:t>Project Overview</a:t>
            </a:r>
            <a:r>
              <a:rPr lang="en-US" altLang="zh-CN" sz="1200" b="0" i="0" kern="1200">
                <a:solidFill>
                  <a:schemeClr val="tx1"/>
                </a:solidFill>
                <a:effectLst/>
                <a:latin typeface="+mn-lt"/>
                <a:ea typeface="+mn-ea"/>
                <a:cs typeface="+mn-cs"/>
              </a:rPr>
              <a:t>, discussing the core functionalities and the problem we are solving. Next, we will take a deep dive into the </a:t>
            </a:r>
            <a:r>
              <a:rPr lang="en-US" altLang="zh-CN" sz="1200" b="1" i="0" kern="1200">
                <a:solidFill>
                  <a:schemeClr val="tx1"/>
                </a:solidFill>
                <a:effectLst/>
                <a:latin typeface="+mn-lt"/>
                <a:ea typeface="+mn-ea"/>
                <a:cs typeface="+mn-cs"/>
              </a:rPr>
              <a:t>Technical Implementation</a:t>
            </a:r>
            <a:r>
              <a:rPr lang="en-US" altLang="zh-CN" sz="1200" b="0" i="0" kern="1200">
                <a:solidFill>
                  <a:schemeClr val="tx1"/>
                </a:solidFill>
                <a:effectLst/>
                <a:latin typeface="+mn-lt"/>
                <a:ea typeface="+mn-ea"/>
                <a:cs typeface="+mn-cs"/>
              </a:rPr>
              <a:t>, covering the AI integration and the bot framework. We will then discuss the </a:t>
            </a:r>
            <a:r>
              <a:rPr lang="en-US" altLang="zh-CN" sz="1200" b="1" i="0" kern="1200">
                <a:solidFill>
                  <a:schemeClr val="tx1"/>
                </a:solidFill>
                <a:effectLst/>
                <a:latin typeface="+mn-lt"/>
                <a:ea typeface="+mn-ea"/>
                <a:cs typeface="+mn-cs"/>
              </a:rPr>
              <a:t>Deployment &amp; Architecture</a:t>
            </a:r>
            <a:r>
              <a:rPr lang="en-US" altLang="zh-CN" sz="1200" b="0" i="0" kern="1200">
                <a:solidFill>
                  <a:schemeClr val="tx1"/>
                </a:solidFill>
                <a:effectLst/>
                <a:latin typeface="+mn-lt"/>
                <a:ea typeface="+mn-ea"/>
                <a:cs typeface="+mn-cs"/>
              </a:rPr>
              <a:t> on AWS, highlighting scalability. Finally, we will conclude with a live </a:t>
            </a:r>
            <a:r>
              <a:rPr lang="en-US" altLang="zh-CN" sz="1200" b="1" i="0" kern="1200">
                <a:solidFill>
                  <a:schemeClr val="tx1"/>
                </a:solidFill>
                <a:effectLst/>
                <a:latin typeface="+mn-lt"/>
                <a:ea typeface="+mn-ea"/>
                <a:cs typeface="+mn-cs"/>
              </a:rPr>
              <a:t>Demonstration</a:t>
            </a:r>
            <a:r>
              <a:rPr lang="en-US" altLang="zh-CN" sz="1200" b="0" i="0" kern="1200">
                <a:solidFill>
                  <a:schemeClr val="tx1"/>
                </a:solidFill>
                <a:effectLst/>
                <a:latin typeface="+mn-lt"/>
                <a:ea typeface="+mn-ea"/>
                <a:cs typeface="+mn-cs"/>
              </a:rPr>
              <a:t> of the bot in action."</a:t>
            </a:r>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2</a:t>
            </a:fld>
            <a:endParaRPr lang="zh-CN" altLang="en-US"/>
          </a:p>
        </p:txBody>
      </p:sp>
    </p:spTree>
    <p:extLst>
      <p:ext uri="{BB962C8B-B14F-4D97-AF65-F5344CB8AC3E}">
        <p14:creationId xmlns:p14="http://schemas.microsoft.com/office/powerpoint/2010/main" val="3027656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First, let’s look at the </a:t>
            </a:r>
            <a:r>
              <a:rPr lang="en-US" altLang="zh-CN" sz="1200" b="1" i="0" kern="1200">
                <a:solidFill>
                  <a:schemeClr val="tx1"/>
                </a:solidFill>
                <a:effectLst/>
                <a:latin typeface="+mn-lt"/>
                <a:ea typeface="+mn-ea"/>
                <a:cs typeface="+mn-cs"/>
              </a:rPr>
              <a:t>Project Overview</a:t>
            </a:r>
            <a:r>
              <a:rPr lang="en-US" altLang="zh-CN" sz="1200" b="0" i="0" kern="1200">
                <a:solidFill>
                  <a:schemeClr val="tx1"/>
                </a:solidFill>
                <a:effectLst/>
                <a:latin typeface="+mn-lt"/>
                <a:ea typeface="+mn-ea"/>
                <a:cs typeface="+mn-cs"/>
              </a:rPr>
              <a:t>. Our goal was to create a chatbot that acts as a conversational assistant for university students. The core purpose is to provide a versatile tool that can handle diverse needs through a modular design. This modularity ensures that while we have specific features now, we can easily integrate third-party services in the future, making the bot a long-term companion for students."</a:t>
            </a:r>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3</a:t>
            </a:fld>
            <a:endParaRPr lang="zh-CN" altLang="en-US"/>
          </a:p>
        </p:txBody>
      </p:sp>
    </p:spTree>
    <p:extLst>
      <p:ext uri="{BB962C8B-B14F-4D97-AF65-F5344CB8AC3E}">
        <p14:creationId xmlns:p14="http://schemas.microsoft.com/office/powerpoint/2010/main" val="1705296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"This brings us to the </a:t>
            </a:r>
            <a:r>
              <a:rPr lang="en-US" altLang="zh-CN" sz="1200" b="1" i="0" kern="1200">
                <a:solidFill>
                  <a:schemeClr val="tx1"/>
                </a:solidFill>
                <a:effectLst/>
                <a:latin typeface="+mn-lt"/>
                <a:ea typeface="+mn-ea"/>
                <a:cs typeface="+mn-cs"/>
              </a:rPr>
              <a:t>Core Features</a:t>
            </a:r>
            <a:r>
              <a:rPr lang="en-US" altLang="zh-CN" sz="1200" b="0" i="0" kern="1200">
                <a:solidFill>
                  <a:schemeClr val="tx1"/>
                </a:solidFill>
                <a:effectLst/>
                <a:latin typeface="+mn-lt"/>
                <a:ea typeface="+mn-ea"/>
                <a:cs typeface="+mn-cs"/>
              </a:rPr>
              <a:t>. The bot is designed to be a one-stop shop for student life.</a:t>
            </a:r>
          </a:p>
          <a:p>
            <a:r>
              <a:rPr lang="en-US" altLang="zh-CN" sz="1200" b="0" i="0" kern="1200">
                <a:solidFill>
                  <a:schemeClr val="tx1"/>
                </a:solidFill>
                <a:effectLst/>
                <a:latin typeface="+mn-lt"/>
                <a:ea typeface="+mn-ea"/>
                <a:cs typeface="+mn-cs"/>
              </a:rPr>
              <a:t>Learning Assistance: It acts as a tutor, helping students understand complex topics.</a:t>
            </a:r>
          </a:p>
          <a:p>
            <a:r>
              <a:rPr lang="en-US" altLang="zh-CN" sz="1200" b="0" i="0" kern="1200">
                <a:solidFill>
                  <a:schemeClr val="tx1"/>
                </a:solidFill>
                <a:effectLst/>
                <a:latin typeface="+mn-lt"/>
                <a:ea typeface="+mn-ea"/>
                <a:cs typeface="+mn-cs"/>
              </a:rPr>
              <a:t>Event Recommendations: It suggests activities based on user preferences.</a:t>
            </a:r>
          </a:p>
          <a:p>
            <a:r>
              <a:rPr lang="en-US" altLang="zh-CN" sz="1200" b="0" i="0" kern="1200">
                <a:solidFill>
                  <a:schemeClr val="tx1"/>
                </a:solidFill>
                <a:effectLst/>
                <a:latin typeface="+mn-lt"/>
                <a:ea typeface="+mn-ea"/>
                <a:cs typeface="+mn-cs"/>
              </a:rPr>
              <a:t>General AI Helper: It serves as a default helper for university students, providing a conversational experience.</a:t>
            </a:r>
            <a:br>
              <a:rPr lang="en-US" altLang="zh-CN" sz="1200" b="0" i="0" kern="1200">
                <a:solidFill>
                  <a:schemeClr val="tx1"/>
                </a:solidFill>
                <a:effectLst/>
                <a:latin typeface="+mn-lt"/>
                <a:ea typeface="+mn-ea"/>
                <a:cs typeface="+mn-cs"/>
              </a:rPr>
            </a:br>
            <a:r>
              <a:rPr lang="en-US" altLang="zh-CN" sz="1200" b="0" i="0" kern="1200">
                <a:solidFill>
                  <a:schemeClr val="tx1"/>
                </a:solidFill>
                <a:effectLst/>
                <a:latin typeface="+mn-lt"/>
                <a:ea typeface="+mn-ea"/>
                <a:cs typeface="+mn-cs"/>
              </a:rPr>
              <a:t>The design is entirely user-centric, ensuring the bot is easy to interact with and understand."</a:t>
            </a:r>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4</a:t>
            </a:fld>
            <a:endParaRPr lang="zh-CN" altLang="en-US"/>
          </a:p>
        </p:txBody>
      </p:sp>
    </p:spTree>
    <p:extLst>
      <p:ext uri="{BB962C8B-B14F-4D97-AF65-F5344CB8AC3E}">
        <p14:creationId xmlns:p14="http://schemas.microsoft.com/office/powerpoint/2010/main" val="1562186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5</a:t>
            </a:fld>
            <a:endParaRPr lang="zh-CN" altLang="en-US"/>
          </a:p>
        </p:txBody>
      </p:sp>
    </p:spTree>
    <p:extLst>
      <p:ext uri="{BB962C8B-B14F-4D97-AF65-F5344CB8AC3E}">
        <p14:creationId xmlns:p14="http://schemas.microsoft.com/office/powerpoint/2010/main" val="3697209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We now move to the </a:t>
            </a:r>
            <a:r>
              <a:rPr lang="en-US" altLang="zh-CN" sz="1200" b="1" i="0" kern="1200">
                <a:solidFill>
                  <a:schemeClr val="tx1"/>
                </a:solidFill>
                <a:effectLst/>
                <a:latin typeface="+mn-lt"/>
                <a:ea typeface="+mn-ea"/>
                <a:cs typeface="+mn-cs"/>
              </a:rPr>
              <a:t>Technical Implementation</a:t>
            </a:r>
            <a:r>
              <a:rPr lang="en-US" altLang="zh-CN" sz="1200" b="0" i="0" kern="1200">
                <a:solidFill>
                  <a:schemeClr val="tx1"/>
                </a:solidFill>
                <a:effectLst/>
                <a:latin typeface="+mn-lt"/>
                <a:ea typeface="+mn-ea"/>
                <a:cs typeface="+mn-cs"/>
              </a:rPr>
              <a:t>. This slide covers the backbone of our system. We will explore how the AI brain works, how we communicate with users via Telegram, and how we manage data through logging and our database. This is where the magic happens."</a:t>
            </a:r>
            <a:br>
              <a:rPr lang="en-US" altLang="zh-CN"/>
            </a:b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6</a:t>
            </a:fld>
            <a:endParaRPr lang="zh-CN" altLang="en-US"/>
          </a:p>
        </p:txBody>
      </p:sp>
    </p:spTree>
    <p:extLst>
      <p:ext uri="{BB962C8B-B14F-4D97-AF65-F5344CB8AC3E}">
        <p14:creationId xmlns:p14="http://schemas.microsoft.com/office/powerpoint/2010/main" val="3745294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Let’s start with the </a:t>
            </a:r>
            <a:r>
              <a:rPr lang="en-US" altLang="zh-CN" sz="1200" b="1" i="0" kern="1200">
                <a:solidFill>
                  <a:schemeClr val="tx1"/>
                </a:solidFill>
                <a:effectLst/>
                <a:latin typeface="+mn-lt"/>
                <a:ea typeface="+mn-ea"/>
                <a:cs typeface="+mn-cs"/>
              </a:rPr>
              <a:t>AI &amp; ChatGPT Integration</a:t>
            </a:r>
            <a:r>
              <a:rPr lang="en-US" altLang="zh-CN" sz="1200" b="0" i="0" kern="1200">
                <a:solidFill>
                  <a:schemeClr val="tx1"/>
                </a:solidFill>
                <a:effectLst/>
                <a:latin typeface="+mn-lt"/>
                <a:ea typeface="+mn-ea"/>
                <a:cs typeface="+mn-cs"/>
              </a:rPr>
              <a:t>.</a:t>
            </a:r>
            <a:br>
              <a:rPr lang="en-US" altLang="zh-CN"/>
            </a:br>
            <a:r>
              <a:rPr lang="en-US" altLang="zh-CN" sz="1200" b="0" i="0" kern="1200">
                <a:solidFill>
                  <a:schemeClr val="tx1"/>
                </a:solidFill>
                <a:effectLst/>
                <a:latin typeface="+mn-lt"/>
                <a:ea typeface="+mn-ea"/>
                <a:cs typeface="+mn-cs"/>
              </a:rPr>
              <a:t>The bot harnesses the </a:t>
            </a:r>
            <a:r>
              <a:rPr lang="en-US" altLang="zh-CN" sz="1200" b="1" i="0" kern="1200">
                <a:solidFill>
                  <a:schemeClr val="tx1"/>
                </a:solidFill>
                <a:effectLst/>
                <a:latin typeface="+mn-lt"/>
                <a:ea typeface="+mn-ea"/>
                <a:cs typeface="+mn-cs"/>
              </a:rPr>
              <a:t>ChatGPT API</a:t>
            </a:r>
            <a:r>
              <a:rPr lang="en-US" altLang="zh-CN" sz="1200" b="0" i="0" kern="1200">
                <a:solidFill>
                  <a:schemeClr val="tx1"/>
                </a:solidFill>
                <a:effectLst/>
                <a:latin typeface="+mn-lt"/>
                <a:ea typeface="+mn-ea"/>
                <a:cs typeface="+mn-cs"/>
              </a:rPr>
              <a:t> as its brain to generate intelligent, context-aware responses.</a:t>
            </a:r>
            <a:br>
              <a:rPr lang="en-US" altLang="zh-CN"/>
            </a:br>
            <a:r>
              <a:rPr lang="en-US" altLang="zh-CN" sz="1200" b="0" i="0" kern="1200">
                <a:solidFill>
                  <a:schemeClr val="tx1"/>
                </a:solidFill>
                <a:effectLst/>
                <a:latin typeface="+mn-lt"/>
                <a:ea typeface="+mn-ea"/>
                <a:cs typeface="+mn-cs"/>
              </a:rPr>
              <a:t>To ensure the bot behaves appropriately, we utilize </a:t>
            </a:r>
            <a:r>
              <a:rPr lang="en-US" altLang="zh-CN" sz="1200" b="1" i="0" kern="1200">
                <a:solidFill>
                  <a:schemeClr val="tx1"/>
                </a:solidFill>
                <a:effectLst/>
                <a:latin typeface="+mn-lt"/>
                <a:ea typeface="+mn-ea"/>
                <a:cs typeface="+mn-cs"/>
              </a:rPr>
              <a:t>Custom System Prompts</a:t>
            </a:r>
            <a:r>
              <a:rPr lang="en-US" altLang="zh-CN" sz="1200" b="0" i="0" kern="1200">
                <a:solidFill>
                  <a:schemeClr val="tx1"/>
                </a:solidFill>
                <a:effectLst/>
                <a:latin typeface="+mn-lt"/>
                <a:ea typeface="+mn-ea"/>
                <a:cs typeface="+mn-cs"/>
              </a:rPr>
              <a:t>. These prompts guide the AI's personality and behavior for each specific mode—whether it is in QA mode, Event mode, or the default mode.</a:t>
            </a:r>
            <a:br>
              <a:rPr lang="en-US" altLang="zh-CN"/>
            </a:br>
            <a:r>
              <a:rPr lang="en-US" altLang="zh-CN" sz="1200" b="0" i="0" kern="1200">
                <a:solidFill>
                  <a:schemeClr val="tx1"/>
                </a:solidFill>
                <a:effectLst/>
                <a:latin typeface="+mn-lt"/>
                <a:ea typeface="+mn-ea"/>
                <a:cs typeface="+mn-cs"/>
              </a:rPr>
              <a:t>Finally, we maintain </a:t>
            </a:r>
            <a:r>
              <a:rPr lang="en-US" altLang="zh-CN" sz="1200" b="1" i="0" kern="1200">
                <a:solidFill>
                  <a:schemeClr val="tx1"/>
                </a:solidFill>
                <a:effectLst/>
                <a:latin typeface="+mn-lt"/>
                <a:ea typeface="+mn-ea"/>
                <a:cs typeface="+mn-cs"/>
              </a:rPr>
              <a:t>Flexible Configuration</a:t>
            </a:r>
            <a:r>
              <a:rPr lang="en-US" altLang="zh-CN" sz="1200" b="0" i="0" kern="1200">
                <a:solidFill>
                  <a:schemeClr val="tx1"/>
                </a:solidFill>
                <a:effectLst/>
                <a:latin typeface="+mn-lt"/>
                <a:ea typeface="+mn-ea"/>
                <a:cs typeface="+mn-cs"/>
              </a:rPr>
              <a:t> by managing API credentials and model details through a configuration file. This allows us to update the model easily without rewriting the core code."</a:t>
            </a:r>
            <a:br>
              <a:rPr lang="en-US" altLang="zh-CN"/>
            </a:b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7</a:t>
            </a:fld>
            <a:endParaRPr lang="zh-CN" altLang="en-US"/>
          </a:p>
        </p:txBody>
      </p:sp>
    </p:spTree>
    <p:extLst>
      <p:ext uri="{BB962C8B-B14F-4D97-AF65-F5344CB8AC3E}">
        <p14:creationId xmlns:p14="http://schemas.microsoft.com/office/powerpoint/2010/main" val="628452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"To communicate with users, we use the </a:t>
            </a:r>
            <a:r>
              <a:rPr lang="en-US" altLang="zh-CN" sz="1200" b="1" i="0" kern="1200">
                <a:solidFill>
                  <a:schemeClr val="tx1"/>
                </a:solidFill>
                <a:effectLst/>
                <a:latin typeface="+mn-lt"/>
                <a:ea typeface="+mn-ea"/>
                <a:cs typeface="+mn-cs"/>
              </a:rPr>
              <a:t>Telegram Bot Framework</a:t>
            </a:r>
            <a:r>
              <a:rPr lang="en-US" altLang="zh-CN" sz="1200" b="0" i="0" kern="1200">
                <a:solidFill>
                  <a:schemeClr val="tx1"/>
                </a:solidFill>
                <a:effectLst/>
                <a:latin typeface="+mn-lt"/>
                <a:ea typeface="+mn-ea"/>
                <a:cs typeface="+mn-cs"/>
              </a:rPr>
              <a:t>.</a:t>
            </a:r>
            <a:br>
              <a:rPr lang="en-US" altLang="zh-CN"/>
            </a:br>
            <a:r>
              <a:rPr lang="en-US" altLang="zh-CN" sz="1200" b="0" i="0" kern="1200">
                <a:solidFill>
                  <a:schemeClr val="tx1"/>
                </a:solidFill>
                <a:effectLst/>
                <a:latin typeface="+mn-lt"/>
                <a:ea typeface="+mn-ea"/>
                <a:cs typeface="+mn-cs"/>
              </a:rPr>
              <a:t>We utilize the </a:t>
            </a:r>
            <a:r>
              <a:rPr lang="en-US" altLang="zh-CN" sz="1200" b="1" i="0" kern="1200">
                <a:solidFill>
                  <a:schemeClr val="tx1"/>
                </a:solidFill>
                <a:effectLst/>
                <a:latin typeface="+mn-lt"/>
                <a:ea typeface="+mn-ea"/>
                <a:cs typeface="+mn-cs"/>
              </a:rPr>
              <a:t>python-telegram-bot</a:t>
            </a:r>
            <a:r>
              <a:rPr lang="en-US" altLang="zh-CN" sz="1200" b="0" i="0" kern="1200">
                <a:solidFill>
                  <a:schemeClr val="tx1"/>
                </a:solidFill>
                <a:effectLst/>
                <a:latin typeface="+mn-lt"/>
                <a:ea typeface="+mn-ea"/>
                <a:cs typeface="+mn-cs"/>
              </a:rPr>
              <a:t> library to build a robust application. A key technical choice was employing </a:t>
            </a:r>
            <a:r>
              <a:rPr lang="en-US" altLang="zh-CN" sz="1200" b="1" i="0" kern="1200">
                <a:solidFill>
                  <a:schemeClr val="tx1"/>
                </a:solidFill>
                <a:effectLst/>
                <a:latin typeface="+mn-lt"/>
                <a:ea typeface="+mn-ea"/>
                <a:cs typeface="+mn-cs"/>
              </a:rPr>
              <a:t>Async/Await syntax</a:t>
            </a:r>
            <a:r>
              <a:rPr lang="en-US" altLang="zh-CN" sz="1200" b="0" i="0" kern="1200">
                <a:solidFill>
                  <a:schemeClr val="tx1"/>
                </a:solidFill>
                <a:effectLst/>
                <a:latin typeface="+mn-lt"/>
                <a:ea typeface="+mn-ea"/>
                <a:cs typeface="+mn-cs"/>
              </a:rPr>
              <a:t>. This allows the bot to handle user messages and API calls efficiently and responsively, ensuring users don’t experience lag.</a:t>
            </a:r>
            <a:br>
              <a:rPr lang="en-US" altLang="zh-CN"/>
            </a:br>
            <a:r>
              <a:rPr lang="en-US" altLang="zh-CN" sz="1200" b="0" i="0" kern="1200">
                <a:solidFill>
                  <a:schemeClr val="tx1"/>
                </a:solidFill>
                <a:effectLst/>
                <a:latin typeface="+mn-lt"/>
                <a:ea typeface="+mn-ea"/>
                <a:cs typeface="+mn-cs"/>
              </a:rPr>
              <a:t>Interaction is streamlined through </a:t>
            </a:r>
            <a:r>
              <a:rPr lang="en-US" altLang="zh-CN" sz="1200" b="1" i="0" kern="1200">
                <a:solidFill>
                  <a:schemeClr val="tx1"/>
                </a:solidFill>
                <a:effectLst/>
                <a:latin typeface="+mn-lt"/>
                <a:ea typeface="+mn-ea"/>
                <a:cs typeface="+mn-cs"/>
              </a:rPr>
              <a:t>Slash Commands</a:t>
            </a:r>
            <a:r>
              <a:rPr lang="en-US" altLang="zh-CN" sz="1200" b="0" i="0" kern="1200">
                <a:solidFill>
                  <a:schemeClr val="tx1"/>
                </a:solidFill>
                <a:effectLst/>
                <a:latin typeface="+mn-lt"/>
                <a:ea typeface="+mn-ea"/>
                <a:cs typeface="+mn-cs"/>
              </a:rPr>
              <a:t>. Users can type \QA, \event, or \default to seamlessly switch between the bot’s different functionalities</a:t>
            </a: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8</a:t>
            </a:fld>
            <a:endParaRPr lang="zh-CN" altLang="en-US"/>
          </a:p>
        </p:txBody>
      </p:sp>
    </p:spTree>
    <p:extLst>
      <p:ext uri="{BB962C8B-B14F-4D97-AF65-F5344CB8AC3E}">
        <p14:creationId xmlns:p14="http://schemas.microsoft.com/office/powerpoint/2010/main" val="487618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"Data management is critical for analysis and debugging.</a:t>
            </a:r>
            <a:br>
              <a:rPr lang="en-US" altLang="zh-CN"/>
            </a:br>
            <a:r>
              <a:rPr lang="en-US" altLang="zh-CN" sz="1200" b="0" i="0" kern="1200">
                <a:solidFill>
                  <a:schemeClr val="tx1"/>
                </a:solidFill>
                <a:effectLst/>
                <a:latin typeface="+mn-lt"/>
                <a:ea typeface="+mn-ea"/>
                <a:cs typeface="+mn-cs"/>
              </a:rPr>
              <a:t>We use </a:t>
            </a:r>
            <a:r>
              <a:rPr lang="en-US" altLang="zh-CN" sz="1200" b="1" i="0" kern="1200">
                <a:solidFill>
                  <a:schemeClr val="tx1"/>
                </a:solidFill>
                <a:effectLst/>
                <a:latin typeface="+mn-lt"/>
                <a:ea typeface="+mn-ea"/>
                <a:cs typeface="+mn-cs"/>
              </a:rPr>
              <a:t>MongoDB</a:t>
            </a:r>
            <a:r>
              <a:rPr lang="en-US" altLang="zh-CN" sz="1200" b="0" i="0" kern="1200">
                <a:solidFill>
                  <a:schemeClr val="tx1"/>
                </a:solidFill>
                <a:effectLst/>
                <a:latin typeface="+mn-lt"/>
                <a:ea typeface="+mn-ea"/>
                <a:cs typeface="+mn-cs"/>
              </a:rPr>
              <a:t> to log all user interactions and bot responses. This provides a comprehensive record for future analysis.</a:t>
            </a:r>
            <a:br>
              <a:rPr lang="en-US" altLang="zh-CN"/>
            </a:br>
            <a:r>
              <a:rPr lang="en-US" altLang="zh-CN" sz="1200" b="0" i="0" kern="1200">
                <a:solidFill>
                  <a:schemeClr val="tx1"/>
                </a:solidFill>
                <a:effectLst/>
                <a:latin typeface="+mn-lt"/>
                <a:ea typeface="+mn-ea"/>
                <a:cs typeface="+mn-cs"/>
              </a:rPr>
              <a:t>We also implemented a </a:t>
            </a:r>
            <a:r>
              <a:rPr lang="en-US" altLang="zh-CN" sz="1200" b="1" i="0" kern="1200">
                <a:solidFill>
                  <a:schemeClr val="tx1"/>
                </a:solidFill>
                <a:effectLst/>
                <a:latin typeface="+mn-lt"/>
                <a:ea typeface="+mn-ea"/>
                <a:cs typeface="+mn-cs"/>
              </a:rPr>
              <a:t>Custom Logging Handler</a:t>
            </a:r>
            <a:r>
              <a:rPr lang="en-US" altLang="zh-CN" sz="1200" b="0" i="0" kern="1200">
                <a:solidFill>
                  <a:schemeClr val="tx1"/>
                </a:solidFill>
                <a:effectLst/>
                <a:latin typeface="+mn-lt"/>
                <a:ea typeface="+mn-ea"/>
                <a:cs typeface="+mn-cs"/>
              </a:rPr>
              <a:t> that automatically sends log records to the MongoDB collection in real-time.</a:t>
            </a:r>
            <a:br>
              <a:rPr lang="en-US" altLang="zh-CN"/>
            </a:br>
            <a:r>
              <a:rPr lang="en-US" altLang="zh-CN" sz="1200" b="0" i="0" kern="1200">
                <a:solidFill>
                  <a:schemeClr val="tx1"/>
                </a:solidFill>
                <a:effectLst/>
                <a:latin typeface="+mn-lt"/>
                <a:ea typeface="+mn-ea"/>
                <a:cs typeface="+mn-cs"/>
              </a:rPr>
              <a:t>Security is maintained by storing database connection details as </a:t>
            </a:r>
            <a:r>
              <a:rPr lang="en-US" altLang="zh-CN" sz="1200" b="1" i="0" kern="1200">
                <a:solidFill>
                  <a:schemeClr val="tx1"/>
                </a:solidFill>
                <a:effectLst/>
                <a:latin typeface="+mn-lt"/>
                <a:ea typeface="+mn-ea"/>
                <a:cs typeface="+mn-cs"/>
              </a:rPr>
              <a:t>Environment Variables</a:t>
            </a:r>
            <a:r>
              <a:rPr lang="en-US" altLang="zh-CN" sz="1200" b="0" i="0" kern="1200">
                <a:solidFill>
                  <a:schemeClr val="tx1"/>
                </a:solidFill>
                <a:effectLst/>
                <a:latin typeface="+mn-lt"/>
                <a:ea typeface="+mn-ea"/>
                <a:cs typeface="+mn-cs"/>
              </a:rPr>
              <a:t>, enhancing both portability and security."</a:t>
            </a: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9</a:t>
            </a:fld>
            <a:endParaRPr lang="zh-CN" altLang="en-US"/>
          </a:p>
        </p:txBody>
      </p:sp>
    </p:spTree>
    <p:extLst>
      <p:ext uri="{BB962C8B-B14F-4D97-AF65-F5344CB8AC3E}">
        <p14:creationId xmlns:p14="http://schemas.microsoft.com/office/powerpoint/2010/main" val="1629161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Next, we look at </a:t>
            </a:r>
            <a:r>
              <a:rPr lang="en-US" altLang="zh-CN" sz="1200" b="1" i="0" kern="1200">
                <a:solidFill>
                  <a:schemeClr val="tx1"/>
                </a:solidFill>
                <a:effectLst/>
                <a:latin typeface="+mn-lt"/>
                <a:ea typeface="+mn-ea"/>
                <a:cs typeface="+mn-cs"/>
              </a:rPr>
              <a:t>Deployment &amp; Architecture</a:t>
            </a:r>
            <a:r>
              <a:rPr lang="en-US" altLang="zh-CN" sz="1200" b="0" i="0" kern="1200">
                <a:solidFill>
                  <a:schemeClr val="tx1"/>
                </a:solidFill>
                <a:effectLst/>
                <a:latin typeface="+mn-lt"/>
                <a:ea typeface="+mn-ea"/>
                <a:cs typeface="+mn-cs"/>
              </a:rPr>
              <a:t>. We chose a cloud-based approach to ensure high availability and scalability as the user base grows</a:t>
            </a: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10</a:t>
            </a:fld>
            <a:endParaRPr lang="zh-CN" altLang="en-US"/>
          </a:p>
        </p:txBody>
      </p:sp>
    </p:spTree>
    <p:extLst>
      <p:ext uri="{BB962C8B-B14F-4D97-AF65-F5344CB8AC3E}">
        <p14:creationId xmlns:p14="http://schemas.microsoft.com/office/powerpoint/2010/main" val="2406909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"Why </a:t>
            </a:r>
            <a:r>
              <a:rPr lang="en-US" altLang="zh-CN" sz="1200" b="1" i="0" kern="1200">
                <a:solidFill>
                  <a:schemeClr val="tx1"/>
                </a:solidFill>
                <a:effectLst/>
                <a:latin typeface="+mn-lt"/>
                <a:ea typeface="+mn-ea"/>
                <a:cs typeface="+mn-cs"/>
              </a:rPr>
              <a:t>AWS</a:t>
            </a:r>
            <a:r>
              <a:rPr lang="en-US" altLang="zh-CN" sz="1200" b="0" i="0" kern="1200">
                <a:solidFill>
                  <a:schemeClr val="tx1"/>
                </a:solidFill>
                <a:effectLst/>
                <a:latin typeface="+mn-lt"/>
                <a:ea typeface="+mn-ea"/>
                <a:cs typeface="+mn-cs"/>
              </a:rPr>
              <a:t>?</a:t>
            </a:r>
            <a:br>
              <a:rPr lang="en-US" altLang="zh-CN"/>
            </a:br>
            <a:r>
              <a:rPr lang="en-US" altLang="zh-CN" sz="1200" b="0" i="0" kern="1200">
                <a:solidFill>
                  <a:schemeClr val="tx1"/>
                </a:solidFill>
                <a:effectLst/>
                <a:latin typeface="+mn-lt"/>
                <a:ea typeface="+mn-ea"/>
                <a:cs typeface="+mn-cs"/>
              </a:rPr>
              <a:t>We utilize </a:t>
            </a:r>
            <a:r>
              <a:rPr lang="en-US" altLang="zh-CN" sz="1200" b="1" i="0" kern="1200">
                <a:solidFill>
                  <a:schemeClr val="tx1"/>
                </a:solidFill>
                <a:effectLst/>
                <a:latin typeface="+mn-lt"/>
                <a:ea typeface="+mn-ea"/>
                <a:cs typeface="+mn-cs"/>
              </a:rPr>
              <a:t>Infrastructure as a Service (IaaS)</a:t>
            </a:r>
            <a:r>
              <a:rPr lang="en-US" altLang="zh-CN" sz="1200" b="0" i="0" kern="1200">
                <a:solidFill>
                  <a:schemeClr val="tx1"/>
                </a:solidFill>
                <a:effectLst/>
                <a:latin typeface="+mn-lt"/>
                <a:ea typeface="+mn-ea"/>
                <a:cs typeface="+mn-cs"/>
              </a:rPr>
              <a:t> to handle a growing number of users.</a:t>
            </a:r>
            <a:br>
              <a:rPr lang="en-US" altLang="zh-CN"/>
            </a:br>
            <a:r>
              <a:rPr lang="en-US" altLang="zh-CN" sz="1200" b="0" i="0" kern="1200">
                <a:solidFill>
                  <a:schemeClr val="tx1"/>
                </a:solidFill>
                <a:effectLst/>
                <a:latin typeface="+mn-lt"/>
                <a:ea typeface="+mn-ea"/>
                <a:cs typeface="+mn-cs"/>
              </a:rPr>
              <a:t>The application is </a:t>
            </a:r>
            <a:r>
              <a:rPr lang="en-US" altLang="zh-CN" sz="1200" b="1" i="0" kern="1200">
                <a:solidFill>
                  <a:schemeClr val="tx1"/>
                </a:solidFill>
                <a:effectLst/>
                <a:latin typeface="+mn-lt"/>
                <a:ea typeface="+mn-ea"/>
                <a:cs typeface="+mn-cs"/>
              </a:rPr>
              <a:t>Containerized with ECS</a:t>
            </a:r>
            <a:r>
              <a:rPr lang="en-US" altLang="zh-CN" sz="1200" b="0" i="0" kern="1200">
                <a:solidFill>
                  <a:schemeClr val="tx1"/>
                </a:solidFill>
                <a:effectLst/>
                <a:latin typeface="+mn-lt"/>
                <a:ea typeface="+mn-ea"/>
                <a:cs typeface="+mn-cs"/>
              </a:rPr>
              <a:t> (Elastic Container Service), which packages the bot and database for portability.</a:t>
            </a:r>
            <a:br>
              <a:rPr lang="en-US" altLang="zh-CN"/>
            </a:br>
            <a:r>
              <a:rPr lang="en-US" altLang="zh-CN" sz="1200" b="0" i="0" kern="1200">
                <a:solidFill>
                  <a:schemeClr val="tx1"/>
                </a:solidFill>
                <a:effectLst/>
                <a:latin typeface="+mn-lt"/>
                <a:ea typeface="+mn-ea"/>
                <a:cs typeface="+mn-cs"/>
              </a:rPr>
              <a:t>Crucially, we leverage </a:t>
            </a:r>
            <a:r>
              <a:rPr lang="en-US" altLang="zh-CN" sz="1200" b="1" i="0" kern="1200">
                <a:solidFill>
                  <a:schemeClr val="tx1"/>
                </a:solidFill>
                <a:effectLst/>
                <a:latin typeface="+mn-lt"/>
                <a:ea typeface="+mn-ea"/>
                <a:cs typeface="+mn-cs"/>
              </a:rPr>
              <a:t>Auto Scaling</a:t>
            </a:r>
            <a:r>
              <a:rPr lang="en-US" altLang="zh-CN" sz="1200" b="0" i="0" kern="1200">
                <a:solidFill>
                  <a:schemeClr val="tx1"/>
                </a:solidFill>
                <a:effectLst/>
                <a:latin typeface="+mn-lt"/>
                <a:ea typeface="+mn-ea"/>
                <a:cs typeface="+mn-cs"/>
              </a:rPr>
              <a:t>. ECS automatically adjusts the number of container instances based on traffic, ensuring optimal performance during peak usage times.</a:t>
            </a:r>
            <a:br>
              <a:rPr lang="en-US" altLang="zh-CN"/>
            </a:br>
            <a:r>
              <a:rPr lang="en-US" altLang="zh-CN" sz="1200" b="0" i="0" kern="1200">
                <a:solidFill>
                  <a:schemeClr val="tx1"/>
                </a:solidFill>
                <a:effectLst/>
                <a:latin typeface="+mn-lt"/>
                <a:ea typeface="+mn-ea"/>
                <a:cs typeface="+mn-cs"/>
              </a:rPr>
              <a:t>Finally, AWS's global network ensures </a:t>
            </a:r>
            <a:r>
              <a:rPr lang="en-US" altLang="zh-CN" sz="1200" b="1" i="0" kern="1200">
                <a:solidFill>
                  <a:schemeClr val="tx1"/>
                </a:solidFill>
                <a:effectLst/>
                <a:latin typeface="+mn-lt"/>
                <a:ea typeface="+mn-ea"/>
                <a:cs typeface="+mn-cs"/>
              </a:rPr>
              <a:t>low-latency access</a:t>
            </a:r>
            <a:r>
              <a:rPr lang="en-US" altLang="zh-CN" sz="1200" b="0" i="0" kern="1200">
                <a:solidFill>
                  <a:schemeClr val="tx1"/>
                </a:solidFill>
                <a:effectLst/>
                <a:latin typeface="+mn-lt"/>
                <a:ea typeface="+mn-ea"/>
                <a:cs typeface="+mn-cs"/>
              </a:rPr>
              <a:t> for users around the world.</a:t>
            </a: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11</a:t>
            </a:fld>
            <a:endParaRPr lang="zh-CN" altLang="en-US"/>
          </a:p>
        </p:txBody>
      </p:sp>
    </p:spTree>
    <p:extLst>
      <p:ext uri="{BB962C8B-B14F-4D97-AF65-F5344CB8AC3E}">
        <p14:creationId xmlns:p14="http://schemas.microsoft.com/office/powerpoint/2010/main" val="1942148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"This brings us to the </a:t>
            </a:r>
            <a:r>
              <a:rPr lang="en-US" altLang="zh-CN" sz="1200" b="1" i="0" kern="1200">
                <a:solidFill>
                  <a:schemeClr val="tx1"/>
                </a:solidFill>
                <a:effectLst/>
                <a:latin typeface="+mn-lt"/>
                <a:ea typeface="+mn-ea"/>
                <a:cs typeface="+mn-cs"/>
              </a:rPr>
              <a:t>System Architecture</a:t>
            </a:r>
            <a:r>
              <a:rPr lang="en-US" altLang="zh-CN" sz="1200" b="0" i="0" kern="1200">
                <a:solidFill>
                  <a:schemeClr val="tx1"/>
                </a:solidFill>
                <a:effectLst/>
                <a:latin typeface="+mn-lt"/>
                <a:ea typeface="+mn-ea"/>
                <a:cs typeface="+mn-cs"/>
              </a:rPr>
              <a:t> diagram.</a:t>
            </a:r>
            <a:br>
              <a:rPr lang="en-US" altLang="zh-CN"/>
            </a:br>
            <a:r>
              <a:rPr lang="en-US" altLang="zh-CN" sz="1200" b="0" i="0" kern="1200">
                <a:solidFill>
                  <a:schemeClr val="tx1"/>
                </a:solidFill>
                <a:effectLst/>
                <a:latin typeface="+mn-lt"/>
                <a:ea typeface="+mn-ea"/>
                <a:cs typeface="+mn-cs"/>
              </a:rPr>
              <a:t>Visually, the </a:t>
            </a:r>
            <a:r>
              <a:rPr lang="en-US" altLang="zh-CN" sz="1200" b="1" i="0" kern="1200">
                <a:solidFill>
                  <a:schemeClr val="tx1"/>
                </a:solidFill>
                <a:effectLst/>
                <a:latin typeface="+mn-lt"/>
                <a:ea typeface="+mn-ea"/>
                <a:cs typeface="+mn-cs"/>
              </a:rPr>
              <a:t>Frontend</a:t>
            </a:r>
            <a:r>
              <a:rPr lang="en-US" altLang="zh-CN" sz="1200" b="0" i="0" kern="1200">
                <a:solidFill>
                  <a:schemeClr val="tx1"/>
                </a:solidFill>
                <a:effectLst/>
                <a:latin typeface="+mn-lt"/>
                <a:ea typeface="+mn-ea"/>
                <a:cs typeface="+mn-cs"/>
              </a:rPr>
              <a:t> is the Telegram interface where users send messages.</a:t>
            </a:r>
            <a:br>
              <a:rPr lang="en-US" altLang="zh-CN"/>
            </a:br>
            <a:r>
              <a:rPr lang="en-US" altLang="zh-CN" sz="1200" b="0" i="0" kern="1200">
                <a:solidFill>
                  <a:schemeClr val="tx1"/>
                </a:solidFill>
                <a:effectLst/>
                <a:latin typeface="+mn-lt"/>
                <a:ea typeface="+mn-ea"/>
                <a:cs typeface="+mn-cs"/>
              </a:rPr>
              <a:t>The </a:t>
            </a:r>
            <a:r>
              <a:rPr lang="en-US" altLang="zh-CN" sz="1200" b="1" i="0" kern="1200">
                <a:solidFill>
                  <a:schemeClr val="tx1"/>
                </a:solidFill>
                <a:effectLst/>
                <a:latin typeface="+mn-lt"/>
                <a:ea typeface="+mn-ea"/>
                <a:cs typeface="+mn-cs"/>
              </a:rPr>
              <a:t>Backend</a:t>
            </a:r>
            <a:r>
              <a:rPr lang="en-US" altLang="zh-CN" sz="1200" b="0" i="0" kern="1200">
                <a:solidFill>
                  <a:schemeClr val="tx1"/>
                </a:solidFill>
                <a:effectLst/>
                <a:latin typeface="+mn-lt"/>
                <a:ea typeface="+mn-ea"/>
                <a:cs typeface="+mn-cs"/>
              </a:rPr>
              <a:t>, written in Python, processes inputs and talks to the </a:t>
            </a:r>
            <a:r>
              <a:rPr lang="en-US" altLang="zh-CN" sz="1200" b="1" i="0" kern="1200">
                <a:solidFill>
                  <a:schemeClr val="tx1"/>
                </a:solidFill>
                <a:effectLst/>
                <a:latin typeface="+mn-lt"/>
                <a:ea typeface="+mn-ea"/>
                <a:cs typeface="+mn-cs"/>
              </a:rPr>
              <a:t>Brain</a:t>
            </a:r>
            <a:r>
              <a:rPr lang="en-US" altLang="zh-CN" sz="1200" b="0" i="0" kern="1200">
                <a:solidFill>
                  <a:schemeClr val="tx1"/>
                </a:solidFill>
                <a:effectLst/>
                <a:latin typeface="+mn-lt"/>
                <a:ea typeface="+mn-ea"/>
                <a:cs typeface="+mn-cs"/>
              </a:rPr>
              <a:t>, which is the ChatGPT AI Model.</a:t>
            </a:r>
            <a:br>
              <a:rPr lang="en-US" altLang="zh-CN"/>
            </a:br>
            <a:r>
              <a:rPr lang="en-US" altLang="zh-CN" sz="1200" b="0" i="0" kern="1200">
                <a:solidFill>
                  <a:schemeClr val="tx1"/>
                </a:solidFill>
                <a:effectLst/>
                <a:latin typeface="+mn-lt"/>
                <a:ea typeface="+mn-ea"/>
                <a:cs typeface="+mn-cs"/>
              </a:rPr>
              <a:t>All interactions are stored in the </a:t>
            </a:r>
            <a:r>
              <a:rPr lang="en-US" altLang="zh-CN" sz="1200" b="1" i="0" kern="1200">
                <a:solidFill>
                  <a:schemeClr val="tx1"/>
                </a:solidFill>
                <a:effectLst/>
                <a:latin typeface="+mn-lt"/>
                <a:ea typeface="+mn-ea"/>
                <a:cs typeface="+mn-cs"/>
              </a:rPr>
              <a:t>Memory</a:t>
            </a:r>
            <a:r>
              <a:rPr lang="en-US" altLang="zh-CN" sz="1200" b="0" i="0" kern="1200">
                <a:solidFill>
                  <a:schemeClr val="tx1"/>
                </a:solidFill>
                <a:effectLst/>
                <a:latin typeface="+mn-lt"/>
                <a:ea typeface="+mn-ea"/>
                <a:cs typeface="+mn-cs"/>
              </a:rPr>
              <a:t>, our MongoDB Database.</a:t>
            </a:r>
            <a:br>
              <a:rPr lang="en-US" altLang="zh-CN"/>
            </a:br>
            <a:r>
              <a:rPr lang="en-US" altLang="zh-CN" sz="1200" b="0" i="0" kern="1200">
                <a:solidFill>
                  <a:schemeClr val="tx1"/>
                </a:solidFill>
                <a:effectLst/>
                <a:latin typeface="+mn-lt"/>
                <a:ea typeface="+mn-ea"/>
                <a:cs typeface="+mn-cs"/>
              </a:rPr>
              <a:t>Finally, the </a:t>
            </a:r>
            <a:r>
              <a:rPr lang="en-US" altLang="zh-CN" sz="1200" b="1" i="0" kern="1200">
                <a:solidFill>
                  <a:schemeClr val="tx1"/>
                </a:solidFill>
                <a:effectLst/>
                <a:latin typeface="+mn-lt"/>
                <a:ea typeface="+mn-ea"/>
                <a:cs typeface="+mn-cs"/>
              </a:rPr>
              <a:t>Orchestrator</a:t>
            </a:r>
            <a:r>
              <a:rPr lang="en-US" altLang="zh-CN" sz="1200" b="0" i="0" kern="1200">
                <a:solidFill>
                  <a:schemeClr val="tx1"/>
                </a:solidFill>
                <a:effectLst/>
                <a:latin typeface="+mn-lt"/>
                <a:ea typeface="+mn-ea"/>
                <a:cs typeface="+mn-cs"/>
              </a:rPr>
              <a:t>, AWS ECS, manages the entire lifecycle of these containers to ensure everything runs smoothly."</a:t>
            </a: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12</a:t>
            </a:fld>
            <a:endParaRPr lang="zh-CN" altLang="en-US"/>
          </a:p>
        </p:txBody>
      </p:sp>
    </p:spTree>
    <p:extLst>
      <p:ext uri="{BB962C8B-B14F-4D97-AF65-F5344CB8AC3E}">
        <p14:creationId xmlns:p14="http://schemas.microsoft.com/office/powerpoint/2010/main" val="441276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effectLst/>
                <a:latin typeface="+mn-lt"/>
                <a:ea typeface="+mn-ea"/>
                <a:cs typeface="+mn-cs"/>
              </a:rPr>
              <a:t>Finally, let’s see the bot in action. We have two examples here: the user interface interaction and the backend log analytics."</a:t>
            </a:r>
            <a:endParaRPr lang="zh-CN" altLang="en-US"/>
          </a:p>
          <a:p>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13</a:t>
            </a:fld>
            <a:endParaRPr lang="zh-CN" altLang="en-US"/>
          </a:p>
        </p:txBody>
      </p:sp>
    </p:spTree>
    <p:extLst>
      <p:ext uri="{BB962C8B-B14F-4D97-AF65-F5344CB8AC3E}">
        <p14:creationId xmlns:p14="http://schemas.microsoft.com/office/powerpoint/2010/main" val="4102101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"This slide shows the </a:t>
            </a:r>
            <a:r>
              <a:rPr lang="en-US" altLang="zh-CN" sz="1200" b="1" i="0" kern="1200">
                <a:solidFill>
                  <a:schemeClr val="tx1"/>
                </a:solidFill>
                <a:effectLst/>
                <a:latin typeface="+mn-lt"/>
                <a:ea typeface="+mn-ea"/>
                <a:cs typeface="+mn-cs"/>
              </a:rPr>
              <a:t>User Interaction</a:t>
            </a:r>
            <a:r>
              <a:rPr lang="en-US" altLang="zh-CN" sz="1200" b="0" i="0" kern="1200">
                <a:solidFill>
                  <a:schemeClr val="tx1"/>
                </a:solidFill>
                <a:effectLst/>
                <a:latin typeface="+mn-lt"/>
                <a:ea typeface="+mn-ea"/>
                <a:cs typeface="+mn-cs"/>
              </a:rPr>
              <a:t>.</a:t>
            </a:r>
            <a:br>
              <a:rPr lang="en-US" altLang="zh-CN"/>
            </a:br>
            <a:r>
              <a:rPr lang="en-US" altLang="zh-CN" sz="1200" b="0" i="0" kern="1200">
                <a:solidFill>
                  <a:schemeClr val="tx1"/>
                </a:solidFill>
                <a:effectLst/>
                <a:latin typeface="+mn-lt"/>
                <a:ea typeface="+mn-ea"/>
                <a:cs typeface="+mn-cs"/>
              </a:rPr>
              <a:t>First, the user types \help to see available commands.</a:t>
            </a:r>
            <a:br>
              <a:rPr lang="en-US" altLang="zh-CN"/>
            </a:br>
            <a:r>
              <a:rPr lang="en-US" altLang="zh-CN" sz="1200" b="0" i="0" kern="1200">
                <a:solidFill>
                  <a:schemeClr val="tx1"/>
                </a:solidFill>
                <a:effectLst/>
                <a:latin typeface="+mn-lt"/>
                <a:ea typeface="+mn-ea"/>
                <a:cs typeface="+mn-cs"/>
              </a:rPr>
              <a:t>They then switch to </a:t>
            </a:r>
            <a:r>
              <a:rPr lang="en-US" altLang="zh-CN" sz="1200" b="1" i="0" kern="1200">
                <a:solidFill>
                  <a:schemeClr val="tx1"/>
                </a:solidFill>
                <a:effectLst/>
                <a:latin typeface="+mn-lt"/>
                <a:ea typeface="+mn-ea"/>
                <a:cs typeface="+mn-cs"/>
              </a:rPr>
              <a:t>QA mode</a:t>
            </a:r>
            <a:r>
              <a:rPr lang="en-US" altLang="zh-CN" sz="1200" b="0" i="0" kern="1200">
                <a:solidFill>
                  <a:schemeClr val="tx1"/>
                </a:solidFill>
                <a:effectLst/>
                <a:latin typeface="+mn-lt"/>
                <a:ea typeface="+mn-ea"/>
                <a:cs typeface="+mn-cs"/>
              </a:rPr>
              <a:t> by typing \QA and ask, </a:t>
            </a:r>
            <a:r>
              <a:rPr lang="en-US" altLang="zh-CN" sz="1200" b="0" i="1" kern="1200">
                <a:solidFill>
                  <a:schemeClr val="tx1"/>
                </a:solidFill>
                <a:effectLst/>
                <a:latin typeface="+mn-lt"/>
                <a:ea typeface="+mn-ea"/>
                <a:cs typeface="+mn-cs"/>
              </a:rPr>
              <a:t>'What is the normal distribution?'</a:t>
            </a:r>
            <a:br>
              <a:rPr lang="en-US" altLang="zh-CN"/>
            </a:br>
            <a:r>
              <a:rPr lang="en-US" altLang="zh-CN" sz="1200" b="0" i="0" kern="1200">
                <a:solidFill>
                  <a:schemeClr val="tx1"/>
                </a:solidFill>
                <a:effectLst/>
                <a:latin typeface="+mn-lt"/>
                <a:ea typeface="+mn-ea"/>
                <a:cs typeface="+mn-cs"/>
              </a:rPr>
              <a:t>The bot responds with a detailed, accurate explanation of the statistical concept, demonstrating its learning assistance capability.</a:t>
            </a:r>
            <a:br>
              <a:rPr lang="en-US" altLang="zh-CN"/>
            </a:br>
            <a:r>
              <a:rPr lang="en-US" altLang="zh-CN" sz="1200" b="0" i="0" kern="1200">
                <a:solidFill>
                  <a:schemeClr val="tx1"/>
                </a:solidFill>
                <a:effectLst/>
                <a:latin typeface="+mn-lt"/>
                <a:ea typeface="+mn-ea"/>
                <a:cs typeface="+mn-cs"/>
              </a:rPr>
              <a:t>In another example, the user switches to </a:t>
            </a:r>
            <a:r>
              <a:rPr lang="en-US" altLang="zh-CN" sz="1200" b="1" i="0" kern="1200">
                <a:solidFill>
                  <a:schemeClr val="tx1"/>
                </a:solidFill>
                <a:effectLst/>
                <a:latin typeface="+mn-lt"/>
                <a:ea typeface="+mn-ea"/>
                <a:cs typeface="+mn-cs"/>
              </a:rPr>
              <a:t>Event mode</a:t>
            </a:r>
            <a:r>
              <a:rPr lang="en-US" altLang="zh-CN" sz="1200" b="0" i="0" kern="1200">
                <a:solidFill>
                  <a:schemeClr val="tx1"/>
                </a:solidFill>
                <a:effectLst/>
                <a:latin typeface="+mn-lt"/>
                <a:ea typeface="+mn-ea"/>
                <a:cs typeface="+mn-cs"/>
              </a:rPr>
              <a:t> by typing \event and requests indoor leisure activities for 2-3 people.</a:t>
            </a:r>
            <a:br>
              <a:rPr lang="en-US" altLang="zh-CN"/>
            </a:br>
            <a:r>
              <a:rPr lang="en-US" altLang="zh-CN" sz="1200" b="0" i="0" kern="1200">
                <a:solidFill>
                  <a:schemeClr val="tx1"/>
                </a:solidFill>
                <a:effectLst/>
                <a:latin typeface="+mn-lt"/>
                <a:ea typeface="+mn-ea"/>
                <a:cs typeface="+mn-cs"/>
              </a:rPr>
              <a:t>The bot generates a list of suggestions, including board games and co-op video games, complete with time estimates and energy levels. This shows the bot’s versatility in providing context-aware recommendations."</a:t>
            </a:r>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14</a:t>
            </a:fld>
            <a:endParaRPr lang="zh-CN" altLang="en-US"/>
          </a:p>
        </p:txBody>
      </p:sp>
    </p:spTree>
    <p:extLst>
      <p:ext uri="{BB962C8B-B14F-4D97-AF65-F5344CB8AC3E}">
        <p14:creationId xmlns:p14="http://schemas.microsoft.com/office/powerpoint/2010/main" val="504799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Finally, we look at the </a:t>
            </a:r>
            <a:r>
              <a:rPr lang="en-US" altLang="zh-CN" sz="1200" b="1" i="0" kern="1200">
                <a:solidFill>
                  <a:schemeClr val="tx1"/>
                </a:solidFill>
                <a:effectLst/>
                <a:latin typeface="+mn-lt"/>
                <a:ea typeface="+mn-ea"/>
                <a:cs typeface="+mn-cs"/>
              </a:rPr>
              <a:t>Log Analytics</a:t>
            </a:r>
            <a:r>
              <a:rPr lang="en-US" altLang="zh-CN" sz="1200" b="0" i="0" kern="1200">
                <a:solidFill>
                  <a:schemeClr val="tx1"/>
                </a:solidFill>
                <a:effectLst/>
                <a:latin typeface="+mn-lt"/>
                <a:ea typeface="+mn-ea"/>
                <a:cs typeface="+mn-cs"/>
              </a:rPr>
              <a:t>.</a:t>
            </a:r>
            <a:br>
              <a:rPr lang="en-US" altLang="zh-CN"/>
            </a:br>
            <a:r>
              <a:rPr lang="en-US" altLang="zh-CN" sz="1200" b="0" i="0" kern="1200">
                <a:solidFill>
                  <a:schemeClr val="tx1"/>
                </a:solidFill>
                <a:effectLst/>
                <a:latin typeface="+mn-lt"/>
                <a:ea typeface="+mn-ea"/>
                <a:cs typeface="+mn-cs"/>
              </a:rPr>
              <a:t>This screenshot shows the MongoDB shell.</a:t>
            </a:r>
            <a:br>
              <a:rPr lang="en-US" altLang="zh-CN"/>
            </a:br>
            <a:r>
              <a:rPr lang="en-US" altLang="zh-CN" sz="1200" b="0" i="0" kern="1200">
                <a:solidFill>
                  <a:schemeClr val="tx1"/>
                </a:solidFill>
                <a:effectLst/>
                <a:latin typeface="+mn-lt"/>
                <a:ea typeface="+mn-ea"/>
                <a:cs typeface="+mn-cs"/>
              </a:rPr>
              <a:t>You can see the raw JSON logs capturing every update. For instance, it records the message ID, the user ID (8212639200), the timestamp (April 14, 2026), and the exact text sent by the user.</a:t>
            </a:r>
            <a:br>
              <a:rPr lang="en-US" altLang="zh-CN"/>
            </a:br>
            <a:r>
              <a:rPr lang="en-US" altLang="zh-CN" sz="1200" b="0" i="0" kern="1200">
                <a:solidFill>
                  <a:schemeClr val="tx1"/>
                </a:solidFill>
                <a:effectLst/>
                <a:latin typeface="+mn-lt"/>
                <a:ea typeface="+mn-ea"/>
                <a:cs typeface="+mn-cs"/>
              </a:rPr>
              <a:t>This real-time logging is crucial for us to monitor performance, debug issues, and analyze how students are actually using the bot to improve its future iterations."</a:t>
            </a:r>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15</a:t>
            </a:fld>
            <a:endParaRPr lang="zh-CN" altLang="en-US"/>
          </a:p>
        </p:txBody>
      </p:sp>
    </p:spTree>
    <p:extLst>
      <p:ext uri="{BB962C8B-B14F-4D97-AF65-F5344CB8AC3E}">
        <p14:creationId xmlns:p14="http://schemas.microsoft.com/office/powerpoint/2010/main" val="2809853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"In conclusion, we have built a versatile, scalable Telegram bot that leverages AI to assist students. Thank you for your attention. I am happy to take any questions you may have."</a:t>
            </a:r>
            <a:endParaRPr lang="zh-CN" altLang="en-US"/>
          </a:p>
        </p:txBody>
      </p:sp>
      <p:sp>
        <p:nvSpPr>
          <p:cNvPr id="4" name="灯片编号占位符 3"/>
          <p:cNvSpPr>
            <a:spLocks noGrp="1"/>
          </p:cNvSpPr>
          <p:nvPr>
            <p:ph type="sldNum" sz="quarter" idx="5"/>
          </p:nvPr>
        </p:nvSpPr>
        <p:spPr/>
        <p:txBody>
          <a:bodyPr/>
          <a:lstStyle/>
          <a:p>
            <a:fld id="{1BA71791-2EC8-4E18-BAD8-B009395F26C7}" type="slidenum">
              <a:rPr lang="zh-CN" altLang="en-US" smtClean="0"/>
              <a:t>16</a:t>
            </a:fld>
            <a:endParaRPr lang="zh-CN" altLang="en-US"/>
          </a:p>
        </p:txBody>
      </p:sp>
    </p:spTree>
    <p:extLst>
      <p:ext uri="{BB962C8B-B14F-4D97-AF65-F5344CB8AC3E}">
        <p14:creationId xmlns:p14="http://schemas.microsoft.com/office/powerpoint/2010/main" val="133762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1587" y="-996"/>
            <a:ext cx="12188826" cy="5844238"/>
            <a:chOff x="1587" y="-996"/>
            <a:chExt cx="12188826" cy="5844238"/>
          </a:xfrm>
        </p:grpSpPr>
        <p:sp>
          <p:nvSpPr>
            <p:cNvPr id="3" name="AutoShape 3"/>
            <p:cNvSpPr/>
            <p:nvPr/>
          </p:nvSpPr>
          <p:spPr>
            <a:xfrm flipH="1" flipV="1">
              <a:off x="1587" y="-996"/>
              <a:ext cx="12188826" cy="4789488"/>
            </a:xfrm>
            <a:custGeom>
              <a:avLst/>
              <a:gdLst/>
              <a:ahLst/>
              <a:cxnLst/>
              <a:rect l="l" t="t" r="r" b="b"/>
              <a:pathLst>
                <a:path w="31996" h="12565">
                  <a:moveTo>
                    <a:pt x="26330" y="2"/>
                  </a:moveTo>
                  <a:cubicBezTo>
                    <a:pt x="27445" y="21"/>
                    <a:pt x="28545" y="333"/>
                    <a:pt x="29158" y="861"/>
                  </a:cubicBezTo>
                  <a:cubicBezTo>
                    <a:pt x="29793" y="1408"/>
                    <a:pt x="29993" y="2219"/>
                    <a:pt x="31128" y="2427"/>
                  </a:cubicBezTo>
                  <a:cubicBezTo>
                    <a:pt x="31429" y="2465"/>
                    <a:pt x="31729" y="2465"/>
                    <a:pt x="31996" y="2408"/>
                  </a:cubicBezTo>
                  <a:cubicBezTo>
                    <a:pt x="31996" y="8401"/>
                    <a:pt x="31996" y="11210"/>
                    <a:pt x="31996" y="12527"/>
                  </a:cubicBezTo>
                  <a:lnTo>
                    <a:pt x="31996" y="12565"/>
                  </a:lnTo>
                  <a:lnTo>
                    <a:pt x="0" y="12565"/>
                  </a:lnTo>
                  <a:lnTo>
                    <a:pt x="0" y="9370"/>
                  </a:lnTo>
                  <a:lnTo>
                    <a:pt x="95" y="9260"/>
                  </a:lnTo>
                  <a:cubicBezTo>
                    <a:pt x="953" y="8416"/>
                    <a:pt x="2524" y="7772"/>
                    <a:pt x="4248" y="7822"/>
                  </a:cubicBezTo>
                  <a:cubicBezTo>
                    <a:pt x="6218" y="7878"/>
                    <a:pt x="8021" y="8803"/>
                    <a:pt x="9991" y="8558"/>
                  </a:cubicBezTo>
                  <a:cubicBezTo>
                    <a:pt x="11293" y="8407"/>
                    <a:pt x="12228" y="7728"/>
                    <a:pt x="12763" y="7030"/>
                  </a:cubicBezTo>
                  <a:cubicBezTo>
                    <a:pt x="13297" y="6332"/>
                    <a:pt x="13531" y="5558"/>
                    <a:pt x="14031" y="4860"/>
                  </a:cubicBezTo>
                  <a:cubicBezTo>
                    <a:pt x="14532" y="4143"/>
                    <a:pt x="15434" y="3464"/>
                    <a:pt x="16736" y="3276"/>
                  </a:cubicBezTo>
                  <a:cubicBezTo>
                    <a:pt x="17872" y="3106"/>
                    <a:pt x="19140" y="3332"/>
                    <a:pt x="20209" y="3049"/>
                  </a:cubicBezTo>
                  <a:cubicBezTo>
                    <a:pt x="21511" y="2710"/>
                    <a:pt x="21912" y="1786"/>
                    <a:pt x="22747" y="1106"/>
                  </a:cubicBezTo>
                  <a:cubicBezTo>
                    <a:pt x="23448" y="522"/>
                    <a:pt x="24617" y="88"/>
                    <a:pt x="25852" y="12"/>
                  </a:cubicBezTo>
                  <a:cubicBezTo>
                    <a:pt x="26011" y="3"/>
                    <a:pt x="26171" y="0"/>
                    <a:pt x="26330" y="2"/>
                  </a:cubicBezTo>
                  <a:close/>
                </a:path>
              </a:pathLst>
            </a:custGeom>
            <a:gradFill>
              <a:gsLst>
                <a:gs pos="0">
                  <a:srgbClr val="6DB8FF">
                    <a:alpha val="100000"/>
                    <a:lumMod val="50000"/>
                  </a:srgbClr>
                </a:gs>
                <a:gs pos="100000">
                  <a:srgbClr val="2F6DFF">
                    <a:alpha val="100000"/>
                    <a:lumMod val="75000"/>
                  </a:srgbClr>
                </a:gs>
              </a:gsLst>
              <a:lin ang="5400000"/>
            </a:gradFill>
            <a:ln>
              <a:prstDash val="solid"/>
              <a:headEnd type="none"/>
              <a:tailEnd type="none"/>
            </a:ln>
          </p:spPr>
          <p:txBody>
            <a:bodyPr/>
            <a:lstStyle/>
            <a:p>
              <a:endParaRPr lang="zh-CN" altLang="en-US"/>
            </a:p>
          </p:txBody>
        </p:sp>
        <p:grpSp>
          <p:nvGrpSpPr>
            <p:cNvPr id="4" name="Group 4"/>
            <p:cNvGrpSpPr/>
            <p:nvPr/>
          </p:nvGrpSpPr>
          <p:grpSpPr>
            <a:xfrm>
              <a:off x="619368" y="2123450"/>
              <a:ext cx="5011347" cy="3719792"/>
              <a:chOff x="3306763" y="1357313"/>
              <a:chExt cx="5599113" cy="4156075"/>
            </a:xfrm>
          </p:grpSpPr>
          <p:sp>
            <p:nvSpPr>
              <p:cNvPr id="5" name="AutoShape 5"/>
              <p:cNvSpPr/>
              <p:nvPr/>
            </p:nvSpPr>
            <p:spPr>
              <a:xfrm>
                <a:off x="7751763" y="3679825"/>
                <a:ext cx="1154113" cy="1833563"/>
              </a:xfrm>
              <a:custGeom>
                <a:avLst/>
                <a:gdLst/>
                <a:ahLst/>
                <a:cxnLst/>
                <a:rect l="l" t="t" r="r" b="b"/>
                <a:pathLst>
                  <a:path w="161" h="256">
                    <a:moveTo>
                      <a:pt x="35" y="163"/>
                    </a:moveTo>
                    <a:cubicBezTo>
                      <a:pt x="66" y="144"/>
                      <a:pt x="76" y="104"/>
                      <a:pt x="57" y="73"/>
                    </a:cubicBezTo>
                    <a:cubicBezTo>
                      <a:pt x="53" y="66"/>
                      <a:pt x="48" y="60"/>
                      <a:pt x="42" y="55"/>
                    </a:cubicBezTo>
                    <a:cubicBezTo>
                      <a:pt x="50" y="44"/>
                      <a:pt x="58" y="33"/>
                      <a:pt x="69" y="23"/>
                    </a:cubicBezTo>
                    <a:cubicBezTo>
                      <a:pt x="73" y="18"/>
                      <a:pt x="78" y="14"/>
                      <a:pt x="83" y="10"/>
                    </a:cubicBezTo>
                    <a:cubicBezTo>
                      <a:pt x="85" y="11"/>
                      <a:pt x="87" y="13"/>
                      <a:pt x="89" y="15"/>
                    </a:cubicBezTo>
                    <a:cubicBezTo>
                      <a:pt x="105" y="5"/>
                      <a:pt x="105" y="5"/>
                      <a:pt x="105" y="5"/>
                    </a:cubicBezTo>
                    <a:cubicBezTo>
                      <a:pt x="113" y="0"/>
                      <a:pt x="124" y="3"/>
                      <a:pt x="129" y="11"/>
                    </a:cubicBezTo>
                    <a:cubicBezTo>
                      <a:pt x="145" y="37"/>
                      <a:pt x="145" y="37"/>
                      <a:pt x="145" y="37"/>
                    </a:cubicBezTo>
                    <a:cubicBezTo>
                      <a:pt x="150" y="45"/>
                      <a:pt x="147" y="56"/>
                      <a:pt x="139" y="61"/>
                    </a:cubicBezTo>
                    <a:cubicBezTo>
                      <a:pt x="123" y="71"/>
                      <a:pt x="123" y="71"/>
                      <a:pt x="123" y="71"/>
                    </a:cubicBezTo>
                    <a:cubicBezTo>
                      <a:pt x="127" y="83"/>
                      <a:pt x="128" y="96"/>
                      <a:pt x="128" y="108"/>
                    </a:cubicBezTo>
                    <a:cubicBezTo>
                      <a:pt x="146" y="113"/>
                      <a:pt x="146" y="113"/>
                      <a:pt x="146" y="113"/>
                    </a:cubicBezTo>
                    <a:cubicBezTo>
                      <a:pt x="156" y="116"/>
                      <a:pt x="161" y="126"/>
                      <a:pt x="159" y="135"/>
                    </a:cubicBezTo>
                    <a:cubicBezTo>
                      <a:pt x="150" y="164"/>
                      <a:pt x="150" y="164"/>
                      <a:pt x="150" y="164"/>
                    </a:cubicBezTo>
                    <a:cubicBezTo>
                      <a:pt x="148" y="174"/>
                      <a:pt x="138" y="179"/>
                      <a:pt x="129" y="177"/>
                    </a:cubicBezTo>
                    <a:cubicBezTo>
                      <a:pt x="111" y="171"/>
                      <a:pt x="111" y="171"/>
                      <a:pt x="111" y="171"/>
                    </a:cubicBezTo>
                    <a:cubicBezTo>
                      <a:pt x="106" y="180"/>
                      <a:pt x="100" y="187"/>
                      <a:pt x="93" y="194"/>
                    </a:cubicBezTo>
                    <a:cubicBezTo>
                      <a:pt x="103" y="211"/>
                      <a:pt x="103" y="211"/>
                      <a:pt x="103" y="211"/>
                    </a:cubicBezTo>
                    <a:cubicBezTo>
                      <a:pt x="108" y="219"/>
                      <a:pt x="106" y="230"/>
                      <a:pt x="97" y="235"/>
                    </a:cubicBezTo>
                    <a:cubicBezTo>
                      <a:pt x="71" y="251"/>
                      <a:pt x="71" y="251"/>
                      <a:pt x="71" y="251"/>
                    </a:cubicBezTo>
                    <a:cubicBezTo>
                      <a:pt x="63" y="256"/>
                      <a:pt x="52" y="253"/>
                      <a:pt x="47" y="245"/>
                    </a:cubicBezTo>
                    <a:cubicBezTo>
                      <a:pt x="37" y="229"/>
                      <a:pt x="37" y="229"/>
                      <a:pt x="37" y="229"/>
                    </a:cubicBezTo>
                    <a:cubicBezTo>
                      <a:pt x="28" y="231"/>
                      <a:pt x="18" y="233"/>
                      <a:pt x="8" y="234"/>
                    </a:cubicBezTo>
                    <a:cubicBezTo>
                      <a:pt x="3" y="214"/>
                      <a:pt x="0" y="193"/>
                      <a:pt x="1" y="172"/>
                    </a:cubicBezTo>
                    <a:cubicBezTo>
                      <a:pt x="13" y="172"/>
                      <a:pt x="25" y="169"/>
                      <a:pt x="35" y="163"/>
                    </a:cubicBezTo>
                  </a:path>
                </a:pathLst>
              </a:custGeom>
              <a:solidFill>
                <a:srgbClr val="489AFF">
                  <a:alpha val="100000"/>
                </a:srgbClr>
              </a:solidFill>
              <a:ln>
                <a:headEnd type="none"/>
                <a:tailEnd type="none"/>
              </a:ln>
            </p:spPr>
            <p:txBody>
              <a:bodyPr/>
              <a:lstStyle/>
              <a:p>
                <a:endParaRPr lang="zh-CN" altLang="en-US"/>
              </a:p>
            </p:txBody>
          </p:sp>
          <p:sp>
            <p:nvSpPr>
              <p:cNvPr id="6" name="AutoShape 6"/>
              <p:cNvSpPr/>
              <p:nvPr/>
            </p:nvSpPr>
            <p:spPr>
              <a:xfrm>
                <a:off x="3436938" y="2239963"/>
                <a:ext cx="4437063" cy="3152775"/>
              </a:xfrm>
              <a:custGeom>
                <a:avLst/>
                <a:gdLst/>
                <a:ahLst/>
                <a:cxnLst/>
                <a:rect l="l" t="t" r="r" b="b"/>
                <a:pathLst>
                  <a:path w="619" h="440">
                    <a:moveTo>
                      <a:pt x="592" y="440"/>
                    </a:moveTo>
                    <a:cubicBezTo>
                      <a:pt x="28" y="440"/>
                      <a:pt x="28" y="440"/>
                      <a:pt x="28" y="440"/>
                    </a:cubicBezTo>
                    <a:cubicBezTo>
                      <a:pt x="12" y="440"/>
                      <a:pt x="0" y="428"/>
                      <a:pt x="0" y="412"/>
                    </a:cubicBezTo>
                    <a:cubicBezTo>
                      <a:pt x="0" y="28"/>
                      <a:pt x="0" y="28"/>
                      <a:pt x="0" y="28"/>
                    </a:cubicBezTo>
                    <a:cubicBezTo>
                      <a:pt x="0" y="12"/>
                      <a:pt x="12" y="0"/>
                      <a:pt x="28" y="0"/>
                    </a:cubicBezTo>
                    <a:cubicBezTo>
                      <a:pt x="592" y="0"/>
                      <a:pt x="592" y="0"/>
                      <a:pt x="592" y="0"/>
                    </a:cubicBezTo>
                    <a:cubicBezTo>
                      <a:pt x="607" y="0"/>
                      <a:pt x="619" y="12"/>
                      <a:pt x="619" y="28"/>
                    </a:cubicBezTo>
                    <a:cubicBezTo>
                      <a:pt x="619" y="412"/>
                      <a:pt x="619" y="412"/>
                      <a:pt x="619" y="412"/>
                    </a:cubicBezTo>
                    <a:cubicBezTo>
                      <a:pt x="619" y="428"/>
                      <a:pt x="607" y="440"/>
                      <a:pt x="592" y="440"/>
                    </a:cubicBezTo>
                  </a:path>
                </a:pathLst>
              </a:custGeom>
              <a:solidFill>
                <a:srgbClr val="E3EAFF">
                  <a:alpha val="100000"/>
                </a:srgbClr>
              </a:solidFill>
              <a:ln>
                <a:headEnd type="none"/>
                <a:tailEnd type="none"/>
              </a:ln>
            </p:spPr>
            <p:txBody>
              <a:bodyPr/>
              <a:lstStyle/>
              <a:p>
                <a:endParaRPr lang="zh-CN" altLang="en-US"/>
              </a:p>
            </p:txBody>
          </p:sp>
          <p:sp>
            <p:nvSpPr>
              <p:cNvPr id="7" name="AutoShape 7"/>
              <p:cNvSpPr/>
              <p:nvPr/>
            </p:nvSpPr>
            <p:spPr>
              <a:xfrm>
                <a:off x="3494088" y="2282825"/>
                <a:ext cx="4322763" cy="3067050"/>
              </a:xfrm>
              <a:custGeom>
                <a:avLst/>
                <a:gdLst/>
                <a:ahLst/>
                <a:cxnLst/>
                <a:rect l="l" t="t" r="r" b="b"/>
                <a:pathLst>
                  <a:path w="603" h="428">
                    <a:moveTo>
                      <a:pt x="581" y="428"/>
                    </a:moveTo>
                    <a:cubicBezTo>
                      <a:pt x="22" y="428"/>
                      <a:pt x="22" y="428"/>
                      <a:pt x="22" y="428"/>
                    </a:cubicBezTo>
                    <a:cubicBezTo>
                      <a:pt x="10" y="428"/>
                      <a:pt x="0" y="419"/>
                      <a:pt x="0" y="406"/>
                    </a:cubicBezTo>
                    <a:cubicBezTo>
                      <a:pt x="0" y="22"/>
                      <a:pt x="0" y="22"/>
                      <a:pt x="0" y="22"/>
                    </a:cubicBezTo>
                    <a:cubicBezTo>
                      <a:pt x="0" y="10"/>
                      <a:pt x="10" y="0"/>
                      <a:pt x="22" y="0"/>
                    </a:cubicBezTo>
                    <a:cubicBezTo>
                      <a:pt x="581" y="0"/>
                      <a:pt x="581" y="0"/>
                      <a:pt x="581" y="0"/>
                    </a:cubicBezTo>
                    <a:cubicBezTo>
                      <a:pt x="593" y="0"/>
                      <a:pt x="603" y="10"/>
                      <a:pt x="603" y="22"/>
                    </a:cubicBezTo>
                    <a:cubicBezTo>
                      <a:pt x="603" y="406"/>
                      <a:pt x="603" y="406"/>
                      <a:pt x="603" y="406"/>
                    </a:cubicBezTo>
                    <a:cubicBezTo>
                      <a:pt x="603" y="419"/>
                      <a:pt x="593" y="428"/>
                      <a:pt x="581" y="428"/>
                    </a:cubicBezTo>
                  </a:path>
                </a:pathLst>
              </a:custGeom>
              <a:solidFill>
                <a:srgbClr val="6DB8FF">
                  <a:alpha val="100000"/>
                </a:srgbClr>
              </a:solidFill>
              <a:ln>
                <a:headEnd type="none"/>
                <a:tailEnd type="none"/>
              </a:ln>
            </p:spPr>
            <p:txBody>
              <a:bodyPr/>
              <a:lstStyle/>
              <a:p>
                <a:endParaRPr lang="zh-CN" altLang="en-US"/>
              </a:p>
            </p:txBody>
          </p:sp>
          <p:sp>
            <p:nvSpPr>
              <p:cNvPr id="8" name="AutoShape 8"/>
              <p:cNvSpPr/>
              <p:nvPr/>
            </p:nvSpPr>
            <p:spPr>
              <a:xfrm>
                <a:off x="3679826" y="2425700"/>
                <a:ext cx="3949700" cy="2659063"/>
              </a:xfrm>
              <a:custGeom>
                <a:avLst/>
                <a:gdLst/>
                <a:ahLst/>
                <a:cxnLst/>
                <a:rect l="l" t="t" r="r" b="b"/>
                <a:pathLst>
                  <a:path w="551" h="371">
                    <a:moveTo>
                      <a:pt x="538" y="371"/>
                    </a:moveTo>
                    <a:cubicBezTo>
                      <a:pt x="14" y="371"/>
                      <a:pt x="14" y="371"/>
                      <a:pt x="14" y="371"/>
                    </a:cubicBezTo>
                    <a:cubicBezTo>
                      <a:pt x="6" y="371"/>
                      <a:pt x="0" y="364"/>
                      <a:pt x="0" y="357"/>
                    </a:cubicBezTo>
                    <a:cubicBezTo>
                      <a:pt x="0" y="14"/>
                      <a:pt x="0" y="14"/>
                      <a:pt x="0" y="14"/>
                    </a:cubicBezTo>
                    <a:cubicBezTo>
                      <a:pt x="0" y="6"/>
                      <a:pt x="6" y="0"/>
                      <a:pt x="14" y="0"/>
                    </a:cubicBezTo>
                    <a:cubicBezTo>
                      <a:pt x="538" y="0"/>
                      <a:pt x="538" y="0"/>
                      <a:pt x="538" y="0"/>
                    </a:cubicBezTo>
                    <a:cubicBezTo>
                      <a:pt x="545" y="0"/>
                      <a:pt x="551" y="6"/>
                      <a:pt x="551" y="14"/>
                    </a:cubicBezTo>
                    <a:cubicBezTo>
                      <a:pt x="551" y="357"/>
                      <a:pt x="551" y="357"/>
                      <a:pt x="551" y="357"/>
                    </a:cubicBezTo>
                    <a:cubicBezTo>
                      <a:pt x="551" y="364"/>
                      <a:pt x="545" y="371"/>
                      <a:pt x="538" y="371"/>
                    </a:cubicBezTo>
                  </a:path>
                </a:pathLst>
              </a:custGeom>
              <a:solidFill>
                <a:srgbClr val="2F6DFF">
                  <a:alpha val="100000"/>
                </a:srgbClr>
              </a:solidFill>
              <a:ln>
                <a:headEnd type="none"/>
                <a:tailEnd type="none"/>
              </a:ln>
            </p:spPr>
            <p:txBody>
              <a:bodyPr/>
              <a:lstStyle/>
              <a:p>
                <a:endParaRPr lang="zh-CN" altLang="en-US"/>
              </a:p>
            </p:txBody>
          </p:sp>
          <p:sp>
            <p:nvSpPr>
              <p:cNvPr id="9" name="AutoShape 9"/>
              <p:cNvSpPr/>
              <p:nvPr/>
            </p:nvSpPr>
            <p:spPr>
              <a:xfrm>
                <a:off x="3306763" y="5227638"/>
                <a:ext cx="4695825" cy="250825"/>
              </a:xfrm>
              <a:custGeom>
                <a:avLst/>
                <a:gdLst/>
                <a:ahLst/>
                <a:cxnLst/>
                <a:rect l="l" t="t" r="r" b="b"/>
                <a:pathLst>
                  <a:path w="655" h="35">
                    <a:moveTo>
                      <a:pt x="3" y="0"/>
                    </a:moveTo>
                    <a:cubicBezTo>
                      <a:pt x="1" y="4"/>
                      <a:pt x="0" y="7"/>
                      <a:pt x="0" y="11"/>
                    </a:cubicBezTo>
                    <a:cubicBezTo>
                      <a:pt x="0" y="24"/>
                      <a:pt x="10" y="35"/>
                      <a:pt x="23" y="35"/>
                    </a:cubicBezTo>
                    <a:cubicBezTo>
                      <a:pt x="632" y="35"/>
                      <a:pt x="632" y="35"/>
                      <a:pt x="632" y="35"/>
                    </a:cubicBezTo>
                    <a:cubicBezTo>
                      <a:pt x="645" y="35"/>
                      <a:pt x="655" y="24"/>
                      <a:pt x="655" y="11"/>
                    </a:cubicBezTo>
                    <a:cubicBezTo>
                      <a:pt x="655" y="7"/>
                      <a:pt x="654" y="4"/>
                      <a:pt x="652" y="0"/>
                    </a:cubicBezTo>
                    <a:lnTo>
                      <a:pt x="3" y="0"/>
                    </a:lnTo>
                    <a:close/>
                  </a:path>
                </a:pathLst>
              </a:custGeom>
              <a:solidFill>
                <a:srgbClr val="E3EAFF">
                  <a:alpha val="100000"/>
                </a:srgbClr>
              </a:solidFill>
              <a:ln>
                <a:headEnd type="none"/>
                <a:tailEnd type="none"/>
              </a:ln>
            </p:spPr>
            <p:txBody>
              <a:bodyPr/>
              <a:lstStyle/>
              <a:p>
                <a:endParaRPr lang="zh-CN" altLang="en-US"/>
              </a:p>
            </p:txBody>
          </p:sp>
          <p:sp>
            <p:nvSpPr>
              <p:cNvPr id="10" name="AutoShape 10"/>
              <p:cNvSpPr/>
              <p:nvPr/>
            </p:nvSpPr>
            <p:spPr>
              <a:xfrm>
                <a:off x="3328988" y="5384800"/>
                <a:ext cx="4651375" cy="93663"/>
              </a:xfrm>
              <a:custGeom>
                <a:avLst/>
                <a:gdLst/>
                <a:ahLst/>
                <a:cxnLst/>
                <a:rect l="l" t="t" r="r" b="b"/>
                <a:pathLst>
                  <a:path w="649" h="13">
                    <a:moveTo>
                      <a:pt x="0" y="0"/>
                    </a:moveTo>
                    <a:cubicBezTo>
                      <a:pt x="4" y="8"/>
                      <a:pt x="11" y="13"/>
                      <a:pt x="20" y="13"/>
                    </a:cubicBezTo>
                    <a:cubicBezTo>
                      <a:pt x="629" y="13"/>
                      <a:pt x="629" y="13"/>
                      <a:pt x="629" y="13"/>
                    </a:cubicBezTo>
                    <a:cubicBezTo>
                      <a:pt x="638" y="13"/>
                      <a:pt x="646" y="8"/>
                      <a:pt x="649" y="0"/>
                    </a:cubicBezTo>
                    <a:lnTo>
                      <a:pt x="0" y="0"/>
                    </a:lnTo>
                    <a:close/>
                  </a:path>
                </a:pathLst>
              </a:custGeom>
              <a:solidFill>
                <a:srgbClr val="C8D6F2">
                  <a:alpha val="100000"/>
                </a:srgbClr>
              </a:solidFill>
              <a:ln>
                <a:headEnd type="none"/>
                <a:tailEnd type="none"/>
              </a:ln>
            </p:spPr>
            <p:txBody>
              <a:bodyPr/>
              <a:lstStyle/>
              <a:p>
                <a:endParaRPr lang="zh-CN" altLang="en-US"/>
              </a:p>
            </p:txBody>
          </p:sp>
          <p:sp>
            <p:nvSpPr>
              <p:cNvPr id="11" name="AutoShape 11"/>
              <p:cNvSpPr/>
              <p:nvPr/>
            </p:nvSpPr>
            <p:spPr>
              <a:xfrm>
                <a:off x="4711701" y="2239963"/>
                <a:ext cx="3162300" cy="2055813"/>
              </a:xfrm>
              <a:custGeom>
                <a:avLst/>
                <a:gdLst/>
                <a:ahLst/>
                <a:cxnLst/>
                <a:rect l="l" t="t" r="r" b="b"/>
                <a:pathLst>
                  <a:path w="1992" h="1295">
                    <a:moveTo>
                      <a:pt x="1992" y="1241"/>
                    </a:moveTo>
                    <a:lnTo>
                      <a:pt x="1956" y="1241"/>
                    </a:lnTo>
                    <a:lnTo>
                      <a:pt x="1956" y="1295"/>
                    </a:lnTo>
                    <a:lnTo>
                      <a:pt x="1992" y="1295"/>
                    </a:lnTo>
                    <a:lnTo>
                      <a:pt x="1992" y="1241"/>
                    </a:lnTo>
                    <a:close/>
                    <a:moveTo>
                      <a:pt x="73" y="0"/>
                    </a:moveTo>
                    <a:lnTo>
                      <a:pt x="0" y="0"/>
                    </a:lnTo>
                    <a:lnTo>
                      <a:pt x="0" y="27"/>
                    </a:lnTo>
                    <a:lnTo>
                      <a:pt x="73" y="27"/>
                    </a:lnTo>
                    <a:lnTo>
                      <a:pt x="73" y="0"/>
                    </a:lnTo>
                    <a:close/>
                  </a:path>
                </a:pathLst>
              </a:custGeom>
              <a:solidFill>
                <a:srgbClr val="C1C7DF">
                  <a:alpha val="100000"/>
                </a:srgbClr>
              </a:solidFill>
              <a:ln>
                <a:headEnd type="none"/>
                <a:tailEnd type="none"/>
              </a:ln>
            </p:spPr>
            <p:txBody>
              <a:bodyPr/>
              <a:lstStyle/>
              <a:p>
                <a:endParaRPr lang="zh-CN" altLang="en-US"/>
              </a:p>
            </p:txBody>
          </p:sp>
          <p:sp>
            <p:nvSpPr>
              <p:cNvPr id="12" name="AutoShape 12"/>
              <p:cNvSpPr/>
              <p:nvPr/>
            </p:nvSpPr>
            <p:spPr>
              <a:xfrm>
                <a:off x="4711701" y="2239963"/>
                <a:ext cx="3162300" cy="2055813"/>
              </a:xfrm>
              <a:custGeom>
                <a:avLst/>
                <a:gdLst/>
                <a:ahLst/>
                <a:cxnLst/>
                <a:rect l="l" t="t" r="r" b="b"/>
                <a:pathLst>
                  <a:path w="1992" h="1295">
                    <a:moveTo>
                      <a:pt x="1992" y="1241"/>
                    </a:moveTo>
                    <a:lnTo>
                      <a:pt x="1956" y="1241"/>
                    </a:lnTo>
                    <a:lnTo>
                      <a:pt x="1956" y="1295"/>
                    </a:lnTo>
                    <a:lnTo>
                      <a:pt x="1992" y="1295"/>
                    </a:lnTo>
                    <a:lnTo>
                      <a:pt x="1992" y="1241"/>
                    </a:lnTo>
                    <a:moveTo>
                      <a:pt x="73" y="0"/>
                    </a:moveTo>
                    <a:lnTo>
                      <a:pt x="0" y="0"/>
                    </a:lnTo>
                    <a:lnTo>
                      <a:pt x="0" y="27"/>
                    </a:lnTo>
                    <a:lnTo>
                      <a:pt x="73" y="27"/>
                    </a:lnTo>
                    <a:lnTo>
                      <a:pt x="73" y="0"/>
                    </a:lnTo>
                  </a:path>
                </a:pathLst>
              </a:custGeom>
              <a:ln>
                <a:headEnd type="none"/>
                <a:tailEnd type="none"/>
              </a:ln>
            </p:spPr>
            <p:txBody>
              <a:bodyPr/>
              <a:lstStyle/>
              <a:p>
                <a:endParaRPr lang="zh-CN" altLang="en-US"/>
              </a:p>
            </p:txBody>
          </p:sp>
          <p:sp>
            <p:nvSpPr>
              <p:cNvPr id="13" name="AutoShape 13"/>
              <p:cNvSpPr/>
              <p:nvPr/>
            </p:nvSpPr>
            <p:spPr>
              <a:xfrm>
                <a:off x="4711701" y="2282825"/>
                <a:ext cx="3105150" cy="2012950"/>
              </a:xfrm>
              <a:custGeom>
                <a:avLst/>
                <a:gdLst/>
                <a:ahLst/>
                <a:cxnLst/>
                <a:rect l="l" t="t" r="r" b="b"/>
                <a:pathLst>
                  <a:path w="1956" h="1268">
                    <a:moveTo>
                      <a:pt x="1956" y="1214"/>
                    </a:moveTo>
                    <a:lnTo>
                      <a:pt x="1838" y="1214"/>
                    </a:lnTo>
                    <a:lnTo>
                      <a:pt x="1838" y="1268"/>
                    </a:lnTo>
                    <a:lnTo>
                      <a:pt x="1956" y="1268"/>
                    </a:lnTo>
                    <a:lnTo>
                      <a:pt x="1956" y="1214"/>
                    </a:lnTo>
                    <a:close/>
                    <a:moveTo>
                      <a:pt x="73" y="0"/>
                    </a:moveTo>
                    <a:lnTo>
                      <a:pt x="0" y="0"/>
                    </a:lnTo>
                    <a:lnTo>
                      <a:pt x="0" y="90"/>
                    </a:lnTo>
                    <a:lnTo>
                      <a:pt x="73" y="90"/>
                    </a:lnTo>
                    <a:lnTo>
                      <a:pt x="73" y="0"/>
                    </a:lnTo>
                    <a:close/>
                  </a:path>
                </a:pathLst>
              </a:custGeom>
              <a:solidFill>
                <a:srgbClr val="5D9DDF">
                  <a:alpha val="100000"/>
                </a:srgbClr>
              </a:solidFill>
              <a:ln>
                <a:headEnd type="none"/>
                <a:tailEnd type="none"/>
              </a:ln>
            </p:spPr>
            <p:txBody>
              <a:bodyPr/>
              <a:lstStyle/>
              <a:p>
                <a:endParaRPr lang="zh-CN" altLang="en-US"/>
              </a:p>
            </p:txBody>
          </p:sp>
          <p:sp>
            <p:nvSpPr>
              <p:cNvPr id="14" name="AutoShape 14"/>
              <p:cNvSpPr/>
              <p:nvPr/>
            </p:nvSpPr>
            <p:spPr>
              <a:xfrm>
                <a:off x="4711701" y="2282825"/>
                <a:ext cx="3105150" cy="2012950"/>
              </a:xfrm>
              <a:custGeom>
                <a:avLst/>
                <a:gdLst/>
                <a:ahLst/>
                <a:cxnLst/>
                <a:rect l="l" t="t" r="r" b="b"/>
                <a:pathLst>
                  <a:path w="1956" h="1268">
                    <a:moveTo>
                      <a:pt x="1956" y="1214"/>
                    </a:moveTo>
                    <a:lnTo>
                      <a:pt x="1838" y="1214"/>
                    </a:lnTo>
                    <a:lnTo>
                      <a:pt x="1838" y="1268"/>
                    </a:lnTo>
                    <a:lnTo>
                      <a:pt x="1956" y="1268"/>
                    </a:lnTo>
                    <a:lnTo>
                      <a:pt x="1956" y="1214"/>
                    </a:lnTo>
                    <a:moveTo>
                      <a:pt x="73" y="0"/>
                    </a:moveTo>
                    <a:lnTo>
                      <a:pt x="0" y="0"/>
                    </a:lnTo>
                    <a:lnTo>
                      <a:pt x="0" y="90"/>
                    </a:lnTo>
                    <a:lnTo>
                      <a:pt x="73" y="90"/>
                    </a:lnTo>
                    <a:lnTo>
                      <a:pt x="73" y="0"/>
                    </a:lnTo>
                  </a:path>
                </a:pathLst>
              </a:custGeom>
              <a:ln>
                <a:headEnd type="none"/>
                <a:tailEnd type="none"/>
              </a:ln>
            </p:spPr>
            <p:txBody>
              <a:bodyPr/>
              <a:lstStyle/>
              <a:p>
                <a:endParaRPr lang="zh-CN" altLang="en-US"/>
              </a:p>
            </p:txBody>
          </p:sp>
          <p:sp>
            <p:nvSpPr>
              <p:cNvPr id="15" name="AutoShape 15"/>
              <p:cNvSpPr/>
              <p:nvPr/>
            </p:nvSpPr>
            <p:spPr>
              <a:xfrm>
                <a:off x="4711701" y="2425700"/>
                <a:ext cx="2917825" cy="1870075"/>
              </a:xfrm>
              <a:custGeom>
                <a:avLst/>
                <a:gdLst/>
                <a:ahLst/>
                <a:cxnLst/>
                <a:rect l="l" t="t" r="r" b="b"/>
                <a:pathLst>
                  <a:path w="407" h="261">
                    <a:moveTo>
                      <a:pt x="16" y="0"/>
                    </a:moveTo>
                    <a:cubicBezTo>
                      <a:pt x="0" y="0"/>
                      <a:pt x="0" y="0"/>
                      <a:pt x="0" y="0"/>
                    </a:cubicBezTo>
                    <a:cubicBezTo>
                      <a:pt x="0" y="250"/>
                      <a:pt x="0" y="250"/>
                      <a:pt x="0" y="250"/>
                    </a:cubicBezTo>
                    <a:cubicBezTo>
                      <a:pt x="0" y="256"/>
                      <a:pt x="5" y="261"/>
                      <a:pt x="11" y="261"/>
                    </a:cubicBezTo>
                    <a:cubicBezTo>
                      <a:pt x="407" y="261"/>
                      <a:pt x="407" y="261"/>
                      <a:pt x="407" y="261"/>
                    </a:cubicBezTo>
                    <a:cubicBezTo>
                      <a:pt x="407" y="249"/>
                      <a:pt x="407" y="249"/>
                      <a:pt x="407" y="249"/>
                    </a:cubicBezTo>
                    <a:cubicBezTo>
                      <a:pt x="27" y="249"/>
                      <a:pt x="27" y="249"/>
                      <a:pt x="27" y="249"/>
                    </a:cubicBezTo>
                    <a:cubicBezTo>
                      <a:pt x="21" y="249"/>
                      <a:pt x="16" y="244"/>
                      <a:pt x="16" y="238"/>
                    </a:cubicBezTo>
                    <a:cubicBezTo>
                      <a:pt x="16" y="0"/>
                      <a:pt x="16" y="0"/>
                      <a:pt x="16" y="0"/>
                    </a:cubicBezTo>
                  </a:path>
                </a:pathLst>
              </a:custGeom>
              <a:solidFill>
                <a:srgbClr val="285DDF">
                  <a:alpha val="100000"/>
                </a:srgbClr>
              </a:solidFill>
              <a:ln>
                <a:headEnd type="none"/>
                <a:tailEnd type="none"/>
              </a:ln>
            </p:spPr>
            <p:txBody>
              <a:bodyPr/>
              <a:lstStyle/>
              <a:p>
                <a:endParaRPr lang="zh-CN" altLang="en-US"/>
              </a:p>
            </p:txBody>
          </p:sp>
          <p:sp>
            <p:nvSpPr>
              <p:cNvPr id="16" name="AutoShape 16"/>
              <p:cNvSpPr/>
              <p:nvPr/>
            </p:nvSpPr>
            <p:spPr>
              <a:xfrm>
                <a:off x="4827588" y="2009775"/>
                <a:ext cx="3462338" cy="2200275"/>
              </a:xfrm>
              <a:custGeom>
                <a:avLst/>
                <a:gdLst/>
                <a:ahLst/>
                <a:cxnLst/>
                <a:rect l="l" t="t" r="r" b="b"/>
                <a:pathLst>
                  <a:path w="482" h="307">
                    <a:moveTo>
                      <a:pt x="472" y="0"/>
                    </a:moveTo>
                    <a:cubicBezTo>
                      <a:pt x="11" y="0"/>
                      <a:pt x="11" y="0"/>
                      <a:pt x="11" y="0"/>
                    </a:cubicBezTo>
                    <a:cubicBezTo>
                      <a:pt x="5" y="0"/>
                      <a:pt x="0" y="5"/>
                      <a:pt x="0" y="11"/>
                    </a:cubicBezTo>
                    <a:cubicBezTo>
                      <a:pt x="0" y="32"/>
                      <a:pt x="0" y="32"/>
                      <a:pt x="0" y="32"/>
                    </a:cubicBezTo>
                    <a:cubicBezTo>
                      <a:pt x="398" y="32"/>
                      <a:pt x="398" y="32"/>
                      <a:pt x="398" y="32"/>
                    </a:cubicBezTo>
                    <a:cubicBezTo>
                      <a:pt x="413" y="32"/>
                      <a:pt x="425" y="44"/>
                      <a:pt x="425" y="60"/>
                    </a:cubicBezTo>
                    <a:cubicBezTo>
                      <a:pt x="425" y="307"/>
                      <a:pt x="425" y="307"/>
                      <a:pt x="425" y="307"/>
                    </a:cubicBezTo>
                    <a:cubicBezTo>
                      <a:pt x="466" y="307"/>
                      <a:pt x="466" y="307"/>
                      <a:pt x="466" y="307"/>
                    </a:cubicBezTo>
                    <a:cubicBezTo>
                      <a:pt x="466" y="306"/>
                      <a:pt x="466" y="306"/>
                      <a:pt x="465" y="306"/>
                    </a:cubicBezTo>
                    <a:cubicBezTo>
                      <a:pt x="461" y="299"/>
                      <a:pt x="456" y="293"/>
                      <a:pt x="450" y="288"/>
                    </a:cubicBezTo>
                    <a:cubicBezTo>
                      <a:pt x="458" y="277"/>
                      <a:pt x="466" y="266"/>
                      <a:pt x="477" y="256"/>
                    </a:cubicBezTo>
                    <a:cubicBezTo>
                      <a:pt x="479" y="254"/>
                      <a:pt x="481" y="252"/>
                      <a:pt x="483" y="250"/>
                    </a:cubicBezTo>
                    <a:cubicBezTo>
                      <a:pt x="483" y="11"/>
                      <a:pt x="483" y="11"/>
                      <a:pt x="483" y="11"/>
                    </a:cubicBezTo>
                    <a:cubicBezTo>
                      <a:pt x="483" y="5"/>
                      <a:pt x="479" y="0"/>
                      <a:pt x="472" y="0"/>
                    </a:cubicBezTo>
                  </a:path>
                </a:pathLst>
              </a:custGeom>
              <a:solidFill>
                <a:srgbClr val="F9FBFF">
                  <a:alpha val="100000"/>
                </a:srgbClr>
              </a:solidFill>
              <a:ln>
                <a:headEnd type="none"/>
                <a:tailEnd type="none"/>
              </a:ln>
            </p:spPr>
            <p:txBody>
              <a:bodyPr/>
              <a:lstStyle/>
              <a:p>
                <a:endParaRPr lang="zh-CN" altLang="en-US"/>
              </a:p>
            </p:txBody>
          </p:sp>
          <p:sp>
            <p:nvSpPr>
              <p:cNvPr id="17" name="AutoShape 17"/>
              <p:cNvSpPr/>
              <p:nvPr/>
            </p:nvSpPr>
            <p:spPr>
              <a:xfrm>
                <a:off x="8053388" y="3802063"/>
                <a:ext cx="236538" cy="407988"/>
              </a:xfrm>
              <a:custGeom>
                <a:avLst/>
                <a:gdLst/>
                <a:ahLst/>
                <a:cxnLst/>
                <a:rect l="l" t="t" r="r" b="b"/>
                <a:pathLst>
                  <a:path w="33" h="57">
                    <a:moveTo>
                      <a:pt x="33" y="0"/>
                    </a:moveTo>
                    <a:cubicBezTo>
                      <a:pt x="31" y="2"/>
                      <a:pt x="29" y="4"/>
                      <a:pt x="27" y="6"/>
                    </a:cubicBezTo>
                    <a:cubicBezTo>
                      <a:pt x="16" y="16"/>
                      <a:pt x="8" y="27"/>
                      <a:pt x="0" y="38"/>
                    </a:cubicBezTo>
                    <a:cubicBezTo>
                      <a:pt x="6" y="43"/>
                      <a:pt x="11" y="49"/>
                      <a:pt x="15" y="56"/>
                    </a:cubicBezTo>
                    <a:cubicBezTo>
                      <a:pt x="16" y="56"/>
                      <a:pt x="16" y="56"/>
                      <a:pt x="16" y="57"/>
                    </a:cubicBezTo>
                    <a:cubicBezTo>
                      <a:pt x="22" y="57"/>
                      <a:pt x="22" y="57"/>
                      <a:pt x="22" y="57"/>
                    </a:cubicBezTo>
                    <a:cubicBezTo>
                      <a:pt x="29" y="57"/>
                      <a:pt x="33" y="52"/>
                      <a:pt x="33" y="46"/>
                    </a:cubicBezTo>
                    <a:cubicBezTo>
                      <a:pt x="33" y="0"/>
                      <a:pt x="33" y="0"/>
                      <a:pt x="33" y="0"/>
                    </a:cubicBezTo>
                  </a:path>
                </a:pathLst>
              </a:custGeom>
              <a:solidFill>
                <a:srgbClr val="69ABFF">
                  <a:alpha val="100000"/>
                </a:srgbClr>
              </a:solidFill>
              <a:ln>
                <a:headEnd type="none"/>
                <a:tailEnd type="none"/>
              </a:ln>
            </p:spPr>
            <p:txBody>
              <a:bodyPr/>
              <a:lstStyle/>
              <a:p>
                <a:endParaRPr lang="zh-CN" altLang="en-US"/>
              </a:p>
            </p:txBody>
          </p:sp>
          <p:sp>
            <p:nvSpPr>
              <p:cNvPr id="18" name="AutoShape 18"/>
              <p:cNvSpPr/>
              <p:nvPr/>
            </p:nvSpPr>
            <p:spPr>
              <a:xfrm>
                <a:off x="4827588" y="2239963"/>
                <a:ext cx="3046413" cy="1970088"/>
              </a:xfrm>
              <a:custGeom>
                <a:avLst/>
                <a:gdLst/>
                <a:ahLst/>
                <a:cxnLst/>
                <a:rect l="l" t="t" r="r" b="b"/>
                <a:pathLst>
                  <a:path w="425" h="275">
                    <a:moveTo>
                      <a:pt x="398" y="0"/>
                    </a:moveTo>
                    <a:cubicBezTo>
                      <a:pt x="0" y="0"/>
                      <a:pt x="0" y="0"/>
                      <a:pt x="0" y="0"/>
                    </a:cubicBezTo>
                    <a:cubicBezTo>
                      <a:pt x="0" y="6"/>
                      <a:pt x="0" y="6"/>
                      <a:pt x="0" y="6"/>
                    </a:cubicBezTo>
                    <a:cubicBezTo>
                      <a:pt x="395" y="6"/>
                      <a:pt x="395" y="6"/>
                      <a:pt x="395" y="6"/>
                    </a:cubicBezTo>
                    <a:cubicBezTo>
                      <a:pt x="407" y="6"/>
                      <a:pt x="417" y="16"/>
                      <a:pt x="417" y="28"/>
                    </a:cubicBezTo>
                    <a:cubicBezTo>
                      <a:pt x="417" y="275"/>
                      <a:pt x="417" y="275"/>
                      <a:pt x="417" y="275"/>
                    </a:cubicBezTo>
                    <a:cubicBezTo>
                      <a:pt x="425" y="275"/>
                      <a:pt x="425" y="275"/>
                      <a:pt x="425" y="275"/>
                    </a:cubicBezTo>
                    <a:cubicBezTo>
                      <a:pt x="425" y="28"/>
                      <a:pt x="425" y="28"/>
                      <a:pt x="425" y="28"/>
                    </a:cubicBezTo>
                    <a:cubicBezTo>
                      <a:pt x="425" y="12"/>
                      <a:pt x="413" y="0"/>
                      <a:pt x="398" y="0"/>
                    </a:cubicBezTo>
                  </a:path>
                </a:pathLst>
              </a:custGeom>
              <a:solidFill>
                <a:srgbClr val="C8CEE6">
                  <a:alpha val="100000"/>
                </a:srgbClr>
              </a:solidFill>
              <a:ln>
                <a:headEnd type="none"/>
                <a:tailEnd type="none"/>
              </a:ln>
            </p:spPr>
            <p:txBody>
              <a:bodyPr/>
              <a:lstStyle/>
              <a:p>
                <a:endParaRPr lang="zh-CN" altLang="en-US"/>
              </a:p>
            </p:txBody>
          </p:sp>
          <p:sp>
            <p:nvSpPr>
              <p:cNvPr id="19" name="AutoShape 19"/>
              <p:cNvSpPr/>
              <p:nvPr/>
            </p:nvSpPr>
            <p:spPr>
              <a:xfrm>
                <a:off x="4827588" y="2282825"/>
                <a:ext cx="2989263" cy="1927225"/>
              </a:xfrm>
              <a:custGeom>
                <a:avLst/>
                <a:gdLst/>
                <a:ahLst/>
                <a:cxnLst/>
                <a:rect l="l" t="t" r="r" b="b"/>
                <a:pathLst>
                  <a:path w="417" h="269">
                    <a:moveTo>
                      <a:pt x="395" y="0"/>
                    </a:moveTo>
                    <a:cubicBezTo>
                      <a:pt x="0" y="0"/>
                      <a:pt x="0" y="0"/>
                      <a:pt x="0" y="0"/>
                    </a:cubicBezTo>
                    <a:cubicBezTo>
                      <a:pt x="0" y="20"/>
                      <a:pt x="0" y="20"/>
                      <a:pt x="0" y="20"/>
                    </a:cubicBezTo>
                    <a:cubicBezTo>
                      <a:pt x="378" y="20"/>
                      <a:pt x="378" y="20"/>
                      <a:pt x="378" y="20"/>
                    </a:cubicBezTo>
                    <a:cubicBezTo>
                      <a:pt x="385" y="20"/>
                      <a:pt x="391" y="26"/>
                      <a:pt x="391" y="34"/>
                    </a:cubicBezTo>
                    <a:cubicBezTo>
                      <a:pt x="391" y="269"/>
                      <a:pt x="391" y="269"/>
                      <a:pt x="391" y="269"/>
                    </a:cubicBezTo>
                    <a:cubicBezTo>
                      <a:pt x="417" y="269"/>
                      <a:pt x="417" y="269"/>
                      <a:pt x="417" y="269"/>
                    </a:cubicBezTo>
                    <a:cubicBezTo>
                      <a:pt x="417" y="22"/>
                      <a:pt x="417" y="22"/>
                      <a:pt x="417" y="22"/>
                    </a:cubicBezTo>
                    <a:cubicBezTo>
                      <a:pt x="417" y="10"/>
                      <a:pt x="407" y="0"/>
                      <a:pt x="395" y="0"/>
                    </a:cubicBezTo>
                  </a:path>
                </a:pathLst>
              </a:custGeom>
              <a:solidFill>
                <a:srgbClr val="79ADE6">
                  <a:alpha val="100000"/>
                </a:srgbClr>
              </a:solidFill>
              <a:ln>
                <a:headEnd type="none"/>
                <a:tailEnd type="none"/>
              </a:ln>
            </p:spPr>
            <p:txBody>
              <a:bodyPr/>
              <a:lstStyle/>
              <a:p>
                <a:endParaRPr lang="zh-CN" altLang="en-US"/>
              </a:p>
            </p:txBody>
          </p:sp>
          <p:sp>
            <p:nvSpPr>
              <p:cNvPr id="20" name="AutoShape 20"/>
              <p:cNvSpPr/>
              <p:nvPr/>
            </p:nvSpPr>
            <p:spPr>
              <a:xfrm>
                <a:off x="4827588" y="2425700"/>
                <a:ext cx="2801938" cy="1784350"/>
              </a:xfrm>
              <a:custGeom>
                <a:avLst/>
                <a:gdLst/>
                <a:ahLst/>
                <a:cxnLst/>
                <a:rect l="l" t="t" r="r" b="b"/>
                <a:pathLst>
                  <a:path w="391" h="249">
                    <a:moveTo>
                      <a:pt x="378" y="0"/>
                    </a:moveTo>
                    <a:cubicBezTo>
                      <a:pt x="0" y="0"/>
                      <a:pt x="0" y="0"/>
                      <a:pt x="0" y="0"/>
                    </a:cubicBezTo>
                    <a:cubicBezTo>
                      <a:pt x="0" y="238"/>
                      <a:pt x="0" y="238"/>
                      <a:pt x="0" y="238"/>
                    </a:cubicBezTo>
                    <a:cubicBezTo>
                      <a:pt x="0" y="244"/>
                      <a:pt x="5" y="249"/>
                      <a:pt x="11" y="249"/>
                    </a:cubicBezTo>
                    <a:cubicBezTo>
                      <a:pt x="391" y="249"/>
                      <a:pt x="391" y="249"/>
                      <a:pt x="391" y="249"/>
                    </a:cubicBezTo>
                    <a:cubicBezTo>
                      <a:pt x="391" y="14"/>
                      <a:pt x="391" y="14"/>
                      <a:pt x="391" y="14"/>
                    </a:cubicBezTo>
                    <a:cubicBezTo>
                      <a:pt x="391" y="6"/>
                      <a:pt x="385" y="0"/>
                      <a:pt x="378" y="0"/>
                    </a:cubicBezTo>
                  </a:path>
                </a:pathLst>
              </a:custGeom>
              <a:solidFill>
                <a:srgbClr val="507BE6">
                  <a:alpha val="100000"/>
                </a:srgbClr>
              </a:solidFill>
              <a:ln>
                <a:headEnd type="none"/>
                <a:tailEnd type="none"/>
              </a:ln>
            </p:spPr>
            <p:txBody>
              <a:bodyPr/>
              <a:lstStyle/>
              <a:p>
                <a:endParaRPr lang="zh-CN" altLang="en-US"/>
              </a:p>
            </p:txBody>
          </p:sp>
          <p:sp>
            <p:nvSpPr>
              <p:cNvPr id="21" name="AutoShape 21"/>
              <p:cNvSpPr/>
              <p:nvPr/>
            </p:nvSpPr>
            <p:spPr>
              <a:xfrm>
                <a:off x="4962526" y="1858963"/>
                <a:ext cx="3470275" cy="2200275"/>
              </a:xfrm>
              <a:custGeom>
                <a:avLst/>
                <a:gdLst/>
                <a:ahLst/>
                <a:cxnLst/>
                <a:rect l="l" t="t" r="r" b="b"/>
                <a:pathLst>
                  <a:path w="483" h="307">
                    <a:moveTo>
                      <a:pt x="473" y="307"/>
                    </a:moveTo>
                    <a:cubicBezTo>
                      <a:pt x="11" y="307"/>
                      <a:pt x="11" y="307"/>
                      <a:pt x="11" y="307"/>
                    </a:cubicBezTo>
                    <a:cubicBezTo>
                      <a:pt x="5" y="307"/>
                      <a:pt x="0" y="302"/>
                      <a:pt x="0" y="296"/>
                    </a:cubicBezTo>
                    <a:cubicBezTo>
                      <a:pt x="0" y="11"/>
                      <a:pt x="0" y="11"/>
                      <a:pt x="0" y="11"/>
                    </a:cubicBezTo>
                    <a:cubicBezTo>
                      <a:pt x="0" y="5"/>
                      <a:pt x="5" y="0"/>
                      <a:pt x="11" y="0"/>
                    </a:cubicBezTo>
                    <a:cubicBezTo>
                      <a:pt x="473" y="0"/>
                      <a:pt x="473" y="0"/>
                      <a:pt x="473" y="0"/>
                    </a:cubicBezTo>
                    <a:cubicBezTo>
                      <a:pt x="479" y="0"/>
                      <a:pt x="484" y="5"/>
                      <a:pt x="484" y="11"/>
                    </a:cubicBezTo>
                    <a:cubicBezTo>
                      <a:pt x="484" y="296"/>
                      <a:pt x="484" y="296"/>
                      <a:pt x="484" y="296"/>
                    </a:cubicBezTo>
                    <a:cubicBezTo>
                      <a:pt x="484" y="302"/>
                      <a:pt x="479" y="307"/>
                      <a:pt x="473" y="307"/>
                    </a:cubicBezTo>
                    <a:close/>
                  </a:path>
                </a:pathLst>
              </a:custGeom>
              <a:solidFill>
                <a:srgbClr val="F9FBFC">
                  <a:alpha val="100000"/>
                </a:srgbClr>
              </a:solidFill>
              <a:ln>
                <a:headEnd type="none"/>
                <a:tailEnd type="none"/>
              </a:ln>
            </p:spPr>
            <p:txBody>
              <a:bodyPr/>
              <a:lstStyle/>
              <a:p>
                <a:endParaRPr lang="zh-CN" altLang="en-US"/>
              </a:p>
            </p:txBody>
          </p:sp>
          <p:sp>
            <p:nvSpPr>
              <p:cNvPr id="22" name="AutoShape 22"/>
              <p:cNvSpPr/>
              <p:nvPr/>
            </p:nvSpPr>
            <p:spPr>
              <a:xfrm>
                <a:off x="3924301" y="2890838"/>
                <a:ext cx="450850" cy="473075"/>
              </a:xfrm>
              <a:custGeom>
                <a:avLst/>
                <a:gdLst/>
                <a:ahLst/>
                <a:cxnLst/>
                <a:rect l="l" t="t" r="r" b="b"/>
                <a:pathLst>
                  <a:path w="62" h="66">
                    <a:moveTo>
                      <a:pt x="56" y="0"/>
                    </a:moveTo>
                    <a:cubicBezTo>
                      <a:pt x="7" y="0"/>
                      <a:pt x="7" y="0"/>
                      <a:pt x="7" y="0"/>
                    </a:cubicBezTo>
                    <a:cubicBezTo>
                      <a:pt x="3" y="0"/>
                      <a:pt x="0" y="3"/>
                      <a:pt x="0" y="7"/>
                    </a:cubicBezTo>
                    <a:cubicBezTo>
                      <a:pt x="0" y="59"/>
                      <a:pt x="0" y="59"/>
                      <a:pt x="0" y="59"/>
                    </a:cubicBezTo>
                    <a:cubicBezTo>
                      <a:pt x="0" y="63"/>
                      <a:pt x="3" y="66"/>
                      <a:pt x="7" y="66"/>
                    </a:cubicBezTo>
                    <a:cubicBezTo>
                      <a:pt x="56" y="66"/>
                      <a:pt x="56" y="66"/>
                      <a:pt x="56" y="66"/>
                    </a:cubicBezTo>
                    <a:cubicBezTo>
                      <a:pt x="59" y="66"/>
                      <a:pt x="63" y="63"/>
                      <a:pt x="63" y="59"/>
                    </a:cubicBezTo>
                    <a:cubicBezTo>
                      <a:pt x="63" y="7"/>
                      <a:pt x="63" y="7"/>
                      <a:pt x="63" y="7"/>
                    </a:cubicBezTo>
                    <a:cubicBezTo>
                      <a:pt x="63" y="3"/>
                      <a:pt x="59" y="0"/>
                      <a:pt x="56" y="0"/>
                    </a:cubicBezTo>
                  </a:path>
                </a:pathLst>
              </a:custGeom>
              <a:solidFill>
                <a:srgbClr val="285DDF">
                  <a:alpha val="100000"/>
                </a:srgbClr>
              </a:solidFill>
              <a:ln>
                <a:headEnd type="none"/>
                <a:tailEnd type="none"/>
              </a:ln>
            </p:spPr>
            <p:txBody>
              <a:bodyPr/>
              <a:lstStyle/>
              <a:p>
                <a:endParaRPr lang="zh-CN" altLang="en-US"/>
              </a:p>
            </p:txBody>
          </p:sp>
          <p:sp>
            <p:nvSpPr>
              <p:cNvPr id="23" name="AutoShape 23"/>
              <p:cNvSpPr/>
              <p:nvPr/>
            </p:nvSpPr>
            <p:spPr>
              <a:xfrm>
                <a:off x="3895726" y="3571875"/>
                <a:ext cx="450850" cy="473075"/>
              </a:xfrm>
              <a:custGeom>
                <a:avLst/>
                <a:gdLst/>
                <a:ahLst/>
                <a:cxnLst/>
                <a:rect l="l" t="t" r="r" b="b"/>
                <a:pathLst>
                  <a:path w="62" h="66">
                    <a:moveTo>
                      <a:pt x="56" y="66"/>
                    </a:moveTo>
                    <a:cubicBezTo>
                      <a:pt x="7" y="66"/>
                      <a:pt x="7" y="66"/>
                      <a:pt x="7" y="66"/>
                    </a:cubicBezTo>
                    <a:cubicBezTo>
                      <a:pt x="3" y="66"/>
                      <a:pt x="0" y="63"/>
                      <a:pt x="0" y="59"/>
                    </a:cubicBezTo>
                    <a:cubicBezTo>
                      <a:pt x="0" y="7"/>
                      <a:pt x="0" y="7"/>
                      <a:pt x="0" y="7"/>
                    </a:cubicBezTo>
                    <a:cubicBezTo>
                      <a:pt x="0" y="3"/>
                      <a:pt x="3" y="0"/>
                      <a:pt x="7" y="0"/>
                    </a:cubicBezTo>
                    <a:cubicBezTo>
                      <a:pt x="56" y="0"/>
                      <a:pt x="56" y="0"/>
                      <a:pt x="56" y="0"/>
                    </a:cubicBezTo>
                    <a:cubicBezTo>
                      <a:pt x="60" y="0"/>
                      <a:pt x="63" y="3"/>
                      <a:pt x="63" y="7"/>
                    </a:cubicBezTo>
                    <a:cubicBezTo>
                      <a:pt x="63" y="59"/>
                      <a:pt x="63" y="59"/>
                      <a:pt x="63" y="59"/>
                    </a:cubicBezTo>
                    <a:cubicBezTo>
                      <a:pt x="63" y="63"/>
                      <a:pt x="60" y="66"/>
                      <a:pt x="56" y="66"/>
                    </a:cubicBezTo>
                    <a:close/>
                  </a:path>
                </a:pathLst>
              </a:custGeom>
              <a:solidFill>
                <a:srgbClr val="6DB8FF">
                  <a:alpha val="100000"/>
                </a:srgbClr>
              </a:solidFill>
              <a:ln>
                <a:headEnd type="none"/>
                <a:tailEnd type="none"/>
              </a:ln>
            </p:spPr>
            <p:txBody>
              <a:bodyPr/>
              <a:lstStyle/>
              <a:p>
                <a:endParaRPr lang="zh-CN" altLang="en-US"/>
              </a:p>
            </p:txBody>
          </p:sp>
          <p:sp>
            <p:nvSpPr>
              <p:cNvPr id="24" name="AutoShape 24"/>
              <p:cNvSpPr/>
              <p:nvPr/>
            </p:nvSpPr>
            <p:spPr>
              <a:xfrm>
                <a:off x="3895726" y="4246563"/>
                <a:ext cx="450850" cy="465138"/>
              </a:xfrm>
              <a:custGeom>
                <a:avLst/>
                <a:gdLst/>
                <a:ahLst/>
                <a:cxnLst/>
                <a:rect l="l" t="t" r="r" b="b"/>
                <a:pathLst>
                  <a:path w="62" h="65">
                    <a:moveTo>
                      <a:pt x="56" y="65"/>
                    </a:moveTo>
                    <a:cubicBezTo>
                      <a:pt x="7" y="65"/>
                      <a:pt x="7" y="65"/>
                      <a:pt x="7" y="65"/>
                    </a:cubicBezTo>
                    <a:cubicBezTo>
                      <a:pt x="3" y="65"/>
                      <a:pt x="0" y="62"/>
                      <a:pt x="0" y="58"/>
                    </a:cubicBezTo>
                    <a:cubicBezTo>
                      <a:pt x="0" y="7"/>
                      <a:pt x="0" y="7"/>
                      <a:pt x="0" y="7"/>
                    </a:cubicBezTo>
                    <a:cubicBezTo>
                      <a:pt x="0" y="3"/>
                      <a:pt x="3" y="0"/>
                      <a:pt x="7" y="0"/>
                    </a:cubicBezTo>
                    <a:cubicBezTo>
                      <a:pt x="56" y="0"/>
                      <a:pt x="56" y="0"/>
                      <a:pt x="56" y="0"/>
                    </a:cubicBezTo>
                    <a:cubicBezTo>
                      <a:pt x="60" y="0"/>
                      <a:pt x="63" y="3"/>
                      <a:pt x="63" y="7"/>
                    </a:cubicBezTo>
                    <a:cubicBezTo>
                      <a:pt x="63" y="58"/>
                      <a:pt x="63" y="58"/>
                      <a:pt x="63" y="58"/>
                    </a:cubicBezTo>
                    <a:cubicBezTo>
                      <a:pt x="63" y="62"/>
                      <a:pt x="60" y="65"/>
                      <a:pt x="56" y="65"/>
                    </a:cubicBezTo>
                    <a:close/>
                  </a:path>
                </a:pathLst>
              </a:custGeom>
              <a:solidFill>
                <a:srgbClr val="6DB8FF">
                  <a:alpha val="100000"/>
                </a:srgbClr>
              </a:solidFill>
              <a:ln>
                <a:headEnd type="none"/>
                <a:tailEnd type="none"/>
              </a:ln>
            </p:spPr>
            <p:txBody>
              <a:bodyPr/>
              <a:lstStyle/>
              <a:p>
                <a:endParaRPr lang="zh-CN" altLang="en-US"/>
              </a:p>
            </p:txBody>
          </p:sp>
          <p:sp>
            <p:nvSpPr>
              <p:cNvPr id="25" name="AutoShape 25"/>
              <p:cNvSpPr/>
              <p:nvPr/>
            </p:nvSpPr>
            <p:spPr>
              <a:xfrm>
                <a:off x="3987801" y="4318000"/>
                <a:ext cx="244475" cy="314325"/>
              </a:xfrm>
              <a:custGeom>
                <a:avLst/>
                <a:gdLst/>
                <a:ahLst/>
                <a:cxnLst/>
                <a:rect l="l" t="t" r="r" b="b"/>
                <a:pathLst>
                  <a:path w="34" h="44">
                    <a:moveTo>
                      <a:pt x="32" y="15"/>
                    </a:moveTo>
                    <a:cubicBezTo>
                      <a:pt x="32" y="7"/>
                      <a:pt x="25" y="0"/>
                      <a:pt x="17" y="0"/>
                    </a:cubicBezTo>
                    <a:cubicBezTo>
                      <a:pt x="9" y="0"/>
                      <a:pt x="2" y="7"/>
                      <a:pt x="2" y="15"/>
                    </a:cubicBezTo>
                    <a:cubicBezTo>
                      <a:pt x="2" y="15"/>
                      <a:pt x="0" y="31"/>
                      <a:pt x="17" y="44"/>
                    </a:cubicBezTo>
                    <a:cubicBezTo>
                      <a:pt x="34" y="31"/>
                      <a:pt x="32" y="15"/>
                      <a:pt x="32" y="15"/>
                    </a:cubicBezTo>
                    <a:close/>
                  </a:path>
                </a:pathLst>
              </a:custGeom>
              <a:solidFill>
                <a:srgbClr val="9570EE">
                  <a:alpha val="100000"/>
                </a:srgbClr>
              </a:solidFill>
              <a:ln>
                <a:headEnd type="none"/>
                <a:tailEnd type="none"/>
              </a:ln>
            </p:spPr>
            <p:txBody>
              <a:bodyPr/>
              <a:lstStyle/>
              <a:p>
                <a:endParaRPr lang="zh-CN" altLang="en-US"/>
              </a:p>
            </p:txBody>
          </p:sp>
          <p:sp>
            <p:nvSpPr>
              <p:cNvPr id="26" name="AutoShape 26"/>
              <p:cNvSpPr/>
              <p:nvPr/>
            </p:nvSpPr>
            <p:spPr>
              <a:xfrm>
                <a:off x="4030663" y="4346575"/>
                <a:ext cx="165100" cy="165100"/>
              </a:xfrm>
              <a:custGeom>
                <a:avLst/>
                <a:gdLst/>
                <a:ahLst/>
                <a:cxnLst/>
                <a:rect l="l" t="t" r="r" b="b"/>
                <a:pathLst>
                  <a:path w="23" h="23">
                    <a:moveTo>
                      <a:pt x="12" y="22"/>
                    </a:moveTo>
                    <a:cubicBezTo>
                      <a:pt x="5" y="23"/>
                      <a:pt x="0" y="17"/>
                      <a:pt x="0" y="10"/>
                    </a:cubicBezTo>
                    <a:cubicBezTo>
                      <a:pt x="1" y="5"/>
                      <a:pt x="5" y="1"/>
                      <a:pt x="10" y="1"/>
                    </a:cubicBezTo>
                    <a:cubicBezTo>
                      <a:pt x="17" y="0"/>
                      <a:pt x="23" y="6"/>
                      <a:pt x="22" y="12"/>
                    </a:cubicBezTo>
                    <a:cubicBezTo>
                      <a:pt x="22" y="17"/>
                      <a:pt x="17" y="22"/>
                      <a:pt x="12" y="22"/>
                    </a:cubicBezTo>
                    <a:close/>
                  </a:path>
                </a:pathLst>
              </a:custGeom>
              <a:solidFill>
                <a:srgbClr val="F9FBFC">
                  <a:alpha val="100000"/>
                </a:srgbClr>
              </a:solidFill>
              <a:ln>
                <a:headEnd type="none"/>
                <a:tailEnd type="none"/>
              </a:ln>
            </p:spPr>
            <p:txBody>
              <a:bodyPr/>
              <a:lstStyle/>
              <a:p>
                <a:endParaRPr lang="zh-CN" altLang="en-US"/>
              </a:p>
            </p:txBody>
          </p:sp>
          <p:sp>
            <p:nvSpPr>
              <p:cNvPr id="27" name="AutoShape 27"/>
              <p:cNvSpPr/>
              <p:nvPr/>
            </p:nvSpPr>
            <p:spPr>
              <a:xfrm>
                <a:off x="3959226" y="3657600"/>
                <a:ext cx="301625" cy="293688"/>
              </a:xfrm>
              <a:prstGeom prst="ellipse">
                <a:avLst/>
              </a:prstGeom>
              <a:solidFill>
                <a:srgbClr val="9570EE">
                  <a:alpha val="100000"/>
                </a:srgbClr>
              </a:solidFill>
              <a:ln>
                <a:headEnd type="none"/>
                <a:tailEnd type="none"/>
              </a:ln>
            </p:spPr>
            <p:txBody>
              <a:bodyPr/>
              <a:lstStyle/>
              <a:p>
                <a:endParaRPr lang="zh-CN" altLang="en-US"/>
              </a:p>
            </p:txBody>
          </p:sp>
          <p:sp>
            <p:nvSpPr>
              <p:cNvPr id="28" name="AutoShape 28"/>
              <p:cNvSpPr/>
              <p:nvPr/>
            </p:nvSpPr>
            <p:spPr>
              <a:xfrm>
                <a:off x="3987801" y="3686175"/>
                <a:ext cx="244475" cy="236538"/>
              </a:xfrm>
              <a:prstGeom prst="ellipse">
                <a:avLst/>
              </a:prstGeom>
              <a:solidFill>
                <a:srgbClr val="F9FBFC">
                  <a:alpha val="100000"/>
                </a:srgbClr>
              </a:solidFill>
              <a:ln>
                <a:headEnd type="none"/>
                <a:tailEnd type="none"/>
              </a:ln>
            </p:spPr>
            <p:txBody>
              <a:bodyPr/>
              <a:lstStyle/>
              <a:p>
                <a:endParaRPr lang="zh-CN" altLang="en-US"/>
              </a:p>
            </p:txBody>
          </p:sp>
          <p:sp>
            <p:nvSpPr>
              <p:cNvPr id="29" name="AutoShape 29"/>
              <p:cNvSpPr/>
              <p:nvPr/>
            </p:nvSpPr>
            <p:spPr>
              <a:xfrm>
                <a:off x="3987801" y="3671888"/>
                <a:ext cx="244475" cy="101600"/>
              </a:xfrm>
              <a:custGeom>
                <a:avLst/>
                <a:gdLst/>
                <a:ahLst/>
                <a:cxnLst/>
                <a:rect l="l" t="t" r="r" b="b"/>
                <a:pathLst>
                  <a:path w="34" h="14">
                    <a:moveTo>
                      <a:pt x="17" y="2"/>
                    </a:moveTo>
                    <a:cubicBezTo>
                      <a:pt x="24" y="2"/>
                      <a:pt x="31" y="7"/>
                      <a:pt x="33" y="14"/>
                    </a:cubicBezTo>
                    <a:cubicBezTo>
                      <a:pt x="34" y="14"/>
                      <a:pt x="34" y="14"/>
                      <a:pt x="34" y="14"/>
                    </a:cubicBezTo>
                    <a:cubicBezTo>
                      <a:pt x="34" y="14"/>
                      <a:pt x="34" y="14"/>
                      <a:pt x="34" y="13"/>
                    </a:cubicBezTo>
                    <a:cubicBezTo>
                      <a:pt x="32" y="6"/>
                      <a:pt x="25" y="0"/>
                      <a:pt x="17" y="0"/>
                    </a:cubicBezTo>
                    <a:cubicBezTo>
                      <a:pt x="9" y="0"/>
                      <a:pt x="2" y="6"/>
                      <a:pt x="0" y="13"/>
                    </a:cubicBezTo>
                    <a:cubicBezTo>
                      <a:pt x="0" y="14"/>
                      <a:pt x="0" y="14"/>
                      <a:pt x="0" y="14"/>
                    </a:cubicBezTo>
                    <a:cubicBezTo>
                      <a:pt x="1" y="14"/>
                      <a:pt x="1" y="14"/>
                      <a:pt x="1" y="14"/>
                    </a:cubicBezTo>
                    <a:cubicBezTo>
                      <a:pt x="3" y="7"/>
                      <a:pt x="9" y="2"/>
                      <a:pt x="17" y="2"/>
                    </a:cubicBezTo>
                    <a:close/>
                  </a:path>
                </a:pathLst>
              </a:custGeom>
              <a:solidFill>
                <a:srgbClr val="BB87EE">
                  <a:alpha val="100000"/>
                </a:srgbClr>
              </a:solidFill>
              <a:ln>
                <a:headEnd type="none"/>
                <a:tailEnd type="none"/>
              </a:ln>
            </p:spPr>
            <p:txBody>
              <a:bodyPr/>
              <a:lstStyle/>
              <a:p>
                <a:endParaRPr lang="zh-CN" altLang="en-US"/>
              </a:p>
            </p:txBody>
          </p:sp>
          <p:sp>
            <p:nvSpPr>
              <p:cNvPr id="30" name="AutoShape 30"/>
              <p:cNvSpPr/>
              <p:nvPr/>
            </p:nvSpPr>
            <p:spPr>
              <a:xfrm>
                <a:off x="3959226" y="3808413"/>
                <a:ext cx="301625" cy="142875"/>
              </a:xfrm>
              <a:custGeom>
                <a:avLst/>
                <a:gdLst/>
                <a:ahLst/>
                <a:cxnLst/>
                <a:rect l="l" t="t" r="r" b="b"/>
                <a:pathLst>
                  <a:path w="42" h="20">
                    <a:moveTo>
                      <a:pt x="39" y="0"/>
                    </a:moveTo>
                    <a:cubicBezTo>
                      <a:pt x="38" y="0"/>
                      <a:pt x="38" y="1"/>
                      <a:pt x="37" y="2"/>
                    </a:cubicBezTo>
                    <a:cubicBezTo>
                      <a:pt x="36" y="10"/>
                      <a:pt x="29" y="16"/>
                      <a:pt x="21" y="16"/>
                    </a:cubicBezTo>
                    <a:cubicBezTo>
                      <a:pt x="12" y="16"/>
                      <a:pt x="5" y="10"/>
                      <a:pt x="4" y="2"/>
                    </a:cubicBezTo>
                    <a:cubicBezTo>
                      <a:pt x="4" y="1"/>
                      <a:pt x="3" y="0"/>
                      <a:pt x="2" y="0"/>
                    </a:cubicBezTo>
                    <a:cubicBezTo>
                      <a:pt x="1" y="0"/>
                      <a:pt x="0" y="1"/>
                      <a:pt x="0" y="2"/>
                    </a:cubicBezTo>
                    <a:cubicBezTo>
                      <a:pt x="2" y="12"/>
                      <a:pt x="10" y="20"/>
                      <a:pt x="21" y="20"/>
                    </a:cubicBezTo>
                    <a:cubicBezTo>
                      <a:pt x="31" y="20"/>
                      <a:pt x="40" y="12"/>
                      <a:pt x="41" y="2"/>
                    </a:cubicBezTo>
                    <a:cubicBezTo>
                      <a:pt x="42" y="1"/>
                      <a:pt x="41" y="0"/>
                      <a:pt x="39" y="0"/>
                    </a:cubicBezTo>
                    <a:close/>
                  </a:path>
                </a:pathLst>
              </a:custGeom>
              <a:solidFill>
                <a:srgbClr val="7F57EE">
                  <a:alpha val="100000"/>
                </a:srgbClr>
              </a:solidFill>
              <a:ln>
                <a:headEnd type="none"/>
                <a:tailEnd type="none"/>
              </a:ln>
            </p:spPr>
            <p:txBody>
              <a:bodyPr/>
              <a:lstStyle/>
              <a:p>
                <a:endParaRPr lang="zh-CN" altLang="en-US"/>
              </a:p>
            </p:txBody>
          </p:sp>
          <p:sp>
            <p:nvSpPr>
              <p:cNvPr id="31" name="AutoShape 31"/>
              <p:cNvSpPr/>
              <p:nvPr/>
            </p:nvSpPr>
            <p:spPr>
              <a:xfrm>
                <a:off x="3987801" y="3686175"/>
                <a:ext cx="244475" cy="236538"/>
              </a:xfrm>
              <a:prstGeom prst="ellipse">
                <a:avLst/>
              </a:prstGeom>
              <a:solidFill>
                <a:srgbClr val="F9FBFC">
                  <a:alpha val="100000"/>
                </a:srgbClr>
              </a:solidFill>
              <a:ln>
                <a:headEnd type="none"/>
                <a:tailEnd type="none"/>
              </a:ln>
            </p:spPr>
            <p:txBody>
              <a:bodyPr/>
              <a:lstStyle/>
              <a:p>
                <a:endParaRPr lang="zh-CN" altLang="en-US"/>
              </a:p>
            </p:txBody>
          </p:sp>
          <p:sp>
            <p:nvSpPr>
              <p:cNvPr id="32" name="AutoShape 32"/>
              <p:cNvSpPr/>
              <p:nvPr/>
            </p:nvSpPr>
            <p:spPr>
              <a:xfrm>
                <a:off x="3987801" y="3844925"/>
                <a:ext cx="244475" cy="85725"/>
              </a:xfrm>
              <a:custGeom>
                <a:avLst/>
                <a:gdLst/>
                <a:ahLst/>
                <a:cxnLst/>
                <a:rect l="l" t="t" r="r" b="b"/>
                <a:pathLst>
                  <a:path w="34" h="12">
                    <a:moveTo>
                      <a:pt x="33" y="0"/>
                    </a:moveTo>
                    <a:cubicBezTo>
                      <a:pt x="33" y="0"/>
                      <a:pt x="33" y="0"/>
                      <a:pt x="33" y="0"/>
                    </a:cubicBezTo>
                    <a:cubicBezTo>
                      <a:pt x="30" y="7"/>
                      <a:pt x="24" y="11"/>
                      <a:pt x="17" y="11"/>
                    </a:cubicBezTo>
                    <a:cubicBezTo>
                      <a:pt x="10" y="11"/>
                      <a:pt x="4" y="7"/>
                      <a:pt x="1" y="0"/>
                    </a:cubicBezTo>
                    <a:cubicBezTo>
                      <a:pt x="1" y="0"/>
                      <a:pt x="1" y="0"/>
                      <a:pt x="1" y="0"/>
                    </a:cubicBezTo>
                    <a:cubicBezTo>
                      <a:pt x="0" y="0"/>
                      <a:pt x="0" y="0"/>
                      <a:pt x="0" y="1"/>
                    </a:cubicBezTo>
                    <a:cubicBezTo>
                      <a:pt x="3" y="8"/>
                      <a:pt x="9" y="12"/>
                      <a:pt x="17" y="12"/>
                    </a:cubicBezTo>
                    <a:cubicBezTo>
                      <a:pt x="25" y="12"/>
                      <a:pt x="31" y="8"/>
                      <a:pt x="34" y="1"/>
                    </a:cubicBezTo>
                    <a:cubicBezTo>
                      <a:pt x="34" y="0"/>
                      <a:pt x="34" y="0"/>
                      <a:pt x="33" y="0"/>
                    </a:cubicBezTo>
                    <a:close/>
                  </a:path>
                </a:pathLst>
              </a:custGeom>
              <a:solidFill>
                <a:srgbClr val="9570EE">
                  <a:alpha val="100000"/>
                </a:srgbClr>
              </a:solidFill>
              <a:ln>
                <a:headEnd type="none"/>
                <a:tailEnd type="none"/>
              </a:ln>
            </p:spPr>
            <p:txBody>
              <a:bodyPr/>
              <a:lstStyle/>
              <a:p>
                <a:endParaRPr lang="zh-CN" altLang="en-US"/>
              </a:p>
            </p:txBody>
          </p:sp>
          <p:sp>
            <p:nvSpPr>
              <p:cNvPr id="33" name="AutoShape 33"/>
              <p:cNvSpPr/>
              <p:nvPr/>
            </p:nvSpPr>
            <p:spPr>
              <a:xfrm>
                <a:off x="4103688" y="3714750"/>
                <a:ext cx="14288" cy="101600"/>
              </a:xfrm>
              <a:custGeom>
                <a:avLst/>
                <a:gdLst/>
                <a:ahLst/>
                <a:cxnLst/>
                <a:rect l="l" t="t" r="r" b="b"/>
                <a:pathLst>
                  <a:path w="2" h="14">
                    <a:moveTo>
                      <a:pt x="1" y="14"/>
                    </a:moveTo>
                    <a:cubicBezTo>
                      <a:pt x="1" y="14"/>
                      <a:pt x="1" y="14"/>
                      <a:pt x="1" y="14"/>
                    </a:cubicBezTo>
                    <a:cubicBezTo>
                      <a:pt x="0" y="14"/>
                      <a:pt x="0" y="13"/>
                      <a:pt x="0" y="13"/>
                    </a:cubicBezTo>
                    <a:cubicBezTo>
                      <a:pt x="0" y="1"/>
                      <a:pt x="0" y="1"/>
                      <a:pt x="0" y="1"/>
                    </a:cubicBezTo>
                    <a:cubicBezTo>
                      <a:pt x="0" y="1"/>
                      <a:pt x="0" y="0"/>
                      <a:pt x="1" y="0"/>
                    </a:cubicBezTo>
                    <a:cubicBezTo>
                      <a:pt x="1" y="0"/>
                      <a:pt x="2" y="1"/>
                      <a:pt x="2" y="1"/>
                    </a:cubicBezTo>
                    <a:cubicBezTo>
                      <a:pt x="2" y="13"/>
                      <a:pt x="2" y="13"/>
                      <a:pt x="2" y="13"/>
                    </a:cubicBezTo>
                    <a:cubicBezTo>
                      <a:pt x="2" y="13"/>
                      <a:pt x="1" y="14"/>
                      <a:pt x="1" y="14"/>
                    </a:cubicBezTo>
                    <a:close/>
                  </a:path>
                </a:pathLst>
              </a:custGeom>
              <a:solidFill>
                <a:srgbClr val="9570EE">
                  <a:alpha val="100000"/>
                </a:srgbClr>
              </a:solidFill>
              <a:ln>
                <a:headEnd type="none"/>
                <a:tailEnd type="none"/>
              </a:ln>
            </p:spPr>
            <p:txBody>
              <a:bodyPr/>
              <a:lstStyle/>
              <a:p>
                <a:endParaRPr lang="zh-CN" altLang="en-US"/>
              </a:p>
            </p:txBody>
          </p:sp>
          <p:sp>
            <p:nvSpPr>
              <p:cNvPr id="34" name="AutoShape 34"/>
              <p:cNvSpPr/>
              <p:nvPr/>
            </p:nvSpPr>
            <p:spPr>
              <a:xfrm>
                <a:off x="4103688" y="3802063"/>
                <a:ext cx="63500" cy="57150"/>
              </a:xfrm>
              <a:custGeom>
                <a:avLst/>
                <a:gdLst/>
                <a:ahLst/>
                <a:cxnLst/>
                <a:rect l="l" t="t" r="r" b="b"/>
                <a:pathLst>
                  <a:path w="40" h="36">
                    <a:moveTo>
                      <a:pt x="0" y="4"/>
                    </a:moveTo>
                    <a:lnTo>
                      <a:pt x="0" y="4"/>
                    </a:lnTo>
                    <a:lnTo>
                      <a:pt x="4" y="0"/>
                    </a:lnTo>
                    <a:lnTo>
                      <a:pt x="40" y="31"/>
                    </a:lnTo>
                    <a:lnTo>
                      <a:pt x="40" y="36"/>
                    </a:lnTo>
                    <a:lnTo>
                      <a:pt x="36" y="36"/>
                    </a:lnTo>
                    <a:lnTo>
                      <a:pt x="0" y="9"/>
                    </a:lnTo>
                    <a:lnTo>
                      <a:pt x="0" y="4"/>
                    </a:lnTo>
                    <a:close/>
                  </a:path>
                </a:pathLst>
              </a:custGeom>
              <a:solidFill>
                <a:srgbClr val="9570EE">
                  <a:alpha val="100000"/>
                </a:srgbClr>
              </a:solidFill>
              <a:ln>
                <a:headEnd type="none"/>
                <a:tailEnd type="none"/>
              </a:ln>
            </p:spPr>
            <p:txBody>
              <a:bodyPr/>
              <a:lstStyle/>
              <a:p>
                <a:endParaRPr lang="zh-CN" altLang="en-US"/>
              </a:p>
            </p:txBody>
          </p:sp>
          <p:sp>
            <p:nvSpPr>
              <p:cNvPr id="35" name="AutoShape 35"/>
              <p:cNvSpPr/>
              <p:nvPr/>
            </p:nvSpPr>
            <p:spPr>
              <a:xfrm>
                <a:off x="4103688" y="3694113"/>
                <a:ext cx="6350" cy="6350"/>
              </a:xfrm>
              <a:prstGeom prst="rect">
                <a:avLst/>
              </a:prstGeom>
              <a:solidFill>
                <a:srgbClr val="CED6FF">
                  <a:alpha val="100000"/>
                </a:srgbClr>
              </a:solidFill>
              <a:ln>
                <a:headEnd type="none"/>
                <a:tailEnd type="none"/>
              </a:ln>
            </p:spPr>
            <p:txBody>
              <a:bodyPr/>
              <a:lstStyle/>
              <a:p>
                <a:endParaRPr lang="zh-CN" altLang="en-US"/>
              </a:p>
            </p:txBody>
          </p:sp>
          <p:sp>
            <p:nvSpPr>
              <p:cNvPr id="36" name="AutoShape 36"/>
              <p:cNvSpPr/>
              <p:nvPr/>
            </p:nvSpPr>
            <p:spPr>
              <a:xfrm>
                <a:off x="4103688" y="3902075"/>
                <a:ext cx="6350" cy="14288"/>
              </a:xfrm>
              <a:prstGeom prst="rect">
                <a:avLst/>
              </a:prstGeom>
              <a:solidFill>
                <a:srgbClr val="CED6FF">
                  <a:alpha val="100000"/>
                </a:srgbClr>
              </a:solidFill>
              <a:ln>
                <a:headEnd type="none"/>
                <a:tailEnd type="none"/>
              </a:ln>
            </p:spPr>
            <p:txBody>
              <a:bodyPr/>
              <a:lstStyle/>
              <a:p>
                <a:endParaRPr lang="zh-CN" altLang="en-US"/>
              </a:p>
            </p:txBody>
          </p:sp>
          <p:sp>
            <p:nvSpPr>
              <p:cNvPr id="37" name="AutoShape 37"/>
              <p:cNvSpPr/>
              <p:nvPr/>
            </p:nvSpPr>
            <p:spPr>
              <a:xfrm>
                <a:off x="3995738" y="3802063"/>
                <a:ext cx="14288" cy="6350"/>
              </a:xfrm>
              <a:prstGeom prst="rect">
                <a:avLst/>
              </a:prstGeom>
              <a:solidFill>
                <a:srgbClr val="CED6FF">
                  <a:alpha val="100000"/>
                </a:srgbClr>
              </a:solidFill>
              <a:ln>
                <a:headEnd type="none"/>
                <a:tailEnd type="none"/>
              </a:ln>
            </p:spPr>
            <p:txBody>
              <a:bodyPr/>
              <a:lstStyle/>
              <a:p>
                <a:endParaRPr lang="zh-CN" altLang="en-US"/>
              </a:p>
            </p:txBody>
          </p:sp>
          <p:sp>
            <p:nvSpPr>
              <p:cNvPr id="38" name="AutoShape 38"/>
              <p:cNvSpPr/>
              <p:nvPr/>
            </p:nvSpPr>
            <p:spPr>
              <a:xfrm>
                <a:off x="4210051" y="3802063"/>
                <a:ext cx="7938" cy="6350"/>
              </a:xfrm>
              <a:prstGeom prst="rect">
                <a:avLst/>
              </a:prstGeom>
              <a:solidFill>
                <a:srgbClr val="CED6FF">
                  <a:alpha val="100000"/>
                </a:srgbClr>
              </a:solidFill>
              <a:ln>
                <a:headEnd type="none"/>
                <a:tailEnd type="none"/>
              </a:ln>
            </p:spPr>
            <p:txBody>
              <a:bodyPr/>
              <a:lstStyle/>
              <a:p>
                <a:endParaRPr lang="zh-CN" altLang="en-US"/>
              </a:p>
            </p:txBody>
          </p:sp>
          <p:sp>
            <p:nvSpPr>
              <p:cNvPr id="39" name="AutoShape 39"/>
              <p:cNvSpPr/>
              <p:nvPr/>
            </p:nvSpPr>
            <p:spPr>
              <a:xfrm>
                <a:off x="4030663" y="3722688"/>
                <a:ext cx="7938" cy="14288"/>
              </a:xfrm>
              <a:custGeom>
                <a:avLst/>
                <a:gdLst/>
                <a:ahLst/>
                <a:cxnLst/>
                <a:rect l="l" t="t" r="r" b="b"/>
                <a:pathLst>
                  <a:path w="5" h="9">
                    <a:moveTo>
                      <a:pt x="5" y="5"/>
                    </a:moveTo>
                    <a:lnTo>
                      <a:pt x="5" y="9"/>
                    </a:lnTo>
                    <a:lnTo>
                      <a:pt x="0" y="5"/>
                    </a:lnTo>
                    <a:lnTo>
                      <a:pt x="0" y="0"/>
                    </a:lnTo>
                    <a:lnTo>
                      <a:pt x="5" y="5"/>
                    </a:lnTo>
                    <a:close/>
                  </a:path>
                </a:pathLst>
              </a:custGeom>
              <a:solidFill>
                <a:srgbClr val="CED6FF">
                  <a:alpha val="100000"/>
                </a:srgbClr>
              </a:solidFill>
              <a:ln>
                <a:headEnd type="none"/>
                <a:tailEnd type="none"/>
              </a:ln>
            </p:spPr>
            <p:txBody>
              <a:bodyPr/>
              <a:lstStyle/>
              <a:p>
                <a:endParaRPr lang="zh-CN" altLang="en-US"/>
              </a:p>
            </p:txBody>
          </p:sp>
          <p:sp>
            <p:nvSpPr>
              <p:cNvPr id="40" name="AutoShape 40"/>
              <p:cNvSpPr/>
              <p:nvPr/>
            </p:nvSpPr>
            <p:spPr>
              <a:xfrm>
                <a:off x="4175126" y="3873500"/>
                <a:ext cx="14288" cy="6350"/>
              </a:xfrm>
              <a:custGeom>
                <a:avLst/>
                <a:gdLst/>
                <a:ahLst/>
                <a:cxnLst/>
                <a:rect l="l" t="t" r="r" b="b"/>
                <a:pathLst>
                  <a:path w="9" h="4">
                    <a:moveTo>
                      <a:pt x="9" y="4"/>
                    </a:moveTo>
                    <a:lnTo>
                      <a:pt x="4" y="4"/>
                    </a:lnTo>
                    <a:lnTo>
                      <a:pt x="0" y="0"/>
                    </a:lnTo>
                    <a:lnTo>
                      <a:pt x="4" y="0"/>
                    </a:lnTo>
                    <a:lnTo>
                      <a:pt x="9" y="4"/>
                    </a:lnTo>
                    <a:close/>
                  </a:path>
                </a:pathLst>
              </a:custGeom>
              <a:solidFill>
                <a:srgbClr val="CED6FF">
                  <a:alpha val="100000"/>
                </a:srgbClr>
              </a:solidFill>
              <a:ln>
                <a:headEnd type="none"/>
                <a:tailEnd type="none"/>
              </a:ln>
            </p:spPr>
            <p:txBody>
              <a:bodyPr/>
              <a:lstStyle/>
              <a:p>
                <a:endParaRPr lang="zh-CN" altLang="en-US"/>
              </a:p>
            </p:txBody>
          </p:sp>
          <p:sp>
            <p:nvSpPr>
              <p:cNvPr id="41" name="AutoShape 41"/>
              <p:cNvSpPr/>
              <p:nvPr/>
            </p:nvSpPr>
            <p:spPr>
              <a:xfrm>
                <a:off x="4030663" y="3873500"/>
                <a:ext cx="7938" cy="6350"/>
              </a:xfrm>
              <a:custGeom>
                <a:avLst/>
                <a:gdLst/>
                <a:ahLst/>
                <a:cxnLst/>
                <a:rect l="l" t="t" r="r" b="b"/>
                <a:pathLst>
                  <a:path w="5" h="4">
                    <a:moveTo>
                      <a:pt x="5" y="0"/>
                    </a:moveTo>
                    <a:lnTo>
                      <a:pt x="5" y="0"/>
                    </a:lnTo>
                    <a:lnTo>
                      <a:pt x="0" y="4"/>
                    </a:lnTo>
                    <a:lnTo>
                      <a:pt x="0" y="4"/>
                    </a:lnTo>
                    <a:lnTo>
                      <a:pt x="5" y="0"/>
                    </a:lnTo>
                    <a:close/>
                  </a:path>
                </a:pathLst>
              </a:custGeom>
              <a:solidFill>
                <a:srgbClr val="CED6FF">
                  <a:alpha val="100000"/>
                </a:srgbClr>
              </a:solidFill>
              <a:ln>
                <a:headEnd type="none"/>
                <a:tailEnd type="none"/>
              </a:ln>
            </p:spPr>
            <p:txBody>
              <a:bodyPr/>
              <a:lstStyle/>
              <a:p>
                <a:endParaRPr lang="zh-CN" altLang="en-US"/>
              </a:p>
            </p:txBody>
          </p:sp>
          <p:sp>
            <p:nvSpPr>
              <p:cNvPr id="42" name="AutoShape 42"/>
              <p:cNvSpPr/>
              <p:nvPr/>
            </p:nvSpPr>
            <p:spPr>
              <a:xfrm>
                <a:off x="4175126" y="3722688"/>
                <a:ext cx="14288" cy="14288"/>
              </a:xfrm>
              <a:custGeom>
                <a:avLst/>
                <a:gdLst/>
                <a:ahLst/>
                <a:cxnLst/>
                <a:rect l="l" t="t" r="r" b="b"/>
                <a:pathLst>
                  <a:path w="9" h="9">
                    <a:moveTo>
                      <a:pt x="4" y="0"/>
                    </a:moveTo>
                    <a:lnTo>
                      <a:pt x="9" y="5"/>
                    </a:lnTo>
                    <a:lnTo>
                      <a:pt x="4" y="9"/>
                    </a:lnTo>
                    <a:lnTo>
                      <a:pt x="0" y="5"/>
                    </a:lnTo>
                    <a:lnTo>
                      <a:pt x="4" y="0"/>
                    </a:lnTo>
                    <a:close/>
                  </a:path>
                </a:pathLst>
              </a:custGeom>
              <a:solidFill>
                <a:srgbClr val="CED6FF">
                  <a:alpha val="100000"/>
                </a:srgbClr>
              </a:solidFill>
              <a:ln>
                <a:headEnd type="none"/>
                <a:tailEnd type="none"/>
              </a:ln>
            </p:spPr>
            <p:txBody>
              <a:bodyPr/>
              <a:lstStyle/>
              <a:p>
                <a:endParaRPr lang="zh-CN" altLang="en-US"/>
              </a:p>
            </p:txBody>
          </p:sp>
          <p:sp>
            <p:nvSpPr>
              <p:cNvPr id="43" name="AutoShape 43"/>
              <p:cNvSpPr/>
              <p:nvPr/>
            </p:nvSpPr>
            <p:spPr>
              <a:xfrm>
                <a:off x="3895726" y="2876550"/>
                <a:ext cx="450850" cy="473075"/>
              </a:xfrm>
              <a:custGeom>
                <a:avLst/>
                <a:gdLst/>
                <a:ahLst/>
                <a:cxnLst/>
                <a:rect l="l" t="t" r="r" b="b"/>
                <a:pathLst>
                  <a:path w="62" h="66">
                    <a:moveTo>
                      <a:pt x="56" y="66"/>
                    </a:moveTo>
                    <a:cubicBezTo>
                      <a:pt x="7" y="66"/>
                      <a:pt x="7" y="66"/>
                      <a:pt x="7" y="66"/>
                    </a:cubicBezTo>
                    <a:cubicBezTo>
                      <a:pt x="3" y="66"/>
                      <a:pt x="0" y="63"/>
                      <a:pt x="0" y="59"/>
                    </a:cubicBezTo>
                    <a:cubicBezTo>
                      <a:pt x="0" y="7"/>
                      <a:pt x="0" y="7"/>
                      <a:pt x="0" y="7"/>
                    </a:cubicBezTo>
                    <a:cubicBezTo>
                      <a:pt x="0" y="3"/>
                      <a:pt x="3" y="0"/>
                      <a:pt x="7" y="0"/>
                    </a:cubicBezTo>
                    <a:cubicBezTo>
                      <a:pt x="56" y="0"/>
                      <a:pt x="56" y="0"/>
                      <a:pt x="56" y="0"/>
                    </a:cubicBezTo>
                    <a:cubicBezTo>
                      <a:pt x="60" y="0"/>
                      <a:pt x="63" y="3"/>
                      <a:pt x="63" y="7"/>
                    </a:cubicBezTo>
                    <a:cubicBezTo>
                      <a:pt x="63" y="59"/>
                      <a:pt x="63" y="59"/>
                      <a:pt x="63" y="59"/>
                    </a:cubicBezTo>
                    <a:cubicBezTo>
                      <a:pt x="63" y="63"/>
                      <a:pt x="60" y="66"/>
                      <a:pt x="56" y="66"/>
                    </a:cubicBezTo>
                    <a:close/>
                  </a:path>
                </a:pathLst>
              </a:custGeom>
              <a:solidFill>
                <a:srgbClr val="6DB8FF">
                  <a:alpha val="100000"/>
                </a:srgbClr>
              </a:solidFill>
              <a:ln>
                <a:headEnd type="none"/>
                <a:tailEnd type="none"/>
              </a:ln>
            </p:spPr>
            <p:txBody>
              <a:bodyPr/>
              <a:lstStyle/>
              <a:p>
                <a:endParaRPr lang="zh-CN" altLang="en-US"/>
              </a:p>
            </p:txBody>
          </p:sp>
          <p:sp>
            <p:nvSpPr>
              <p:cNvPr id="44" name="AutoShape 44"/>
              <p:cNvSpPr/>
              <p:nvPr/>
            </p:nvSpPr>
            <p:spPr>
              <a:xfrm>
                <a:off x="3852863" y="3121025"/>
                <a:ext cx="71438" cy="179388"/>
              </a:xfrm>
              <a:custGeom>
                <a:avLst/>
                <a:gdLst/>
                <a:ahLst/>
                <a:cxnLst/>
                <a:rect l="l" t="t" r="r" b="b"/>
                <a:pathLst>
                  <a:path w="45" h="113">
                    <a:moveTo>
                      <a:pt x="13" y="113"/>
                    </a:moveTo>
                    <a:lnTo>
                      <a:pt x="36" y="95"/>
                    </a:lnTo>
                    <a:lnTo>
                      <a:pt x="45" y="59"/>
                    </a:lnTo>
                    <a:lnTo>
                      <a:pt x="36" y="54"/>
                    </a:lnTo>
                    <a:lnTo>
                      <a:pt x="27" y="68"/>
                    </a:lnTo>
                    <a:lnTo>
                      <a:pt x="36" y="0"/>
                    </a:lnTo>
                    <a:lnTo>
                      <a:pt x="22" y="4"/>
                    </a:lnTo>
                    <a:lnTo>
                      <a:pt x="13" y="68"/>
                    </a:lnTo>
                    <a:lnTo>
                      <a:pt x="0" y="99"/>
                    </a:lnTo>
                    <a:lnTo>
                      <a:pt x="9" y="108"/>
                    </a:lnTo>
                    <a:lnTo>
                      <a:pt x="13" y="113"/>
                    </a:lnTo>
                    <a:close/>
                  </a:path>
                </a:pathLst>
              </a:custGeom>
              <a:solidFill>
                <a:srgbClr val="F7D3A9">
                  <a:alpha val="100000"/>
                </a:srgbClr>
              </a:solidFill>
              <a:ln>
                <a:headEnd type="none"/>
                <a:tailEnd type="none"/>
              </a:ln>
            </p:spPr>
            <p:txBody>
              <a:bodyPr/>
              <a:lstStyle/>
              <a:p>
                <a:endParaRPr lang="zh-CN" altLang="en-US"/>
              </a:p>
            </p:txBody>
          </p:sp>
          <p:sp>
            <p:nvSpPr>
              <p:cNvPr id="45" name="AutoShape 45"/>
              <p:cNvSpPr/>
              <p:nvPr/>
            </p:nvSpPr>
            <p:spPr>
              <a:xfrm>
                <a:off x="3852863" y="3121025"/>
                <a:ext cx="71438" cy="179388"/>
              </a:xfrm>
              <a:custGeom>
                <a:avLst/>
                <a:gdLst/>
                <a:ahLst/>
                <a:cxnLst/>
                <a:rect l="l" t="t" r="r" b="b"/>
                <a:pathLst>
                  <a:path w="45" h="113">
                    <a:moveTo>
                      <a:pt x="13" y="113"/>
                    </a:moveTo>
                    <a:lnTo>
                      <a:pt x="36" y="95"/>
                    </a:lnTo>
                    <a:lnTo>
                      <a:pt x="45" y="59"/>
                    </a:lnTo>
                    <a:lnTo>
                      <a:pt x="36" y="54"/>
                    </a:lnTo>
                    <a:lnTo>
                      <a:pt x="27" y="68"/>
                    </a:lnTo>
                    <a:lnTo>
                      <a:pt x="36" y="0"/>
                    </a:lnTo>
                    <a:lnTo>
                      <a:pt x="22" y="4"/>
                    </a:lnTo>
                    <a:lnTo>
                      <a:pt x="13" y="68"/>
                    </a:lnTo>
                    <a:lnTo>
                      <a:pt x="0" y="99"/>
                    </a:lnTo>
                    <a:lnTo>
                      <a:pt x="9" y="108"/>
                    </a:lnTo>
                  </a:path>
                </a:pathLst>
              </a:custGeom>
              <a:ln>
                <a:headEnd type="none"/>
                <a:tailEnd type="none"/>
              </a:ln>
            </p:spPr>
            <p:txBody>
              <a:bodyPr/>
              <a:lstStyle/>
              <a:p>
                <a:endParaRPr lang="zh-CN" altLang="en-US"/>
              </a:p>
            </p:txBody>
          </p:sp>
          <p:sp>
            <p:nvSpPr>
              <p:cNvPr id="46" name="AutoShape 46"/>
              <p:cNvSpPr/>
              <p:nvPr/>
            </p:nvSpPr>
            <p:spPr>
              <a:xfrm>
                <a:off x="4095751" y="3306763"/>
                <a:ext cx="150813" cy="114300"/>
              </a:xfrm>
              <a:custGeom>
                <a:avLst/>
                <a:gdLst/>
                <a:ahLst/>
                <a:cxnLst/>
                <a:rect l="l" t="t" r="r" b="b"/>
                <a:pathLst>
                  <a:path w="95" h="72">
                    <a:moveTo>
                      <a:pt x="0" y="63"/>
                    </a:moveTo>
                    <a:lnTo>
                      <a:pt x="0" y="36"/>
                    </a:lnTo>
                    <a:lnTo>
                      <a:pt x="36" y="0"/>
                    </a:lnTo>
                    <a:lnTo>
                      <a:pt x="45" y="14"/>
                    </a:lnTo>
                    <a:lnTo>
                      <a:pt x="32" y="27"/>
                    </a:lnTo>
                    <a:lnTo>
                      <a:pt x="95" y="9"/>
                    </a:lnTo>
                    <a:lnTo>
                      <a:pt x="95" y="27"/>
                    </a:lnTo>
                    <a:lnTo>
                      <a:pt x="36" y="50"/>
                    </a:lnTo>
                    <a:lnTo>
                      <a:pt x="23" y="72"/>
                    </a:lnTo>
                    <a:lnTo>
                      <a:pt x="0" y="63"/>
                    </a:lnTo>
                    <a:close/>
                  </a:path>
                </a:pathLst>
              </a:custGeom>
              <a:solidFill>
                <a:srgbClr val="F7D3A9">
                  <a:alpha val="100000"/>
                </a:srgbClr>
              </a:solidFill>
              <a:ln>
                <a:headEnd type="none"/>
                <a:tailEnd type="none"/>
              </a:ln>
            </p:spPr>
            <p:txBody>
              <a:bodyPr/>
              <a:lstStyle/>
              <a:p>
                <a:endParaRPr lang="zh-CN" altLang="en-US"/>
              </a:p>
            </p:txBody>
          </p:sp>
          <p:sp>
            <p:nvSpPr>
              <p:cNvPr id="47" name="AutoShape 47"/>
              <p:cNvSpPr/>
              <p:nvPr/>
            </p:nvSpPr>
            <p:spPr>
              <a:xfrm>
                <a:off x="3414713" y="4511675"/>
                <a:ext cx="358775" cy="987425"/>
              </a:xfrm>
              <a:custGeom>
                <a:avLst/>
                <a:gdLst/>
                <a:ahLst/>
                <a:cxnLst/>
                <a:rect l="l" t="t" r="r" b="b"/>
                <a:pathLst>
                  <a:path w="226" h="622">
                    <a:moveTo>
                      <a:pt x="0" y="0"/>
                    </a:moveTo>
                    <a:lnTo>
                      <a:pt x="127" y="622"/>
                    </a:lnTo>
                    <a:lnTo>
                      <a:pt x="226" y="613"/>
                    </a:lnTo>
                    <a:lnTo>
                      <a:pt x="158" y="591"/>
                    </a:lnTo>
                    <a:lnTo>
                      <a:pt x="181" y="582"/>
                    </a:lnTo>
                    <a:lnTo>
                      <a:pt x="149" y="0"/>
                    </a:lnTo>
                    <a:lnTo>
                      <a:pt x="0" y="0"/>
                    </a:lnTo>
                    <a:close/>
                  </a:path>
                </a:pathLst>
              </a:custGeom>
              <a:solidFill>
                <a:srgbClr val="544DB8">
                  <a:alpha val="100000"/>
                </a:srgbClr>
              </a:solidFill>
              <a:ln>
                <a:headEnd type="none"/>
                <a:tailEnd type="none"/>
              </a:ln>
            </p:spPr>
            <p:txBody>
              <a:bodyPr/>
              <a:lstStyle/>
              <a:p>
                <a:endParaRPr lang="zh-CN" altLang="en-US"/>
              </a:p>
            </p:txBody>
          </p:sp>
          <p:sp>
            <p:nvSpPr>
              <p:cNvPr id="48" name="AutoShape 48"/>
              <p:cNvSpPr/>
              <p:nvPr/>
            </p:nvSpPr>
            <p:spPr>
              <a:xfrm>
                <a:off x="3471863" y="4438650"/>
                <a:ext cx="523875" cy="1011238"/>
              </a:xfrm>
              <a:custGeom>
                <a:avLst/>
                <a:gdLst/>
                <a:ahLst/>
                <a:cxnLst/>
                <a:rect l="l" t="t" r="r" b="b"/>
                <a:pathLst>
                  <a:path w="73" h="141">
                    <a:moveTo>
                      <a:pt x="37" y="8"/>
                    </a:moveTo>
                    <a:cubicBezTo>
                      <a:pt x="37" y="8"/>
                      <a:pt x="73" y="41"/>
                      <a:pt x="68" y="82"/>
                    </a:cubicBezTo>
                    <a:cubicBezTo>
                      <a:pt x="62" y="114"/>
                      <a:pt x="49" y="126"/>
                      <a:pt x="49" y="126"/>
                    </a:cubicBezTo>
                    <a:cubicBezTo>
                      <a:pt x="45" y="125"/>
                      <a:pt x="45" y="125"/>
                      <a:pt x="45" y="125"/>
                    </a:cubicBezTo>
                    <a:cubicBezTo>
                      <a:pt x="51" y="141"/>
                      <a:pt x="51" y="141"/>
                      <a:pt x="51" y="141"/>
                    </a:cubicBezTo>
                    <a:cubicBezTo>
                      <a:pt x="33" y="123"/>
                      <a:pt x="33" y="123"/>
                      <a:pt x="33" y="123"/>
                    </a:cubicBezTo>
                    <a:cubicBezTo>
                      <a:pt x="33" y="123"/>
                      <a:pt x="55" y="94"/>
                      <a:pt x="41" y="63"/>
                    </a:cubicBezTo>
                    <a:cubicBezTo>
                      <a:pt x="28" y="33"/>
                      <a:pt x="0" y="22"/>
                      <a:pt x="0" y="22"/>
                    </a:cubicBezTo>
                    <a:cubicBezTo>
                      <a:pt x="0" y="22"/>
                      <a:pt x="24" y="0"/>
                      <a:pt x="26" y="0"/>
                    </a:cubicBezTo>
                    <a:cubicBezTo>
                      <a:pt x="28" y="1"/>
                      <a:pt x="37" y="8"/>
                      <a:pt x="37" y="8"/>
                    </a:cubicBezTo>
                    <a:close/>
                  </a:path>
                </a:pathLst>
              </a:custGeom>
              <a:solidFill>
                <a:srgbClr val="544DB8">
                  <a:alpha val="100000"/>
                </a:srgbClr>
              </a:solidFill>
              <a:ln>
                <a:headEnd type="none"/>
                <a:tailEnd type="none"/>
              </a:ln>
            </p:spPr>
            <p:txBody>
              <a:bodyPr/>
              <a:lstStyle/>
              <a:p>
                <a:endParaRPr lang="zh-CN" altLang="en-US"/>
              </a:p>
            </p:txBody>
          </p:sp>
          <p:sp>
            <p:nvSpPr>
              <p:cNvPr id="49" name="AutoShape 49"/>
              <p:cNvSpPr/>
              <p:nvPr/>
            </p:nvSpPr>
            <p:spPr>
              <a:xfrm>
                <a:off x="3357563" y="3263900"/>
                <a:ext cx="544513" cy="1282700"/>
              </a:xfrm>
              <a:custGeom>
                <a:avLst/>
                <a:gdLst/>
                <a:ahLst/>
                <a:cxnLst/>
                <a:rect l="l" t="t" r="r" b="b"/>
                <a:pathLst>
                  <a:path w="76" h="179">
                    <a:moveTo>
                      <a:pt x="68" y="0"/>
                    </a:moveTo>
                    <a:cubicBezTo>
                      <a:pt x="68" y="0"/>
                      <a:pt x="9" y="71"/>
                      <a:pt x="2" y="86"/>
                    </a:cubicBezTo>
                    <a:cubicBezTo>
                      <a:pt x="2" y="86"/>
                      <a:pt x="0" y="91"/>
                      <a:pt x="0" y="106"/>
                    </a:cubicBezTo>
                    <a:cubicBezTo>
                      <a:pt x="0" y="121"/>
                      <a:pt x="5" y="176"/>
                      <a:pt x="5" y="176"/>
                    </a:cubicBezTo>
                    <a:cubicBezTo>
                      <a:pt x="65" y="179"/>
                      <a:pt x="65" y="179"/>
                      <a:pt x="65" y="179"/>
                    </a:cubicBezTo>
                    <a:cubicBezTo>
                      <a:pt x="65" y="179"/>
                      <a:pt x="45" y="112"/>
                      <a:pt x="45" y="110"/>
                    </a:cubicBezTo>
                    <a:cubicBezTo>
                      <a:pt x="44" y="109"/>
                      <a:pt x="35" y="98"/>
                      <a:pt x="25" y="96"/>
                    </a:cubicBezTo>
                    <a:cubicBezTo>
                      <a:pt x="76" y="5"/>
                      <a:pt x="76" y="5"/>
                      <a:pt x="76" y="5"/>
                    </a:cubicBezTo>
                    <a:lnTo>
                      <a:pt x="68" y="0"/>
                    </a:lnTo>
                    <a:close/>
                  </a:path>
                </a:pathLst>
              </a:custGeom>
              <a:solidFill>
                <a:srgbClr val="FF8B40">
                  <a:alpha val="100000"/>
                </a:srgbClr>
              </a:solidFill>
              <a:ln>
                <a:headEnd type="none"/>
                <a:tailEnd type="none"/>
              </a:ln>
            </p:spPr>
            <p:txBody>
              <a:bodyPr/>
              <a:lstStyle/>
              <a:p>
                <a:endParaRPr lang="zh-CN" altLang="en-US"/>
              </a:p>
            </p:txBody>
          </p:sp>
          <p:sp>
            <p:nvSpPr>
              <p:cNvPr id="50" name="AutoShape 50"/>
              <p:cNvSpPr/>
              <p:nvPr/>
            </p:nvSpPr>
            <p:spPr>
              <a:xfrm>
                <a:off x="3486151" y="3865563"/>
                <a:ext cx="122238" cy="122238"/>
              </a:xfrm>
              <a:custGeom>
                <a:avLst/>
                <a:gdLst/>
                <a:ahLst/>
                <a:cxnLst/>
                <a:rect l="l" t="t" r="r" b="b"/>
                <a:pathLst>
                  <a:path w="17" h="17">
                    <a:moveTo>
                      <a:pt x="13" y="5"/>
                    </a:moveTo>
                    <a:cubicBezTo>
                      <a:pt x="13" y="5"/>
                      <a:pt x="15" y="12"/>
                      <a:pt x="17" y="17"/>
                    </a:cubicBezTo>
                    <a:cubicBezTo>
                      <a:pt x="17" y="17"/>
                      <a:pt x="5" y="17"/>
                      <a:pt x="0" y="11"/>
                    </a:cubicBezTo>
                    <a:cubicBezTo>
                      <a:pt x="5" y="0"/>
                      <a:pt x="5" y="0"/>
                      <a:pt x="5" y="0"/>
                    </a:cubicBezTo>
                    <a:lnTo>
                      <a:pt x="13" y="5"/>
                    </a:lnTo>
                    <a:close/>
                  </a:path>
                </a:pathLst>
              </a:custGeom>
              <a:solidFill>
                <a:srgbClr val="F7D3A9">
                  <a:alpha val="100000"/>
                </a:srgbClr>
              </a:solidFill>
              <a:ln>
                <a:headEnd type="none"/>
                <a:tailEnd type="none"/>
              </a:ln>
            </p:spPr>
            <p:txBody>
              <a:bodyPr/>
              <a:lstStyle/>
              <a:p>
                <a:endParaRPr lang="zh-CN" altLang="en-US"/>
              </a:p>
            </p:txBody>
          </p:sp>
          <p:sp>
            <p:nvSpPr>
              <p:cNvPr id="51" name="AutoShape 51"/>
              <p:cNvSpPr/>
              <p:nvPr/>
            </p:nvSpPr>
            <p:spPr>
              <a:xfrm>
                <a:off x="3451226" y="3643313"/>
                <a:ext cx="222250" cy="315913"/>
              </a:xfrm>
              <a:custGeom>
                <a:avLst/>
                <a:gdLst/>
                <a:ahLst/>
                <a:cxnLst/>
                <a:rect l="l" t="t" r="r" b="b"/>
                <a:pathLst>
                  <a:path w="31" h="44">
                    <a:moveTo>
                      <a:pt x="27" y="13"/>
                    </a:moveTo>
                    <a:cubicBezTo>
                      <a:pt x="27" y="13"/>
                      <a:pt x="31" y="34"/>
                      <a:pt x="27" y="39"/>
                    </a:cubicBezTo>
                    <a:cubicBezTo>
                      <a:pt x="24" y="44"/>
                      <a:pt x="11" y="35"/>
                      <a:pt x="6" y="28"/>
                    </a:cubicBezTo>
                    <a:cubicBezTo>
                      <a:pt x="1" y="20"/>
                      <a:pt x="0" y="3"/>
                      <a:pt x="9" y="1"/>
                    </a:cubicBezTo>
                    <a:cubicBezTo>
                      <a:pt x="17" y="0"/>
                      <a:pt x="25" y="5"/>
                      <a:pt x="27" y="13"/>
                    </a:cubicBezTo>
                    <a:close/>
                  </a:path>
                </a:pathLst>
              </a:custGeom>
              <a:solidFill>
                <a:srgbClr val="F7D3A9">
                  <a:alpha val="100000"/>
                </a:srgbClr>
              </a:solidFill>
              <a:ln>
                <a:headEnd type="none"/>
                <a:tailEnd type="none"/>
              </a:ln>
            </p:spPr>
            <p:txBody>
              <a:bodyPr/>
              <a:lstStyle/>
              <a:p>
                <a:endParaRPr lang="zh-CN" altLang="en-US"/>
              </a:p>
            </p:txBody>
          </p:sp>
          <p:sp>
            <p:nvSpPr>
              <p:cNvPr id="52" name="AutoShape 52"/>
              <p:cNvSpPr/>
              <p:nvPr/>
            </p:nvSpPr>
            <p:spPr>
              <a:xfrm>
                <a:off x="3565526" y="3392488"/>
                <a:ext cx="581025" cy="809625"/>
              </a:xfrm>
              <a:custGeom>
                <a:avLst/>
                <a:gdLst/>
                <a:ahLst/>
                <a:cxnLst/>
                <a:rect l="l" t="t" r="r" b="b"/>
                <a:pathLst>
                  <a:path w="81" h="113">
                    <a:moveTo>
                      <a:pt x="6" y="87"/>
                    </a:moveTo>
                    <a:cubicBezTo>
                      <a:pt x="6" y="87"/>
                      <a:pt x="53" y="57"/>
                      <a:pt x="57" y="51"/>
                    </a:cubicBezTo>
                    <a:cubicBezTo>
                      <a:pt x="61" y="45"/>
                      <a:pt x="71" y="0"/>
                      <a:pt x="71" y="0"/>
                    </a:cubicBezTo>
                    <a:cubicBezTo>
                      <a:pt x="81" y="2"/>
                      <a:pt x="81" y="2"/>
                      <a:pt x="81" y="2"/>
                    </a:cubicBezTo>
                    <a:cubicBezTo>
                      <a:pt x="81" y="2"/>
                      <a:pt x="75" y="53"/>
                      <a:pt x="74" y="58"/>
                    </a:cubicBezTo>
                    <a:cubicBezTo>
                      <a:pt x="72" y="63"/>
                      <a:pt x="26" y="113"/>
                      <a:pt x="15" y="113"/>
                    </a:cubicBezTo>
                    <a:cubicBezTo>
                      <a:pt x="4" y="113"/>
                      <a:pt x="0" y="99"/>
                      <a:pt x="6" y="87"/>
                    </a:cubicBezTo>
                    <a:close/>
                  </a:path>
                </a:pathLst>
              </a:custGeom>
              <a:solidFill>
                <a:srgbClr val="FF8B40">
                  <a:alpha val="100000"/>
                </a:srgbClr>
              </a:solidFill>
              <a:ln>
                <a:headEnd type="none"/>
                <a:tailEnd type="none"/>
              </a:ln>
            </p:spPr>
            <p:txBody>
              <a:bodyPr/>
              <a:lstStyle/>
              <a:p>
                <a:endParaRPr lang="zh-CN" altLang="en-US"/>
              </a:p>
            </p:txBody>
          </p:sp>
          <p:sp>
            <p:nvSpPr>
              <p:cNvPr id="53" name="AutoShape 53"/>
              <p:cNvSpPr/>
              <p:nvPr/>
            </p:nvSpPr>
            <p:spPr>
              <a:xfrm>
                <a:off x="3422651" y="3600450"/>
                <a:ext cx="265113" cy="307975"/>
              </a:xfrm>
              <a:custGeom>
                <a:avLst/>
                <a:gdLst/>
                <a:ahLst/>
                <a:cxnLst/>
                <a:rect l="l" t="t" r="r" b="b"/>
                <a:pathLst>
                  <a:path w="37" h="43">
                    <a:moveTo>
                      <a:pt x="6" y="8"/>
                    </a:moveTo>
                    <a:cubicBezTo>
                      <a:pt x="6" y="8"/>
                      <a:pt x="12" y="0"/>
                      <a:pt x="23" y="2"/>
                    </a:cubicBezTo>
                    <a:cubicBezTo>
                      <a:pt x="34" y="4"/>
                      <a:pt x="37" y="1"/>
                      <a:pt x="37" y="1"/>
                    </a:cubicBezTo>
                    <a:cubicBezTo>
                      <a:pt x="37" y="1"/>
                      <a:pt x="35" y="13"/>
                      <a:pt x="27" y="16"/>
                    </a:cubicBezTo>
                    <a:cubicBezTo>
                      <a:pt x="19" y="19"/>
                      <a:pt x="17" y="18"/>
                      <a:pt x="17" y="18"/>
                    </a:cubicBezTo>
                    <a:cubicBezTo>
                      <a:pt x="17" y="18"/>
                      <a:pt x="21" y="22"/>
                      <a:pt x="22" y="25"/>
                    </a:cubicBezTo>
                    <a:cubicBezTo>
                      <a:pt x="23" y="29"/>
                      <a:pt x="19" y="22"/>
                      <a:pt x="17" y="24"/>
                    </a:cubicBezTo>
                    <a:cubicBezTo>
                      <a:pt x="16" y="26"/>
                      <a:pt x="17" y="32"/>
                      <a:pt x="21" y="31"/>
                    </a:cubicBezTo>
                    <a:cubicBezTo>
                      <a:pt x="24" y="31"/>
                      <a:pt x="22" y="34"/>
                      <a:pt x="21" y="36"/>
                    </a:cubicBezTo>
                    <a:cubicBezTo>
                      <a:pt x="19" y="39"/>
                      <a:pt x="17" y="43"/>
                      <a:pt x="15" y="42"/>
                    </a:cubicBezTo>
                    <a:cubicBezTo>
                      <a:pt x="13" y="41"/>
                      <a:pt x="6" y="36"/>
                      <a:pt x="3" y="28"/>
                    </a:cubicBezTo>
                    <a:cubicBezTo>
                      <a:pt x="0" y="19"/>
                      <a:pt x="0" y="11"/>
                      <a:pt x="6" y="8"/>
                    </a:cubicBezTo>
                    <a:close/>
                  </a:path>
                </a:pathLst>
              </a:custGeom>
              <a:solidFill>
                <a:srgbClr val="544DB8">
                  <a:alpha val="100000"/>
                </a:srgbClr>
              </a:solidFill>
              <a:ln>
                <a:headEnd type="none"/>
                <a:tailEnd type="none"/>
              </a:ln>
            </p:spPr>
            <p:txBody>
              <a:bodyPr/>
              <a:lstStyle/>
              <a:p>
                <a:endParaRPr lang="zh-CN" altLang="en-US"/>
              </a:p>
            </p:txBody>
          </p:sp>
          <p:sp>
            <p:nvSpPr>
              <p:cNvPr id="54" name="AutoShape 54"/>
              <p:cNvSpPr/>
              <p:nvPr/>
            </p:nvSpPr>
            <p:spPr>
              <a:xfrm>
                <a:off x="5178426" y="2089150"/>
                <a:ext cx="1039813" cy="1755775"/>
              </a:xfrm>
              <a:custGeom>
                <a:avLst/>
                <a:gdLst/>
                <a:ahLst/>
                <a:cxnLst/>
                <a:rect l="l" t="t" r="r" b="b"/>
                <a:pathLst>
                  <a:path w="145" h="245">
                    <a:moveTo>
                      <a:pt x="140" y="245"/>
                    </a:moveTo>
                    <a:cubicBezTo>
                      <a:pt x="5" y="245"/>
                      <a:pt x="5" y="245"/>
                      <a:pt x="5" y="245"/>
                    </a:cubicBezTo>
                    <a:cubicBezTo>
                      <a:pt x="2" y="245"/>
                      <a:pt x="0" y="243"/>
                      <a:pt x="0" y="240"/>
                    </a:cubicBezTo>
                    <a:cubicBezTo>
                      <a:pt x="0" y="6"/>
                      <a:pt x="0" y="6"/>
                      <a:pt x="0" y="6"/>
                    </a:cubicBezTo>
                    <a:cubicBezTo>
                      <a:pt x="0" y="3"/>
                      <a:pt x="2" y="0"/>
                      <a:pt x="5" y="0"/>
                    </a:cubicBezTo>
                    <a:cubicBezTo>
                      <a:pt x="140" y="0"/>
                      <a:pt x="140" y="0"/>
                      <a:pt x="140" y="0"/>
                    </a:cubicBezTo>
                    <a:cubicBezTo>
                      <a:pt x="143" y="0"/>
                      <a:pt x="145" y="3"/>
                      <a:pt x="145" y="6"/>
                    </a:cubicBezTo>
                    <a:cubicBezTo>
                      <a:pt x="145" y="240"/>
                      <a:pt x="145" y="240"/>
                      <a:pt x="145" y="240"/>
                    </a:cubicBezTo>
                    <a:cubicBezTo>
                      <a:pt x="145" y="243"/>
                      <a:pt x="143" y="245"/>
                      <a:pt x="140" y="245"/>
                    </a:cubicBezTo>
                    <a:close/>
                  </a:path>
                </a:pathLst>
              </a:custGeom>
              <a:solidFill>
                <a:srgbClr val="E3EAFF">
                  <a:alpha val="100000"/>
                </a:srgbClr>
              </a:solidFill>
              <a:ln>
                <a:headEnd type="none"/>
                <a:tailEnd type="none"/>
              </a:ln>
            </p:spPr>
            <p:txBody>
              <a:bodyPr/>
              <a:lstStyle/>
              <a:p>
                <a:endParaRPr lang="zh-CN" altLang="en-US"/>
              </a:p>
            </p:txBody>
          </p:sp>
          <p:sp>
            <p:nvSpPr>
              <p:cNvPr id="55" name="AutoShape 55"/>
              <p:cNvSpPr/>
              <p:nvPr/>
            </p:nvSpPr>
            <p:spPr>
              <a:xfrm>
                <a:off x="5357813" y="2232025"/>
                <a:ext cx="673100" cy="150813"/>
              </a:xfrm>
              <a:custGeom>
                <a:avLst/>
                <a:gdLst/>
                <a:ahLst/>
                <a:cxnLst/>
                <a:rect l="l" t="t" r="r" b="b"/>
                <a:pathLst>
                  <a:path w="94" h="21">
                    <a:moveTo>
                      <a:pt x="89" y="21"/>
                    </a:moveTo>
                    <a:cubicBezTo>
                      <a:pt x="4" y="21"/>
                      <a:pt x="4" y="21"/>
                      <a:pt x="4" y="21"/>
                    </a:cubicBezTo>
                    <a:cubicBezTo>
                      <a:pt x="1" y="21"/>
                      <a:pt x="0" y="19"/>
                      <a:pt x="0" y="17"/>
                    </a:cubicBezTo>
                    <a:cubicBezTo>
                      <a:pt x="0" y="4"/>
                      <a:pt x="0" y="4"/>
                      <a:pt x="0" y="4"/>
                    </a:cubicBezTo>
                    <a:cubicBezTo>
                      <a:pt x="0" y="2"/>
                      <a:pt x="1" y="0"/>
                      <a:pt x="4" y="0"/>
                    </a:cubicBezTo>
                    <a:cubicBezTo>
                      <a:pt x="89" y="0"/>
                      <a:pt x="89" y="0"/>
                      <a:pt x="89" y="0"/>
                    </a:cubicBezTo>
                    <a:cubicBezTo>
                      <a:pt x="92" y="0"/>
                      <a:pt x="94" y="2"/>
                      <a:pt x="94" y="4"/>
                    </a:cubicBezTo>
                    <a:cubicBezTo>
                      <a:pt x="94" y="17"/>
                      <a:pt x="94" y="17"/>
                      <a:pt x="94" y="17"/>
                    </a:cubicBezTo>
                    <a:cubicBezTo>
                      <a:pt x="94" y="19"/>
                      <a:pt x="92" y="21"/>
                      <a:pt x="89" y="21"/>
                    </a:cubicBezTo>
                    <a:close/>
                  </a:path>
                </a:pathLst>
              </a:custGeom>
              <a:solidFill>
                <a:srgbClr val="6DB8FF">
                  <a:alpha val="100000"/>
                </a:srgbClr>
              </a:solidFill>
              <a:ln>
                <a:headEnd type="none"/>
                <a:tailEnd type="none"/>
              </a:ln>
            </p:spPr>
            <p:txBody>
              <a:bodyPr/>
              <a:lstStyle/>
              <a:p>
                <a:endParaRPr lang="zh-CN" altLang="en-US"/>
              </a:p>
            </p:txBody>
          </p:sp>
          <p:sp>
            <p:nvSpPr>
              <p:cNvPr id="56" name="AutoShape 56"/>
              <p:cNvSpPr/>
              <p:nvPr/>
            </p:nvSpPr>
            <p:spPr>
              <a:xfrm>
                <a:off x="5386388" y="3092450"/>
                <a:ext cx="250825" cy="114300"/>
              </a:xfrm>
              <a:custGeom>
                <a:avLst/>
                <a:gdLst/>
                <a:ahLst/>
                <a:cxnLst/>
                <a:rect l="l" t="t" r="r" b="b"/>
                <a:pathLst>
                  <a:path w="35" h="16">
                    <a:moveTo>
                      <a:pt x="27" y="16"/>
                    </a:moveTo>
                    <a:cubicBezTo>
                      <a:pt x="8" y="16"/>
                      <a:pt x="8" y="16"/>
                      <a:pt x="8" y="16"/>
                    </a:cubicBezTo>
                    <a:cubicBezTo>
                      <a:pt x="4" y="16"/>
                      <a:pt x="0" y="13"/>
                      <a:pt x="0" y="8"/>
                    </a:cubicBezTo>
                    <a:cubicBezTo>
                      <a:pt x="0" y="4"/>
                      <a:pt x="4" y="0"/>
                      <a:pt x="8" y="0"/>
                    </a:cubicBezTo>
                    <a:cubicBezTo>
                      <a:pt x="27" y="0"/>
                      <a:pt x="27" y="0"/>
                      <a:pt x="27" y="0"/>
                    </a:cubicBezTo>
                    <a:cubicBezTo>
                      <a:pt x="31" y="0"/>
                      <a:pt x="35" y="4"/>
                      <a:pt x="35" y="8"/>
                    </a:cubicBezTo>
                    <a:cubicBezTo>
                      <a:pt x="35" y="13"/>
                      <a:pt x="31" y="16"/>
                      <a:pt x="27" y="16"/>
                    </a:cubicBezTo>
                    <a:close/>
                  </a:path>
                </a:pathLst>
              </a:custGeom>
              <a:solidFill>
                <a:srgbClr val="6DB8FF">
                  <a:alpha val="100000"/>
                </a:srgbClr>
              </a:solidFill>
              <a:ln>
                <a:headEnd type="none"/>
                <a:tailEnd type="none"/>
              </a:ln>
            </p:spPr>
            <p:txBody>
              <a:bodyPr/>
              <a:lstStyle/>
              <a:p>
                <a:endParaRPr lang="zh-CN" altLang="en-US"/>
              </a:p>
            </p:txBody>
          </p:sp>
          <p:sp>
            <p:nvSpPr>
              <p:cNvPr id="57" name="AutoShape 57"/>
              <p:cNvSpPr/>
              <p:nvPr/>
            </p:nvSpPr>
            <p:spPr>
              <a:xfrm>
                <a:off x="5773738" y="3092450"/>
                <a:ext cx="250825" cy="114300"/>
              </a:xfrm>
              <a:custGeom>
                <a:avLst/>
                <a:gdLst/>
                <a:ahLst/>
                <a:cxnLst/>
                <a:rect l="l" t="t" r="r" b="b"/>
                <a:pathLst>
                  <a:path w="35" h="16">
                    <a:moveTo>
                      <a:pt x="27" y="16"/>
                    </a:moveTo>
                    <a:cubicBezTo>
                      <a:pt x="8" y="16"/>
                      <a:pt x="8" y="16"/>
                      <a:pt x="8" y="16"/>
                    </a:cubicBezTo>
                    <a:cubicBezTo>
                      <a:pt x="4" y="16"/>
                      <a:pt x="0" y="13"/>
                      <a:pt x="0" y="8"/>
                    </a:cubicBezTo>
                    <a:cubicBezTo>
                      <a:pt x="0" y="4"/>
                      <a:pt x="4" y="0"/>
                      <a:pt x="8" y="0"/>
                    </a:cubicBezTo>
                    <a:cubicBezTo>
                      <a:pt x="27" y="0"/>
                      <a:pt x="27" y="0"/>
                      <a:pt x="27" y="0"/>
                    </a:cubicBezTo>
                    <a:cubicBezTo>
                      <a:pt x="31" y="0"/>
                      <a:pt x="35" y="4"/>
                      <a:pt x="35" y="8"/>
                    </a:cubicBezTo>
                    <a:cubicBezTo>
                      <a:pt x="35" y="13"/>
                      <a:pt x="31" y="16"/>
                      <a:pt x="27" y="16"/>
                    </a:cubicBezTo>
                    <a:close/>
                  </a:path>
                </a:pathLst>
              </a:custGeom>
              <a:solidFill>
                <a:srgbClr val="9570EE">
                  <a:alpha val="100000"/>
                </a:srgbClr>
              </a:solidFill>
              <a:ln>
                <a:headEnd type="none"/>
                <a:tailEnd type="none"/>
              </a:ln>
            </p:spPr>
            <p:txBody>
              <a:bodyPr/>
              <a:lstStyle/>
              <a:p>
                <a:endParaRPr lang="zh-CN" altLang="en-US"/>
              </a:p>
            </p:txBody>
          </p:sp>
          <p:sp>
            <p:nvSpPr>
              <p:cNvPr id="58" name="AutoShape 58"/>
              <p:cNvSpPr/>
              <p:nvPr/>
            </p:nvSpPr>
            <p:spPr>
              <a:xfrm>
                <a:off x="5335588" y="2533650"/>
                <a:ext cx="723900" cy="106363"/>
              </a:xfrm>
              <a:prstGeom prst="rect">
                <a:avLst/>
              </a:prstGeom>
              <a:solidFill>
                <a:srgbClr val="F9FBFC">
                  <a:alpha val="100000"/>
                </a:srgbClr>
              </a:solidFill>
              <a:ln>
                <a:headEnd type="none"/>
                <a:tailEnd type="none"/>
              </a:ln>
            </p:spPr>
            <p:txBody>
              <a:bodyPr/>
              <a:lstStyle/>
              <a:p>
                <a:endParaRPr lang="zh-CN" altLang="en-US"/>
              </a:p>
            </p:txBody>
          </p:sp>
          <p:sp>
            <p:nvSpPr>
              <p:cNvPr id="59" name="AutoShape 59"/>
              <p:cNvSpPr/>
              <p:nvPr/>
            </p:nvSpPr>
            <p:spPr>
              <a:xfrm>
                <a:off x="5335588" y="2727325"/>
                <a:ext cx="723900" cy="106363"/>
              </a:xfrm>
              <a:prstGeom prst="rect">
                <a:avLst/>
              </a:prstGeom>
              <a:solidFill>
                <a:srgbClr val="F9FBFC">
                  <a:alpha val="100000"/>
                </a:srgbClr>
              </a:solidFill>
              <a:ln>
                <a:headEnd type="none"/>
                <a:tailEnd type="none"/>
              </a:ln>
            </p:spPr>
            <p:txBody>
              <a:bodyPr/>
              <a:lstStyle/>
              <a:p>
                <a:endParaRPr lang="zh-CN" altLang="en-US"/>
              </a:p>
            </p:txBody>
          </p:sp>
          <p:sp>
            <p:nvSpPr>
              <p:cNvPr id="60" name="AutoShape 60"/>
              <p:cNvSpPr/>
              <p:nvPr/>
            </p:nvSpPr>
            <p:spPr>
              <a:xfrm>
                <a:off x="5494338" y="2905125"/>
                <a:ext cx="414338" cy="28575"/>
              </a:xfrm>
              <a:prstGeom prst="rect">
                <a:avLst/>
              </a:prstGeom>
              <a:solidFill>
                <a:srgbClr val="CDD4FF">
                  <a:alpha val="100000"/>
                </a:srgbClr>
              </a:solidFill>
              <a:ln>
                <a:headEnd type="none"/>
                <a:tailEnd type="none"/>
              </a:ln>
            </p:spPr>
            <p:txBody>
              <a:bodyPr/>
              <a:lstStyle/>
              <a:p>
                <a:endParaRPr lang="zh-CN" altLang="en-US"/>
              </a:p>
            </p:txBody>
          </p:sp>
          <p:sp>
            <p:nvSpPr>
              <p:cNvPr id="61" name="AutoShape 61"/>
              <p:cNvSpPr/>
              <p:nvPr/>
            </p:nvSpPr>
            <p:spPr>
              <a:xfrm>
                <a:off x="6913563" y="3228975"/>
                <a:ext cx="1590675" cy="293688"/>
              </a:xfrm>
              <a:custGeom>
                <a:avLst/>
                <a:gdLst/>
                <a:ahLst/>
                <a:cxnLst/>
                <a:rect l="l" t="t" r="r" b="b"/>
                <a:pathLst>
                  <a:path w="221" h="41">
                    <a:moveTo>
                      <a:pt x="202" y="41"/>
                    </a:moveTo>
                    <a:cubicBezTo>
                      <a:pt x="21" y="41"/>
                      <a:pt x="21" y="41"/>
                      <a:pt x="21" y="41"/>
                    </a:cubicBezTo>
                    <a:cubicBezTo>
                      <a:pt x="9" y="41"/>
                      <a:pt x="0" y="32"/>
                      <a:pt x="0" y="21"/>
                    </a:cubicBezTo>
                    <a:cubicBezTo>
                      <a:pt x="0" y="9"/>
                      <a:pt x="9" y="0"/>
                      <a:pt x="21" y="0"/>
                    </a:cubicBezTo>
                    <a:cubicBezTo>
                      <a:pt x="202" y="0"/>
                      <a:pt x="202" y="0"/>
                      <a:pt x="202" y="0"/>
                    </a:cubicBezTo>
                    <a:cubicBezTo>
                      <a:pt x="213" y="0"/>
                      <a:pt x="222" y="9"/>
                      <a:pt x="222" y="21"/>
                    </a:cubicBezTo>
                    <a:cubicBezTo>
                      <a:pt x="222" y="32"/>
                      <a:pt x="213" y="41"/>
                      <a:pt x="202" y="41"/>
                    </a:cubicBezTo>
                    <a:close/>
                  </a:path>
                </a:pathLst>
              </a:custGeom>
              <a:solidFill>
                <a:srgbClr val="9570EE">
                  <a:alpha val="100000"/>
                </a:srgbClr>
              </a:solidFill>
              <a:ln>
                <a:headEnd type="none"/>
                <a:tailEnd type="none"/>
              </a:ln>
            </p:spPr>
            <p:txBody>
              <a:bodyPr/>
              <a:lstStyle/>
              <a:p>
                <a:endParaRPr lang="zh-CN" altLang="en-US"/>
              </a:p>
            </p:txBody>
          </p:sp>
          <p:sp>
            <p:nvSpPr>
              <p:cNvPr id="62" name="AutoShape 62"/>
              <p:cNvSpPr/>
              <p:nvPr/>
            </p:nvSpPr>
            <p:spPr>
              <a:xfrm>
                <a:off x="6303963" y="2052638"/>
                <a:ext cx="1046163" cy="236538"/>
              </a:xfrm>
              <a:custGeom>
                <a:avLst/>
                <a:gdLst/>
                <a:ahLst/>
                <a:cxnLst/>
                <a:rect l="l" t="t" r="r" b="b"/>
                <a:pathLst>
                  <a:path w="146" h="33">
                    <a:moveTo>
                      <a:pt x="130" y="33"/>
                    </a:moveTo>
                    <a:cubicBezTo>
                      <a:pt x="17" y="33"/>
                      <a:pt x="17" y="33"/>
                      <a:pt x="17" y="33"/>
                    </a:cubicBezTo>
                    <a:cubicBezTo>
                      <a:pt x="8" y="33"/>
                      <a:pt x="0" y="26"/>
                      <a:pt x="0" y="17"/>
                    </a:cubicBezTo>
                    <a:cubicBezTo>
                      <a:pt x="0" y="8"/>
                      <a:pt x="8" y="0"/>
                      <a:pt x="17" y="0"/>
                    </a:cubicBezTo>
                    <a:cubicBezTo>
                      <a:pt x="130" y="0"/>
                      <a:pt x="130" y="0"/>
                      <a:pt x="130" y="0"/>
                    </a:cubicBezTo>
                    <a:cubicBezTo>
                      <a:pt x="139" y="0"/>
                      <a:pt x="146" y="8"/>
                      <a:pt x="146" y="17"/>
                    </a:cubicBezTo>
                    <a:cubicBezTo>
                      <a:pt x="146" y="26"/>
                      <a:pt x="139" y="33"/>
                      <a:pt x="130" y="33"/>
                    </a:cubicBezTo>
                    <a:close/>
                  </a:path>
                </a:pathLst>
              </a:custGeom>
              <a:solidFill>
                <a:srgbClr val="E3EAFF">
                  <a:alpha val="100000"/>
                </a:srgbClr>
              </a:solidFill>
              <a:ln>
                <a:headEnd type="none"/>
                <a:tailEnd type="none"/>
              </a:ln>
            </p:spPr>
            <p:txBody>
              <a:bodyPr/>
              <a:lstStyle/>
              <a:p>
                <a:endParaRPr lang="zh-CN" altLang="en-US"/>
              </a:p>
            </p:txBody>
          </p:sp>
          <p:sp>
            <p:nvSpPr>
              <p:cNvPr id="63" name="AutoShape 63"/>
              <p:cNvSpPr/>
              <p:nvPr/>
            </p:nvSpPr>
            <p:spPr>
              <a:xfrm>
                <a:off x="6540501" y="2138363"/>
                <a:ext cx="79375" cy="73025"/>
              </a:xfrm>
              <a:prstGeom prst="ellipse">
                <a:avLst/>
              </a:prstGeom>
              <a:solidFill>
                <a:srgbClr val="FFC240">
                  <a:alpha val="100000"/>
                </a:srgbClr>
              </a:solidFill>
              <a:ln>
                <a:headEnd type="none"/>
                <a:tailEnd type="none"/>
              </a:ln>
            </p:spPr>
            <p:txBody>
              <a:bodyPr/>
              <a:lstStyle/>
              <a:p>
                <a:endParaRPr lang="zh-CN" altLang="en-US"/>
              </a:p>
            </p:txBody>
          </p:sp>
          <p:sp>
            <p:nvSpPr>
              <p:cNvPr id="64" name="AutoShape 64"/>
              <p:cNvSpPr/>
              <p:nvPr/>
            </p:nvSpPr>
            <p:spPr>
              <a:xfrm>
                <a:off x="6797676" y="2138363"/>
                <a:ext cx="73025" cy="73025"/>
              </a:xfrm>
              <a:prstGeom prst="ellipse">
                <a:avLst/>
              </a:prstGeom>
              <a:solidFill>
                <a:srgbClr val="90C240">
                  <a:alpha val="100000"/>
                </a:srgbClr>
              </a:solidFill>
              <a:ln>
                <a:headEnd type="none"/>
                <a:tailEnd type="none"/>
              </a:ln>
            </p:spPr>
            <p:txBody>
              <a:bodyPr/>
              <a:lstStyle/>
              <a:p>
                <a:endParaRPr lang="zh-CN" altLang="en-US"/>
              </a:p>
            </p:txBody>
          </p:sp>
          <p:sp>
            <p:nvSpPr>
              <p:cNvPr id="65" name="AutoShape 65"/>
              <p:cNvSpPr/>
              <p:nvPr/>
            </p:nvSpPr>
            <p:spPr>
              <a:xfrm>
                <a:off x="7034213" y="2138363"/>
                <a:ext cx="73025" cy="73025"/>
              </a:xfrm>
              <a:prstGeom prst="ellipse">
                <a:avLst/>
              </a:prstGeom>
              <a:solidFill>
                <a:srgbClr val="EB4F24">
                  <a:alpha val="100000"/>
                </a:srgbClr>
              </a:solidFill>
              <a:ln>
                <a:headEnd type="none"/>
                <a:tailEnd type="none"/>
              </a:ln>
            </p:spPr>
            <p:txBody>
              <a:bodyPr/>
              <a:lstStyle/>
              <a:p>
                <a:endParaRPr lang="zh-CN" altLang="en-US"/>
              </a:p>
            </p:txBody>
          </p:sp>
          <p:sp>
            <p:nvSpPr>
              <p:cNvPr id="66" name="AutoShape 66"/>
              <p:cNvSpPr/>
              <p:nvPr/>
            </p:nvSpPr>
            <p:spPr>
              <a:xfrm>
                <a:off x="4024313" y="3049588"/>
                <a:ext cx="179388" cy="179388"/>
              </a:xfrm>
              <a:prstGeom prst="ellipse">
                <a:avLst/>
              </a:prstGeom>
              <a:solidFill>
                <a:srgbClr val="FFFFFF">
                  <a:alpha val="100000"/>
                </a:srgbClr>
              </a:solidFill>
              <a:ln>
                <a:headEnd type="none"/>
                <a:tailEnd type="none"/>
              </a:ln>
            </p:spPr>
            <p:txBody>
              <a:bodyPr/>
              <a:lstStyle/>
              <a:p>
                <a:endParaRPr lang="zh-CN" altLang="en-US"/>
              </a:p>
            </p:txBody>
          </p:sp>
          <p:sp>
            <p:nvSpPr>
              <p:cNvPr id="67" name="AutoShape 67"/>
              <p:cNvSpPr/>
              <p:nvPr/>
            </p:nvSpPr>
            <p:spPr>
              <a:xfrm>
                <a:off x="3981451" y="2992438"/>
                <a:ext cx="271463" cy="257175"/>
              </a:xfrm>
              <a:custGeom>
                <a:avLst/>
                <a:gdLst/>
                <a:ahLst/>
                <a:cxnLst/>
                <a:rect l="l" t="t" r="r" b="b"/>
                <a:pathLst>
                  <a:path w="38" h="36">
                    <a:moveTo>
                      <a:pt x="32" y="6"/>
                    </a:moveTo>
                    <a:cubicBezTo>
                      <a:pt x="30" y="6"/>
                      <a:pt x="30" y="6"/>
                      <a:pt x="30" y="6"/>
                    </a:cubicBezTo>
                    <a:cubicBezTo>
                      <a:pt x="26" y="1"/>
                      <a:pt x="26" y="1"/>
                      <a:pt x="26" y="1"/>
                    </a:cubicBezTo>
                    <a:cubicBezTo>
                      <a:pt x="26" y="1"/>
                      <a:pt x="26" y="0"/>
                      <a:pt x="25" y="0"/>
                    </a:cubicBezTo>
                    <a:cubicBezTo>
                      <a:pt x="13" y="0"/>
                      <a:pt x="13" y="0"/>
                      <a:pt x="13" y="0"/>
                    </a:cubicBezTo>
                    <a:cubicBezTo>
                      <a:pt x="12" y="0"/>
                      <a:pt x="12" y="1"/>
                      <a:pt x="11" y="1"/>
                    </a:cubicBezTo>
                    <a:cubicBezTo>
                      <a:pt x="8" y="6"/>
                      <a:pt x="8" y="6"/>
                      <a:pt x="8" y="6"/>
                    </a:cubicBezTo>
                    <a:cubicBezTo>
                      <a:pt x="6" y="6"/>
                      <a:pt x="6" y="6"/>
                      <a:pt x="6" y="6"/>
                    </a:cubicBezTo>
                    <a:cubicBezTo>
                      <a:pt x="3" y="6"/>
                      <a:pt x="0" y="8"/>
                      <a:pt x="0" y="12"/>
                    </a:cubicBezTo>
                    <a:cubicBezTo>
                      <a:pt x="0" y="30"/>
                      <a:pt x="0" y="30"/>
                      <a:pt x="0" y="30"/>
                    </a:cubicBezTo>
                    <a:cubicBezTo>
                      <a:pt x="0" y="34"/>
                      <a:pt x="3" y="36"/>
                      <a:pt x="6" y="36"/>
                    </a:cubicBezTo>
                    <a:cubicBezTo>
                      <a:pt x="32" y="36"/>
                      <a:pt x="32" y="36"/>
                      <a:pt x="32" y="36"/>
                    </a:cubicBezTo>
                    <a:cubicBezTo>
                      <a:pt x="35" y="36"/>
                      <a:pt x="38" y="34"/>
                      <a:pt x="38" y="30"/>
                    </a:cubicBezTo>
                    <a:cubicBezTo>
                      <a:pt x="38" y="12"/>
                      <a:pt x="38" y="12"/>
                      <a:pt x="38" y="12"/>
                    </a:cubicBezTo>
                    <a:cubicBezTo>
                      <a:pt x="38" y="8"/>
                      <a:pt x="35" y="6"/>
                      <a:pt x="32" y="6"/>
                    </a:cubicBezTo>
                    <a:close/>
                    <a:moveTo>
                      <a:pt x="19" y="30"/>
                    </a:moveTo>
                    <a:cubicBezTo>
                      <a:pt x="14" y="30"/>
                      <a:pt x="10" y="26"/>
                      <a:pt x="10" y="21"/>
                    </a:cubicBezTo>
                    <a:cubicBezTo>
                      <a:pt x="10" y="16"/>
                      <a:pt x="14" y="12"/>
                      <a:pt x="19" y="12"/>
                    </a:cubicBezTo>
                    <a:cubicBezTo>
                      <a:pt x="24" y="12"/>
                      <a:pt x="28" y="16"/>
                      <a:pt x="28" y="21"/>
                    </a:cubicBezTo>
                    <a:cubicBezTo>
                      <a:pt x="28" y="26"/>
                      <a:pt x="24" y="30"/>
                      <a:pt x="19" y="30"/>
                    </a:cubicBezTo>
                    <a:close/>
                  </a:path>
                </a:pathLst>
              </a:custGeom>
              <a:solidFill>
                <a:srgbClr val="9570EE">
                  <a:alpha val="100000"/>
                </a:srgbClr>
              </a:solidFill>
              <a:ln>
                <a:headEnd type="none"/>
                <a:tailEnd type="none"/>
              </a:ln>
            </p:spPr>
            <p:txBody>
              <a:bodyPr/>
              <a:lstStyle/>
              <a:p>
                <a:endParaRPr lang="zh-CN" altLang="en-US"/>
              </a:p>
            </p:txBody>
          </p:sp>
          <p:sp>
            <p:nvSpPr>
              <p:cNvPr id="68" name="AutoShape 68"/>
              <p:cNvSpPr/>
              <p:nvPr/>
            </p:nvSpPr>
            <p:spPr>
              <a:xfrm>
                <a:off x="4075113" y="3098800"/>
                <a:ext cx="85725" cy="85725"/>
              </a:xfrm>
              <a:prstGeom prst="ellipse">
                <a:avLst/>
              </a:prstGeom>
              <a:solidFill>
                <a:srgbClr val="6DB8FF">
                  <a:alpha val="100000"/>
                </a:srgbClr>
              </a:solidFill>
              <a:ln>
                <a:headEnd type="none"/>
                <a:tailEnd type="none"/>
              </a:ln>
            </p:spPr>
            <p:txBody>
              <a:bodyPr/>
              <a:lstStyle/>
              <a:p>
                <a:endParaRPr lang="zh-CN" altLang="en-US"/>
              </a:p>
            </p:txBody>
          </p:sp>
          <p:sp>
            <p:nvSpPr>
              <p:cNvPr id="69" name="AutoShape 69"/>
              <p:cNvSpPr/>
              <p:nvPr/>
            </p:nvSpPr>
            <p:spPr>
              <a:xfrm>
                <a:off x="6611938" y="2533650"/>
                <a:ext cx="795338" cy="522288"/>
              </a:xfrm>
              <a:custGeom>
                <a:avLst/>
                <a:gdLst/>
                <a:ahLst/>
                <a:cxnLst/>
                <a:rect l="l" t="t" r="r" b="b"/>
                <a:pathLst>
                  <a:path w="110" h="73">
                    <a:moveTo>
                      <a:pt x="103" y="73"/>
                    </a:moveTo>
                    <a:cubicBezTo>
                      <a:pt x="8" y="73"/>
                      <a:pt x="8" y="73"/>
                      <a:pt x="8" y="73"/>
                    </a:cubicBezTo>
                    <a:cubicBezTo>
                      <a:pt x="4" y="73"/>
                      <a:pt x="0" y="70"/>
                      <a:pt x="0" y="65"/>
                    </a:cubicBezTo>
                    <a:cubicBezTo>
                      <a:pt x="0" y="9"/>
                      <a:pt x="0" y="9"/>
                      <a:pt x="0" y="9"/>
                    </a:cubicBezTo>
                    <a:cubicBezTo>
                      <a:pt x="0" y="4"/>
                      <a:pt x="4" y="0"/>
                      <a:pt x="8" y="0"/>
                    </a:cubicBezTo>
                    <a:cubicBezTo>
                      <a:pt x="103" y="0"/>
                      <a:pt x="103" y="0"/>
                      <a:pt x="103" y="0"/>
                    </a:cubicBezTo>
                    <a:cubicBezTo>
                      <a:pt x="108" y="0"/>
                      <a:pt x="111" y="4"/>
                      <a:pt x="111" y="9"/>
                    </a:cubicBezTo>
                    <a:cubicBezTo>
                      <a:pt x="111" y="65"/>
                      <a:pt x="111" y="65"/>
                      <a:pt x="111" y="65"/>
                    </a:cubicBezTo>
                    <a:cubicBezTo>
                      <a:pt x="111" y="70"/>
                      <a:pt x="108" y="73"/>
                      <a:pt x="103" y="73"/>
                    </a:cubicBezTo>
                    <a:close/>
                  </a:path>
                </a:pathLst>
              </a:custGeom>
              <a:solidFill>
                <a:srgbClr val="E3EAFF">
                  <a:alpha val="100000"/>
                </a:srgbClr>
              </a:solidFill>
              <a:ln>
                <a:headEnd type="none"/>
                <a:tailEnd type="none"/>
              </a:ln>
            </p:spPr>
            <p:txBody>
              <a:bodyPr/>
              <a:lstStyle/>
              <a:p>
                <a:endParaRPr lang="zh-CN" altLang="en-US"/>
              </a:p>
            </p:txBody>
          </p:sp>
          <p:sp>
            <p:nvSpPr>
              <p:cNvPr id="70" name="AutoShape 70"/>
              <p:cNvSpPr/>
              <p:nvPr/>
            </p:nvSpPr>
            <p:spPr>
              <a:xfrm>
                <a:off x="6683376" y="2576513"/>
                <a:ext cx="660400" cy="214313"/>
              </a:xfrm>
              <a:custGeom>
                <a:avLst/>
                <a:gdLst/>
                <a:ahLst/>
                <a:cxnLst/>
                <a:rect l="l" t="t" r="r" b="b"/>
                <a:pathLst>
                  <a:path w="92" h="30">
                    <a:moveTo>
                      <a:pt x="46" y="30"/>
                    </a:moveTo>
                    <a:cubicBezTo>
                      <a:pt x="46" y="30"/>
                      <a:pt x="46" y="30"/>
                      <a:pt x="46" y="30"/>
                    </a:cubicBezTo>
                    <a:cubicBezTo>
                      <a:pt x="45" y="30"/>
                      <a:pt x="45" y="30"/>
                      <a:pt x="44" y="30"/>
                    </a:cubicBezTo>
                    <a:cubicBezTo>
                      <a:pt x="1" y="6"/>
                      <a:pt x="1" y="6"/>
                      <a:pt x="1" y="6"/>
                    </a:cubicBezTo>
                    <a:cubicBezTo>
                      <a:pt x="0" y="5"/>
                      <a:pt x="0" y="4"/>
                      <a:pt x="0" y="2"/>
                    </a:cubicBezTo>
                    <a:cubicBezTo>
                      <a:pt x="1" y="1"/>
                      <a:pt x="3" y="0"/>
                      <a:pt x="4" y="1"/>
                    </a:cubicBezTo>
                    <a:cubicBezTo>
                      <a:pt x="46" y="24"/>
                      <a:pt x="46" y="24"/>
                      <a:pt x="46" y="24"/>
                    </a:cubicBezTo>
                    <a:cubicBezTo>
                      <a:pt x="87" y="1"/>
                      <a:pt x="87" y="1"/>
                      <a:pt x="87" y="1"/>
                    </a:cubicBezTo>
                    <a:cubicBezTo>
                      <a:pt x="89" y="0"/>
                      <a:pt x="91" y="1"/>
                      <a:pt x="91" y="2"/>
                    </a:cubicBezTo>
                    <a:cubicBezTo>
                      <a:pt x="92" y="4"/>
                      <a:pt x="92" y="5"/>
                      <a:pt x="90" y="6"/>
                    </a:cubicBezTo>
                    <a:cubicBezTo>
                      <a:pt x="47" y="30"/>
                      <a:pt x="47" y="30"/>
                      <a:pt x="47" y="30"/>
                    </a:cubicBezTo>
                    <a:cubicBezTo>
                      <a:pt x="47" y="30"/>
                      <a:pt x="46" y="30"/>
                      <a:pt x="46" y="30"/>
                    </a:cubicBezTo>
                    <a:close/>
                  </a:path>
                </a:pathLst>
              </a:custGeom>
              <a:solidFill>
                <a:srgbClr val="FD4940">
                  <a:alpha val="100000"/>
                </a:srgbClr>
              </a:solidFill>
              <a:ln>
                <a:headEnd type="none"/>
                <a:tailEnd type="none"/>
              </a:ln>
            </p:spPr>
            <p:txBody>
              <a:bodyPr/>
              <a:lstStyle/>
              <a:p>
                <a:endParaRPr lang="zh-CN" altLang="en-US"/>
              </a:p>
            </p:txBody>
          </p:sp>
          <p:sp>
            <p:nvSpPr>
              <p:cNvPr id="71" name="AutoShape 71"/>
              <p:cNvSpPr/>
              <p:nvPr/>
            </p:nvSpPr>
            <p:spPr>
              <a:xfrm>
                <a:off x="7594601" y="1730375"/>
                <a:ext cx="989013" cy="1276350"/>
              </a:xfrm>
              <a:custGeom>
                <a:avLst/>
                <a:gdLst/>
                <a:ahLst/>
                <a:cxnLst/>
                <a:rect l="l" t="t" r="r" b="b"/>
                <a:pathLst>
                  <a:path w="138" h="178">
                    <a:moveTo>
                      <a:pt x="130" y="178"/>
                    </a:moveTo>
                    <a:cubicBezTo>
                      <a:pt x="7" y="178"/>
                      <a:pt x="7" y="178"/>
                      <a:pt x="7" y="178"/>
                    </a:cubicBezTo>
                    <a:cubicBezTo>
                      <a:pt x="3" y="178"/>
                      <a:pt x="0" y="175"/>
                      <a:pt x="0" y="171"/>
                    </a:cubicBezTo>
                    <a:cubicBezTo>
                      <a:pt x="0" y="7"/>
                      <a:pt x="0" y="7"/>
                      <a:pt x="0" y="7"/>
                    </a:cubicBezTo>
                    <a:cubicBezTo>
                      <a:pt x="0" y="3"/>
                      <a:pt x="3" y="0"/>
                      <a:pt x="7" y="0"/>
                    </a:cubicBezTo>
                    <a:cubicBezTo>
                      <a:pt x="130" y="0"/>
                      <a:pt x="130" y="0"/>
                      <a:pt x="130" y="0"/>
                    </a:cubicBezTo>
                    <a:cubicBezTo>
                      <a:pt x="134" y="0"/>
                      <a:pt x="138" y="3"/>
                      <a:pt x="138" y="7"/>
                    </a:cubicBezTo>
                    <a:cubicBezTo>
                      <a:pt x="138" y="171"/>
                      <a:pt x="138" y="171"/>
                      <a:pt x="138" y="171"/>
                    </a:cubicBezTo>
                    <a:cubicBezTo>
                      <a:pt x="138" y="175"/>
                      <a:pt x="134" y="178"/>
                      <a:pt x="130" y="178"/>
                    </a:cubicBezTo>
                    <a:close/>
                  </a:path>
                </a:pathLst>
              </a:custGeom>
              <a:solidFill>
                <a:srgbClr val="544DB8">
                  <a:alpha val="100000"/>
                </a:srgbClr>
              </a:solidFill>
              <a:ln>
                <a:headEnd type="none"/>
                <a:tailEnd type="none"/>
              </a:ln>
            </p:spPr>
            <p:txBody>
              <a:bodyPr/>
              <a:lstStyle/>
              <a:p>
                <a:endParaRPr lang="zh-CN" altLang="en-US"/>
              </a:p>
            </p:txBody>
          </p:sp>
          <p:sp>
            <p:nvSpPr>
              <p:cNvPr id="72" name="AutoShape 72"/>
              <p:cNvSpPr/>
              <p:nvPr/>
            </p:nvSpPr>
            <p:spPr>
              <a:xfrm>
                <a:off x="7737476" y="1873250"/>
                <a:ext cx="79375" cy="22225"/>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00CCFF">
                  <a:alpha val="100000"/>
                </a:srgbClr>
              </a:solidFill>
              <a:ln>
                <a:headEnd type="none"/>
                <a:tailEnd type="none"/>
              </a:ln>
            </p:spPr>
            <p:txBody>
              <a:bodyPr/>
              <a:lstStyle/>
              <a:p>
                <a:endParaRPr lang="zh-CN" altLang="en-US"/>
              </a:p>
            </p:txBody>
          </p:sp>
          <p:sp>
            <p:nvSpPr>
              <p:cNvPr id="73" name="AutoShape 73"/>
              <p:cNvSpPr/>
              <p:nvPr/>
            </p:nvSpPr>
            <p:spPr>
              <a:xfrm>
                <a:off x="7837488" y="1873250"/>
                <a:ext cx="387350" cy="22225"/>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00CCFF">
                  <a:alpha val="100000"/>
                </a:srgbClr>
              </a:solidFill>
              <a:ln>
                <a:headEnd type="none"/>
                <a:tailEnd type="none"/>
              </a:ln>
            </p:spPr>
            <p:txBody>
              <a:bodyPr/>
              <a:lstStyle/>
              <a:p>
                <a:endParaRPr lang="zh-CN" altLang="en-US"/>
              </a:p>
            </p:txBody>
          </p:sp>
          <p:sp>
            <p:nvSpPr>
              <p:cNvPr id="74" name="AutoShape 74"/>
              <p:cNvSpPr/>
              <p:nvPr/>
            </p:nvSpPr>
            <p:spPr>
              <a:xfrm>
                <a:off x="7837488" y="1924050"/>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FF56A9">
                  <a:alpha val="100000"/>
                </a:srgbClr>
              </a:solidFill>
              <a:ln>
                <a:headEnd type="none"/>
                <a:tailEnd type="none"/>
              </a:ln>
            </p:spPr>
            <p:txBody>
              <a:bodyPr/>
              <a:lstStyle/>
              <a:p>
                <a:endParaRPr lang="zh-CN" altLang="en-US"/>
              </a:p>
            </p:txBody>
          </p:sp>
          <p:sp>
            <p:nvSpPr>
              <p:cNvPr id="75" name="AutoShape 75"/>
              <p:cNvSpPr/>
              <p:nvPr/>
            </p:nvSpPr>
            <p:spPr>
              <a:xfrm>
                <a:off x="7980363" y="1924050"/>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txBody>
              <a:bodyPr/>
              <a:lstStyle/>
              <a:p>
                <a:endParaRPr lang="zh-CN" altLang="en-US"/>
              </a:p>
            </p:txBody>
          </p:sp>
          <p:sp>
            <p:nvSpPr>
              <p:cNvPr id="76" name="AutoShape 76"/>
              <p:cNvSpPr/>
              <p:nvPr/>
            </p:nvSpPr>
            <p:spPr>
              <a:xfrm>
                <a:off x="7837488" y="2182813"/>
                <a:ext cx="387350" cy="28575"/>
              </a:xfrm>
              <a:custGeom>
                <a:avLst/>
                <a:gdLst/>
                <a:ahLst/>
                <a:cxnLst/>
                <a:rect l="l" t="t" r="r" b="b"/>
                <a:pathLst>
                  <a:path w="54" h="4">
                    <a:moveTo>
                      <a:pt x="53" y="4"/>
                    </a:moveTo>
                    <a:cubicBezTo>
                      <a:pt x="1" y="4"/>
                      <a:pt x="1" y="4"/>
                      <a:pt x="1" y="4"/>
                    </a:cubicBezTo>
                    <a:cubicBezTo>
                      <a:pt x="0" y="4"/>
                      <a:pt x="0" y="3"/>
                      <a:pt x="0" y="2"/>
                    </a:cubicBezTo>
                    <a:cubicBezTo>
                      <a:pt x="0" y="1"/>
                      <a:pt x="0" y="0"/>
                      <a:pt x="1" y="0"/>
                    </a:cubicBezTo>
                    <a:cubicBezTo>
                      <a:pt x="53" y="0"/>
                      <a:pt x="53" y="0"/>
                      <a:pt x="53" y="0"/>
                    </a:cubicBezTo>
                    <a:cubicBezTo>
                      <a:pt x="54" y="0"/>
                      <a:pt x="54" y="1"/>
                      <a:pt x="54" y="2"/>
                    </a:cubicBezTo>
                    <a:cubicBezTo>
                      <a:pt x="54" y="3"/>
                      <a:pt x="54" y="4"/>
                      <a:pt x="53" y="4"/>
                    </a:cubicBezTo>
                    <a:close/>
                  </a:path>
                </a:pathLst>
              </a:custGeom>
              <a:solidFill>
                <a:srgbClr val="E3EAFF">
                  <a:alpha val="100000"/>
                </a:srgbClr>
              </a:solidFill>
              <a:ln>
                <a:headEnd type="none"/>
                <a:tailEnd type="none"/>
              </a:ln>
            </p:spPr>
            <p:txBody>
              <a:bodyPr/>
              <a:lstStyle/>
              <a:p>
                <a:endParaRPr lang="zh-CN" altLang="en-US"/>
              </a:p>
            </p:txBody>
          </p:sp>
          <p:sp>
            <p:nvSpPr>
              <p:cNvPr id="77" name="AutoShape 77"/>
              <p:cNvSpPr/>
              <p:nvPr/>
            </p:nvSpPr>
            <p:spPr>
              <a:xfrm>
                <a:off x="7737476" y="2232025"/>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00CCFF">
                  <a:alpha val="100000"/>
                </a:srgbClr>
              </a:solidFill>
              <a:ln>
                <a:headEnd type="none"/>
                <a:tailEnd type="none"/>
              </a:ln>
            </p:spPr>
            <p:txBody>
              <a:bodyPr/>
              <a:lstStyle/>
              <a:p>
                <a:endParaRPr lang="zh-CN" altLang="en-US"/>
              </a:p>
            </p:txBody>
          </p:sp>
          <p:sp>
            <p:nvSpPr>
              <p:cNvPr id="78" name="AutoShape 78"/>
              <p:cNvSpPr/>
              <p:nvPr/>
            </p:nvSpPr>
            <p:spPr>
              <a:xfrm>
                <a:off x="7837488" y="2232025"/>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E3EAFF">
                  <a:alpha val="100000"/>
                </a:srgbClr>
              </a:solidFill>
              <a:ln>
                <a:headEnd type="none"/>
                <a:tailEnd type="none"/>
              </a:ln>
            </p:spPr>
            <p:txBody>
              <a:bodyPr/>
              <a:lstStyle/>
              <a:p>
                <a:endParaRPr lang="zh-CN" altLang="en-US"/>
              </a:p>
            </p:txBody>
          </p:sp>
          <p:sp>
            <p:nvSpPr>
              <p:cNvPr id="79" name="AutoShape 79"/>
              <p:cNvSpPr/>
              <p:nvPr/>
            </p:nvSpPr>
            <p:spPr>
              <a:xfrm>
                <a:off x="7980363" y="2232025"/>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FF56A9">
                  <a:alpha val="100000"/>
                </a:srgbClr>
              </a:solidFill>
              <a:ln>
                <a:headEnd type="none"/>
                <a:tailEnd type="none"/>
              </a:ln>
            </p:spPr>
            <p:txBody>
              <a:bodyPr/>
              <a:lstStyle/>
              <a:p>
                <a:endParaRPr lang="zh-CN" altLang="en-US"/>
              </a:p>
            </p:txBody>
          </p:sp>
          <p:sp>
            <p:nvSpPr>
              <p:cNvPr id="80" name="AutoShape 80"/>
              <p:cNvSpPr/>
              <p:nvPr/>
            </p:nvSpPr>
            <p:spPr>
              <a:xfrm>
                <a:off x="7837488" y="1981200"/>
                <a:ext cx="481013" cy="22225"/>
              </a:xfrm>
              <a:custGeom>
                <a:avLst/>
                <a:gdLst/>
                <a:ahLst/>
                <a:cxnLst/>
                <a:rect l="l" t="t" r="r" b="b"/>
                <a:pathLst>
                  <a:path w="67" h="3">
                    <a:moveTo>
                      <a:pt x="66" y="3"/>
                    </a:moveTo>
                    <a:cubicBezTo>
                      <a:pt x="1" y="3"/>
                      <a:pt x="1" y="3"/>
                      <a:pt x="1" y="3"/>
                    </a:cubicBezTo>
                    <a:cubicBezTo>
                      <a:pt x="0" y="3"/>
                      <a:pt x="0" y="2"/>
                      <a:pt x="0" y="1"/>
                    </a:cubicBezTo>
                    <a:cubicBezTo>
                      <a:pt x="0" y="0"/>
                      <a:pt x="0" y="0"/>
                      <a:pt x="1" y="0"/>
                    </a:cubicBezTo>
                    <a:cubicBezTo>
                      <a:pt x="66" y="0"/>
                      <a:pt x="66" y="0"/>
                      <a:pt x="66" y="0"/>
                    </a:cubicBezTo>
                    <a:cubicBezTo>
                      <a:pt x="67" y="0"/>
                      <a:pt x="67" y="0"/>
                      <a:pt x="67" y="1"/>
                    </a:cubicBezTo>
                    <a:cubicBezTo>
                      <a:pt x="67" y="2"/>
                      <a:pt x="67" y="3"/>
                      <a:pt x="66" y="3"/>
                    </a:cubicBezTo>
                    <a:close/>
                  </a:path>
                </a:pathLst>
              </a:custGeom>
              <a:solidFill>
                <a:srgbClr val="FF56A9">
                  <a:alpha val="100000"/>
                </a:srgbClr>
              </a:solidFill>
              <a:ln>
                <a:headEnd type="none"/>
                <a:tailEnd type="none"/>
              </a:ln>
            </p:spPr>
            <p:txBody>
              <a:bodyPr/>
              <a:lstStyle/>
              <a:p>
                <a:endParaRPr lang="zh-CN" altLang="en-US"/>
              </a:p>
            </p:txBody>
          </p:sp>
          <p:sp>
            <p:nvSpPr>
              <p:cNvPr id="81" name="AutoShape 81"/>
              <p:cNvSpPr/>
              <p:nvPr/>
            </p:nvSpPr>
            <p:spPr>
              <a:xfrm>
                <a:off x="8096251" y="2032000"/>
                <a:ext cx="128588" cy="28575"/>
              </a:xfrm>
              <a:custGeom>
                <a:avLst/>
                <a:gdLst/>
                <a:ahLst/>
                <a:cxnLst/>
                <a:rect l="l" t="t" r="r" b="b"/>
                <a:pathLst>
                  <a:path w="18" h="4">
                    <a:moveTo>
                      <a:pt x="17" y="4"/>
                    </a:moveTo>
                    <a:cubicBezTo>
                      <a:pt x="1" y="4"/>
                      <a:pt x="1" y="4"/>
                      <a:pt x="1" y="4"/>
                    </a:cubicBezTo>
                    <a:cubicBezTo>
                      <a:pt x="1" y="4"/>
                      <a:pt x="0" y="3"/>
                      <a:pt x="0" y="3"/>
                    </a:cubicBezTo>
                    <a:cubicBezTo>
                      <a:pt x="0" y="1"/>
                      <a:pt x="0" y="1"/>
                      <a:pt x="0" y="1"/>
                    </a:cubicBezTo>
                    <a:cubicBezTo>
                      <a:pt x="0" y="0"/>
                      <a:pt x="1" y="0"/>
                      <a:pt x="1" y="0"/>
                    </a:cubicBezTo>
                    <a:cubicBezTo>
                      <a:pt x="17" y="0"/>
                      <a:pt x="17" y="0"/>
                      <a:pt x="17" y="0"/>
                    </a:cubicBezTo>
                    <a:cubicBezTo>
                      <a:pt x="17" y="0"/>
                      <a:pt x="18" y="0"/>
                      <a:pt x="18" y="1"/>
                    </a:cubicBezTo>
                    <a:cubicBezTo>
                      <a:pt x="18" y="3"/>
                      <a:pt x="18" y="3"/>
                      <a:pt x="18" y="3"/>
                    </a:cubicBezTo>
                    <a:cubicBezTo>
                      <a:pt x="18" y="3"/>
                      <a:pt x="17" y="4"/>
                      <a:pt x="17" y="4"/>
                    </a:cubicBezTo>
                    <a:close/>
                  </a:path>
                </a:pathLst>
              </a:custGeom>
              <a:solidFill>
                <a:srgbClr val="00CCFF">
                  <a:alpha val="100000"/>
                </a:srgbClr>
              </a:solidFill>
              <a:ln>
                <a:headEnd type="none"/>
                <a:tailEnd type="none"/>
              </a:ln>
            </p:spPr>
            <p:txBody>
              <a:bodyPr/>
              <a:lstStyle/>
              <a:p>
                <a:endParaRPr lang="zh-CN" altLang="en-US"/>
              </a:p>
            </p:txBody>
          </p:sp>
          <p:sp>
            <p:nvSpPr>
              <p:cNvPr id="82" name="AutoShape 82"/>
              <p:cNvSpPr/>
              <p:nvPr/>
            </p:nvSpPr>
            <p:spPr>
              <a:xfrm>
                <a:off x="7837488" y="2032000"/>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txBody>
              <a:bodyPr/>
              <a:lstStyle/>
              <a:p>
                <a:endParaRPr lang="zh-CN" altLang="en-US"/>
              </a:p>
            </p:txBody>
          </p:sp>
          <p:sp>
            <p:nvSpPr>
              <p:cNvPr id="83" name="AutoShape 83"/>
              <p:cNvSpPr/>
              <p:nvPr/>
            </p:nvSpPr>
            <p:spPr>
              <a:xfrm>
                <a:off x="8016876" y="2032000"/>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00CCFF">
                  <a:alpha val="100000"/>
                </a:srgbClr>
              </a:solidFill>
              <a:ln>
                <a:headEnd type="none"/>
                <a:tailEnd type="none"/>
              </a:ln>
            </p:spPr>
            <p:txBody>
              <a:bodyPr/>
              <a:lstStyle/>
              <a:p>
                <a:endParaRPr lang="zh-CN" altLang="en-US"/>
              </a:p>
            </p:txBody>
          </p:sp>
          <p:sp>
            <p:nvSpPr>
              <p:cNvPr id="84" name="AutoShape 84"/>
              <p:cNvSpPr/>
              <p:nvPr/>
            </p:nvSpPr>
            <p:spPr>
              <a:xfrm>
                <a:off x="7737476" y="208121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txBody>
              <a:bodyPr/>
              <a:lstStyle/>
              <a:p>
                <a:endParaRPr lang="zh-CN" altLang="en-US"/>
              </a:p>
            </p:txBody>
          </p:sp>
          <p:sp>
            <p:nvSpPr>
              <p:cNvPr id="85" name="AutoShape 85"/>
              <p:cNvSpPr/>
              <p:nvPr/>
            </p:nvSpPr>
            <p:spPr>
              <a:xfrm>
                <a:off x="7837488" y="2081213"/>
                <a:ext cx="481013" cy="28575"/>
              </a:xfrm>
              <a:custGeom>
                <a:avLst/>
                <a:gdLst/>
                <a:ahLst/>
                <a:cxnLst/>
                <a:rect l="l" t="t" r="r" b="b"/>
                <a:pathLst>
                  <a:path w="67" h="4">
                    <a:moveTo>
                      <a:pt x="66" y="4"/>
                    </a:moveTo>
                    <a:cubicBezTo>
                      <a:pt x="1" y="4"/>
                      <a:pt x="1" y="4"/>
                      <a:pt x="1" y="4"/>
                    </a:cubicBezTo>
                    <a:cubicBezTo>
                      <a:pt x="0" y="4"/>
                      <a:pt x="0" y="3"/>
                      <a:pt x="0" y="2"/>
                    </a:cubicBezTo>
                    <a:cubicBezTo>
                      <a:pt x="0" y="1"/>
                      <a:pt x="0" y="0"/>
                      <a:pt x="1" y="0"/>
                    </a:cubicBezTo>
                    <a:cubicBezTo>
                      <a:pt x="66" y="0"/>
                      <a:pt x="66" y="0"/>
                      <a:pt x="66" y="0"/>
                    </a:cubicBezTo>
                    <a:cubicBezTo>
                      <a:pt x="67" y="0"/>
                      <a:pt x="67" y="1"/>
                      <a:pt x="67" y="2"/>
                    </a:cubicBezTo>
                    <a:cubicBezTo>
                      <a:pt x="67" y="3"/>
                      <a:pt x="67" y="4"/>
                      <a:pt x="66" y="4"/>
                    </a:cubicBezTo>
                    <a:close/>
                  </a:path>
                </a:pathLst>
              </a:custGeom>
              <a:solidFill>
                <a:srgbClr val="E3EAFF">
                  <a:alpha val="100000"/>
                </a:srgbClr>
              </a:solidFill>
              <a:ln>
                <a:headEnd type="none"/>
                <a:tailEnd type="none"/>
              </a:ln>
            </p:spPr>
            <p:txBody>
              <a:bodyPr/>
              <a:lstStyle/>
              <a:p>
                <a:endParaRPr lang="zh-CN" altLang="en-US"/>
              </a:p>
            </p:txBody>
          </p:sp>
          <p:sp>
            <p:nvSpPr>
              <p:cNvPr id="86" name="AutoShape 86"/>
              <p:cNvSpPr/>
              <p:nvPr/>
            </p:nvSpPr>
            <p:spPr>
              <a:xfrm>
                <a:off x="7737476" y="2282825"/>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txBody>
              <a:bodyPr/>
              <a:lstStyle/>
              <a:p>
                <a:endParaRPr lang="zh-CN" altLang="en-US"/>
              </a:p>
            </p:txBody>
          </p:sp>
          <p:sp>
            <p:nvSpPr>
              <p:cNvPr id="87" name="AutoShape 87"/>
              <p:cNvSpPr/>
              <p:nvPr/>
            </p:nvSpPr>
            <p:spPr>
              <a:xfrm>
                <a:off x="8096251" y="2282825"/>
                <a:ext cx="171450" cy="28575"/>
              </a:xfrm>
              <a:custGeom>
                <a:avLst/>
                <a:gdLst/>
                <a:ahLst/>
                <a:cxnLst/>
                <a:rect l="l" t="t" r="r" b="b"/>
                <a:pathLst>
                  <a:path w="24" h="4">
                    <a:moveTo>
                      <a:pt x="23" y="4"/>
                    </a:moveTo>
                    <a:cubicBezTo>
                      <a:pt x="2" y="4"/>
                      <a:pt x="2" y="4"/>
                      <a:pt x="2" y="4"/>
                    </a:cubicBezTo>
                    <a:cubicBezTo>
                      <a:pt x="1" y="4"/>
                      <a:pt x="0" y="3"/>
                      <a:pt x="0" y="3"/>
                    </a:cubicBezTo>
                    <a:cubicBezTo>
                      <a:pt x="0" y="1"/>
                      <a:pt x="0" y="1"/>
                      <a:pt x="0" y="1"/>
                    </a:cubicBezTo>
                    <a:cubicBezTo>
                      <a:pt x="0" y="1"/>
                      <a:pt x="1" y="0"/>
                      <a:pt x="2" y="0"/>
                    </a:cubicBezTo>
                    <a:cubicBezTo>
                      <a:pt x="23" y="0"/>
                      <a:pt x="23" y="0"/>
                      <a:pt x="23" y="0"/>
                    </a:cubicBezTo>
                    <a:cubicBezTo>
                      <a:pt x="24" y="0"/>
                      <a:pt x="24" y="1"/>
                      <a:pt x="24" y="1"/>
                    </a:cubicBezTo>
                    <a:cubicBezTo>
                      <a:pt x="24" y="3"/>
                      <a:pt x="24" y="3"/>
                      <a:pt x="24" y="3"/>
                    </a:cubicBezTo>
                    <a:cubicBezTo>
                      <a:pt x="24" y="3"/>
                      <a:pt x="24" y="4"/>
                      <a:pt x="23" y="4"/>
                    </a:cubicBezTo>
                    <a:close/>
                  </a:path>
                </a:pathLst>
              </a:custGeom>
              <a:solidFill>
                <a:srgbClr val="E3EAFF">
                  <a:alpha val="100000"/>
                </a:srgbClr>
              </a:solidFill>
              <a:ln>
                <a:headEnd type="none"/>
                <a:tailEnd type="none"/>
              </a:ln>
            </p:spPr>
            <p:txBody>
              <a:bodyPr/>
              <a:lstStyle/>
              <a:p>
                <a:endParaRPr lang="zh-CN" altLang="en-US"/>
              </a:p>
            </p:txBody>
          </p:sp>
          <p:sp>
            <p:nvSpPr>
              <p:cNvPr id="88" name="AutoShape 88"/>
              <p:cNvSpPr/>
              <p:nvPr/>
            </p:nvSpPr>
            <p:spPr>
              <a:xfrm>
                <a:off x="7837488" y="2282825"/>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txBody>
              <a:bodyPr/>
              <a:lstStyle/>
              <a:p>
                <a:endParaRPr lang="zh-CN" altLang="en-US"/>
              </a:p>
            </p:txBody>
          </p:sp>
          <p:sp>
            <p:nvSpPr>
              <p:cNvPr id="89" name="AutoShape 89"/>
              <p:cNvSpPr/>
              <p:nvPr/>
            </p:nvSpPr>
            <p:spPr>
              <a:xfrm>
                <a:off x="8016876" y="2282825"/>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E3EAFF">
                  <a:alpha val="100000"/>
                </a:srgbClr>
              </a:solidFill>
              <a:ln>
                <a:headEnd type="none"/>
                <a:tailEnd type="none"/>
              </a:ln>
            </p:spPr>
            <p:txBody>
              <a:bodyPr/>
              <a:lstStyle/>
              <a:p>
                <a:endParaRPr lang="zh-CN" altLang="en-US"/>
              </a:p>
            </p:txBody>
          </p:sp>
          <p:sp>
            <p:nvSpPr>
              <p:cNvPr id="90" name="AutoShape 90"/>
              <p:cNvSpPr/>
              <p:nvPr/>
            </p:nvSpPr>
            <p:spPr>
              <a:xfrm>
                <a:off x="7737476" y="2332038"/>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C359">
                  <a:alpha val="100000"/>
                </a:srgbClr>
              </a:solidFill>
              <a:ln>
                <a:headEnd type="none"/>
                <a:tailEnd type="none"/>
              </a:ln>
            </p:spPr>
            <p:txBody>
              <a:bodyPr/>
              <a:lstStyle/>
              <a:p>
                <a:endParaRPr lang="zh-CN" altLang="en-US"/>
              </a:p>
            </p:txBody>
          </p:sp>
          <p:sp>
            <p:nvSpPr>
              <p:cNvPr id="91" name="AutoShape 91"/>
              <p:cNvSpPr/>
              <p:nvPr/>
            </p:nvSpPr>
            <p:spPr>
              <a:xfrm>
                <a:off x="7837488" y="2332038"/>
                <a:ext cx="93663" cy="28575"/>
              </a:xfrm>
              <a:custGeom>
                <a:avLst/>
                <a:gdLst/>
                <a:ahLst/>
                <a:cxnLst/>
                <a:rect l="l" t="t" r="r" b="b"/>
                <a:pathLst>
                  <a:path w="13" h="4">
                    <a:moveTo>
                      <a:pt x="12" y="4"/>
                    </a:moveTo>
                    <a:cubicBezTo>
                      <a:pt x="1" y="4"/>
                      <a:pt x="1" y="4"/>
                      <a:pt x="1" y="4"/>
                    </a:cubicBezTo>
                    <a:cubicBezTo>
                      <a:pt x="0" y="4"/>
                      <a:pt x="0" y="3"/>
                      <a:pt x="0" y="2"/>
                    </a:cubicBezTo>
                    <a:cubicBezTo>
                      <a:pt x="0" y="1"/>
                      <a:pt x="0" y="0"/>
                      <a:pt x="1" y="0"/>
                    </a:cubicBezTo>
                    <a:cubicBezTo>
                      <a:pt x="12" y="0"/>
                      <a:pt x="12" y="0"/>
                      <a:pt x="12" y="0"/>
                    </a:cubicBezTo>
                    <a:cubicBezTo>
                      <a:pt x="13" y="0"/>
                      <a:pt x="13" y="1"/>
                      <a:pt x="13" y="2"/>
                    </a:cubicBezTo>
                    <a:cubicBezTo>
                      <a:pt x="13" y="3"/>
                      <a:pt x="13" y="4"/>
                      <a:pt x="12" y="4"/>
                    </a:cubicBezTo>
                    <a:close/>
                  </a:path>
                </a:pathLst>
              </a:custGeom>
              <a:solidFill>
                <a:srgbClr val="00CCFF">
                  <a:alpha val="100000"/>
                </a:srgbClr>
              </a:solidFill>
              <a:ln>
                <a:headEnd type="none"/>
                <a:tailEnd type="none"/>
              </a:ln>
            </p:spPr>
            <p:txBody>
              <a:bodyPr/>
              <a:lstStyle/>
              <a:p>
                <a:endParaRPr lang="zh-CN" altLang="en-US"/>
              </a:p>
            </p:txBody>
          </p:sp>
          <p:sp>
            <p:nvSpPr>
              <p:cNvPr id="92" name="AutoShape 92"/>
              <p:cNvSpPr/>
              <p:nvPr/>
            </p:nvSpPr>
            <p:spPr>
              <a:xfrm>
                <a:off x="7737476" y="2132013"/>
                <a:ext cx="79375" cy="28575"/>
              </a:xfrm>
              <a:custGeom>
                <a:avLst/>
                <a:gdLst/>
                <a:ahLst/>
                <a:cxnLst/>
                <a:rect l="l" t="t" r="r" b="b"/>
                <a:pathLst>
                  <a:path w="11" h="4">
                    <a:moveTo>
                      <a:pt x="1" y="4"/>
                    </a:move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path>
                </a:pathLst>
              </a:custGeom>
              <a:solidFill>
                <a:srgbClr val="00CCFF">
                  <a:alpha val="100000"/>
                </a:srgbClr>
              </a:solidFill>
              <a:ln>
                <a:headEnd type="none"/>
                <a:tailEnd type="none"/>
              </a:ln>
            </p:spPr>
            <p:txBody>
              <a:bodyPr/>
              <a:lstStyle/>
              <a:p>
                <a:endParaRPr lang="zh-CN" altLang="en-US"/>
              </a:p>
            </p:txBody>
          </p:sp>
          <p:sp>
            <p:nvSpPr>
              <p:cNvPr id="93" name="AutoShape 93"/>
              <p:cNvSpPr/>
              <p:nvPr/>
            </p:nvSpPr>
            <p:spPr>
              <a:xfrm>
                <a:off x="8096251" y="2132013"/>
                <a:ext cx="193675" cy="28575"/>
              </a:xfrm>
              <a:custGeom>
                <a:avLst/>
                <a:gdLst/>
                <a:ahLst/>
                <a:cxnLst/>
                <a:rect l="l" t="t" r="r" b="b"/>
                <a:pathLst>
                  <a:path w="27" h="4">
                    <a:moveTo>
                      <a:pt x="26" y="4"/>
                    </a:moveTo>
                    <a:cubicBezTo>
                      <a:pt x="2" y="4"/>
                      <a:pt x="2" y="4"/>
                      <a:pt x="2" y="4"/>
                    </a:cubicBezTo>
                    <a:cubicBezTo>
                      <a:pt x="1" y="4"/>
                      <a:pt x="0" y="3"/>
                      <a:pt x="0" y="3"/>
                    </a:cubicBezTo>
                    <a:cubicBezTo>
                      <a:pt x="0" y="2"/>
                      <a:pt x="0" y="2"/>
                      <a:pt x="0" y="2"/>
                    </a:cubicBezTo>
                    <a:cubicBezTo>
                      <a:pt x="0" y="1"/>
                      <a:pt x="1" y="0"/>
                      <a:pt x="2" y="0"/>
                    </a:cubicBezTo>
                    <a:cubicBezTo>
                      <a:pt x="26" y="0"/>
                      <a:pt x="26" y="0"/>
                      <a:pt x="26" y="0"/>
                    </a:cubicBezTo>
                    <a:cubicBezTo>
                      <a:pt x="27" y="0"/>
                      <a:pt x="27" y="1"/>
                      <a:pt x="27" y="2"/>
                    </a:cubicBezTo>
                    <a:cubicBezTo>
                      <a:pt x="27" y="3"/>
                      <a:pt x="27" y="3"/>
                      <a:pt x="27" y="3"/>
                    </a:cubicBezTo>
                    <a:cubicBezTo>
                      <a:pt x="27" y="3"/>
                      <a:pt x="27" y="4"/>
                      <a:pt x="26" y="4"/>
                    </a:cubicBezTo>
                    <a:close/>
                  </a:path>
                </a:pathLst>
              </a:custGeom>
              <a:solidFill>
                <a:srgbClr val="E3EAFF">
                  <a:alpha val="100000"/>
                </a:srgbClr>
              </a:solidFill>
              <a:ln>
                <a:headEnd type="none"/>
                <a:tailEnd type="none"/>
              </a:ln>
            </p:spPr>
            <p:txBody>
              <a:bodyPr/>
              <a:lstStyle/>
              <a:p>
                <a:endParaRPr lang="zh-CN" altLang="en-US"/>
              </a:p>
            </p:txBody>
          </p:sp>
          <p:sp>
            <p:nvSpPr>
              <p:cNvPr id="94" name="AutoShape 94"/>
              <p:cNvSpPr/>
              <p:nvPr/>
            </p:nvSpPr>
            <p:spPr>
              <a:xfrm>
                <a:off x="7837488" y="2132013"/>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FFC359">
                  <a:alpha val="100000"/>
                </a:srgbClr>
              </a:solidFill>
              <a:ln>
                <a:headEnd type="none"/>
                <a:tailEnd type="none"/>
              </a:ln>
            </p:spPr>
            <p:txBody>
              <a:bodyPr/>
              <a:lstStyle/>
              <a:p>
                <a:endParaRPr lang="zh-CN" altLang="en-US"/>
              </a:p>
            </p:txBody>
          </p:sp>
          <p:sp>
            <p:nvSpPr>
              <p:cNvPr id="95" name="AutoShape 95"/>
              <p:cNvSpPr/>
              <p:nvPr/>
            </p:nvSpPr>
            <p:spPr>
              <a:xfrm>
                <a:off x="8016876" y="2132013"/>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FFC359">
                  <a:alpha val="100000"/>
                </a:srgbClr>
              </a:solidFill>
              <a:ln>
                <a:headEnd type="none"/>
                <a:tailEnd type="none"/>
              </a:ln>
            </p:spPr>
            <p:txBody>
              <a:bodyPr/>
              <a:lstStyle/>
              <a:p>
                <a:endParaRPr lang="zh-CN" altLang="en-US"/>
              </a:p>
            </p:txBody>
          </p:sp>
          <p:sp>
            <p:nvSpPr>
              <p:cNvPr id="96" name="AutoShape 96"/>
              <p:cNvSpPr/>
              <p:nvPr/>
            </p:nvSpPr>
            <p:spPr>
              <a:xfrm>
                <a:off x="7837488" y="2389188"/>
                <a:ext cx="387350" cy="22225"/>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E3EAFF">
                  <a:alpha val="100000"/>
                </a:srgbClr>
              </a:solidFill>
              <a:ln>
                <a:headEnd type="none"/>
                <a:tailEnd type="none"/>
              </a:ln>
            </p:spPr>
            <p:txBody>
              <a:bodyPr/>
              <a:lstStyle/>
              <a:p>
                <a:endParaRPr lang="zh-CN" altLang="en-US"/>
              </a:p>
            </p:txBody>
          </p:sp>
          <p:sp>
            <p:nvSpPr>
              <p:cNvPr id="97" name="AutoShape 97"/>
              <p:cNvSpPr/>
              <p:nvPr/>
            </p:nvSpPr>
            <p:spPr>
              <a:xfrm>
                <a:off x="7837488" y="2439988"/>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E3EAFF">
                  <a:alpha val="100000"/>
                </a:srgbClr>
              </a:solidFill>
              <a:ln>
                <a:headEnd type="none"/>
                <a:tailEnd type="none"/>
              </a:ln>
            </p:spPr>
            <p:txBody>
              <a:bodyPr/>
              <a:lstStyle/>
              <a:p>
                <a:endParaRPr lang="zh-CN" altLang="en-US"/>
              </a:p>
            </p:txBody>
          </p:sp>
          <p:sp>
            <p:nvSpPr>
              <p:cNvPr id="98" name="AutoShape 98"/>
              <p:cNvSpPr/>
              <p:nvPr/>
            </p:nvSpPr>
            <p:spPr>
              <a:xfrm>
                <a:off x="7980363" y="2439988"/>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txBody>
              <a:bodyPr/>
              <a:lstStyle/>
              <a:p>
                <a:endParaRPr lang="zh-CN" altLang="en-US"/>
              </a:p>
            </p:txBody>
          </p:sp>
          <p:sp>
            <p:nvSpPr>
              <p:cNvPr id="99" name="AutoShape 99"/>
              <p:cNvSpPr/>
              <p:nvPr/>
            </p:nvSpPr>
            <p:spPr>
              <a:xfrm>
                <a:off x="7837488" y="2698750"/>
                <a:ext cx="387350" cy="20638"/>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E3EAFF">
                  <a:alpha val="100000"/>
                </a:srgbClr>
              </a:solidFill>
              <a:ln>
                <a:headEnd type="none"/>
                <a:tailEnd type="none"/>
              </a:ln>
            </p:spPr>
            <p:txBody>
              <a:bodyPr/>
              <a:lstStyle/>
              <a:p>
                <a:endParaRPr lang="zh-CN" altLang="en-US"/>
              </a:p>
            </p:txBody>
          </p:sp>
          <p:sp>
            <p:nvSpPr>
              <p:cNvPr id="100" name="AutoShape 100"/>
              <p:cNvSpPr/>
              <p:nvPr/>
            </p:nvSpPr>
            <p:spPr>
              <a:xfrm>
                <a:off x="7737476" y="274796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56A9">
                  <a:alpha val="100000"/>
                </a:srgbClr>
              </a:solidFill>
              <a:ln>
                <a:headEnd type="none"/>
                <a:tailEnd type="none"/>
              </a:ln>
            </p:spPr>
            <p:txBody>
              <a:bodyPr/>
              <a:lstStyle/>
              <a:p>
                <a:endParaRPr lang="zh-CN" altLang="en-US"/>
              </a:p>
            </p:txBody>
          </p:sp>
          <p:sp>
            <p:nvSpPr>
              <p:cNvPr id="101" name="AutoShape 101"/>
              <p:cNvSpPr/>
              <p:nvPr/>
            </p:nvSpPr>
            <p:spPr>
              <a:xfrm>
                <a:off x="7837488" y="2747963"/>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00CCFF">
                  <a:alpha val="100000"/>
                </a:srgbClr>
              </a:solidFill>
              <a:ln>
                <a:headEnd type="none"/>
                <a:tailEnd type="none"/>
              </a:ln>
            </p:spPr>
            <p:txBody>
              <a:bodyPr/>
              <a:lstStyle/>
              <a:p>
                <a:endParaRPr lang="zh-CN" altLang="en-US"/>
              </a:p>
            </p:txBody>
          </p:sp>
          <p:sp>
            <p:nvSpPr>
              <p:cNvPr id="102" name="AutoShape 102"/>
              <p:cNvSpPr/>
              <p:nvPr/>
            </p:nvSpPr>
            <p:spPr>
              <a:xfrm>
                <a:off x="7980363" y="2747963"/>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txBody>
              <a:bodyPr/>
              <a:lstStyle/>
              <a:p>
                <a:endParaRPr lang="zh-CN" altLang="en-US"/>
              </a:p>
            </p:txBody>
          </p:sp>
          <p:sp>
            <p:nvSpPr>
              <p:cNvPr id="103" name="AutoShape 103"/>
              <p:cNvSpPr/>
              <p:nvPr/>
            </p:nvSpPr>
            <p:spPr>
              <a:xfrm>
                <a:off x="7737476" y="2490788"/>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56A9">
                  <a:alpha val="100000"/>
                </a:srgbClr>
              </a:solidFill>
              <a:ln>
                <a:headEnd type="none"/>
                <a:tailEnd type="none"/>
              </a:ln>
            </p:spPr>
            <p:txBody>
              <a:bodyPr/>
              <a:lstStyle/>
              <a:p>
                <a:endParaRPr lang="zh-CN" altLang="en-US"/>
              </a:p>
            </p:txBody>
          </p:sp>
          <p:sp>
            <p:nvSpPr>
              <p:cNvPr id="104" name="AutoShape 104"/>
              <p:cNvSpPr/>
              <p:nvPr/>
            </p:nvSpPr>
            <p:spPr>
              <a:xfrm>
                <a:off x="7837488" y="2490788"/>
                <a:ext cx="350838" cy="28575"/>
              </a:xfrm>
              <a:custGeom>
                <a:avLst/>
                <a:gdLst/>
                <a:ahLst/>
                <a:cxnLst/>
                <a:rect l="l" t="t" r="r" b="b"/>
                <a:pathLst>
                  <a:path w="49" h="4">
                    <a:moveTo>
                      <a:pt x="48" y="4"/>
                    </a:moveTo>
                    <a:cubicBezTo>
                      <a:pt x="1" y="4"/>
                      <a:pt x="1" y="4"/>
                      <a:pt x="1" y="4"/>
                    </a:cubicBezTo>
                    <a:cubicBezTo>
                      <a:pt x="0" y="4"/>
                      <a:pt x="0" y="4"/>
                      <a:pt x="0" y="3"/>
                    </a:cubicBezTo>
                    <a:cubicBezTo>
                      <a:pt x="0" y="2"/>
                      <a:pt x="0" y="2"/>
                      <a:pt x="0" y="2"/>
                    </a:cubicBezTo>
                    <a:cubicBezTo>
                      <a:pt x="0" y="1"/>
                      <a:pt x="0" y="0"/>
                      <a:pt x="1" y="0"/>
                    </a:cubicBezTo>
                    <a:cubicBezTo>
                      <a:pt x="48" y="0"/>
                      <a:pt x="48" y="0"/>
                      <a:pt x="48" y="0"/>
                    </a:cubicBezTo>
                    <a:cubicBezTo>
                      <a:pt x="48" y="0"/>
                      <a:pt x="49" y="1"/>
                      <a:pt x="49" y="2"/>
                    </a:cubicBezTo>
                    <a:cubicBezTo>
                      <a:pt x="49" y="3"/>
                      <a:pt x="49" y="3"/>
                      <a:pt x="49" y="3"/>
                    </a:cubicBezTo>
                    <a:cubicBezTo>
                      <a:pt x="49" y="4"/>
                      <a:pt x="48" y="4"/>
                      <a:pt x="48" y="4"/>
                    </a:cubicBezTo>
                    <a:close/>
                  </a:path>
                </a:pathLst>
              </a:custGeom>
              <a:solidFill>
                <a:srgbClr val="FF56A9">
                  <a:alpha val="100000"/>
                </a:srgbClr>
              </a:solidFill>
              <a:ln>
                <a:headEnd type="none"/>
                <a:tailEnd type="none"/>
              </a:ln>
            </p:spPr>
            <p:txBody>
              <a:bodyPr/>
              <a:lstStyle/>
              <a:p>
                <a:endParaRPr lang="zh-CN" altLang="en-US"/>
              </a:p>
            </p:txBody>
          </p:sp>
          <p:sp>
            <p:nvSpPr>
              <p:cNvPr id="105" name="AutoShape 105"/>
              <p:cNvSpPr/>
              <p:nvPr/>
            </p:nvSpPr>
            <p:spPr>
              <a:xfrm>
                <a:off x="7737476" y="2547938"/>
                <a:ext cx="79375" cy="20638"/>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E3EAFF">
                  <a:alpha val="100000"/>
                </a:srgbClr>
              </a:solidFill>
              <a:ln>
                <a:headEnd type="none"/>
                <a:tailEnd type="none"/>
              </a:ln>
            </p:spPr>
            <p:txBody>
              <a:bodyPr/>
              <a:lstStyle/>
              <a:p>
                <a:endParaRPr lang="zh-CN" altLang="en-US"/>
              </a:p>
            </p:txBody>
          </p:sp>
          <p:sp>
            <p:nvSpPr>
              <p:cNvPr id="106" name="AutoShape 106"/>
              <p:cNvSpPr/>
              <p:nvPr/>
            </p:nvSpPr>
            <p:spPr>
              <a:xfrm>
                <a:off x="7837488" y="2547938"/>
                <a:ext cx="165100" cy="20638"/>
              </a:xfrm>
              <a:custGeom>
                <a:avLst/>
                <a:gdLst/>
                <a:ahLst/>
                <a:cxnLst/>
                <a:rect l="l" t="t" r="r" b="b"/>
                <a:pathLst>
                  <a:path w="23" h="3">
                    <a:moveTo>
                      <a:pt x="23" y="3"/>
                    </a:moveTo>
                    <a:cubicBezTo>
                      <a:pt x="1" y="3"/>
                      <a:pt x="1" y="3"/>
                      <a:pt x="1" y="3"/>
                    </a:cubicBezTo>
                    <a:cubicBezTo>
                      <a:pt x="0" y="3"/>
                      <a:pt x="0" y="3"/>
                      <a:pt x="0" y="2"/>
                    </a:cubicBezTo>
                    <a:cubicBezTo>
                      <a:pt x="0" y="1"/>
                      <a:pt x="0" y="0"/>
                      <a:pt x="1" y="0"/>
                    </a:cubicBezTo>
                    <a:cubicBezTo>
                      <a:pt x="23" y="0"/>
                      <a:pt x="23" y="0"/>
                      <a:pt x="23" y="0"/>
                    </a:cubicBezTo>
                    <a:cubicBezTo>
                      <a:pt x="23" y="0"/>
                      <a:pt x="23" y="1"/>
                      <a:pt x="23" y="2"/>
                    </a:cubicBezTo>
                    <a:cubicBezTo>
                      <a:pt x="23" y="3"/>
                      <a:pt x="23" y="3"/>
                      <a:pt x="23" y="3"/>
                    </a:cubicBezTo>
                    <a:close/>
                  </a:path>
                </a:pathLst>
              </a:custGeom>
              <a:solidFill>
                <a:srgbClr val="E3EAFF">
                  <a:alpha val="100000"/>
                </a:srgbClr>
              </a:solidFill>
              <a:ln>
                <a:headEnd type="none"/>
                <a:tailEnd type="none"/>
              </a:ln>
            </p:spPr>
            <p:txBody>
              <a:bodyPr/>
              <a:lstStyle/>
              <a:p>
                <a:endParaRPr lang="zh-CN" altLang="en-US"/>
              </a:p>
            </p:txBody>
          </p:sp>
          <p:sp>
            <p:nvSpPr>
              <p:cNvPr id="107" name="AutoShape 107"/>
              <p:cNvSpPr/>
              <p:nvPr/>
            </p:nvSpPr>
            <p:spPr>
              <a:xfrm>
                <a:off x="8016876" y="2547938"/>
                <a:ext cx="71438" cy="20638"/>
              </a:xfrm>
              <a:custGeom>
                <a:avLst/>
                <a:gdLst/>
                <a:ahLst/>
                <a:cxnLst/>
                <a:rect l="l" t="t" r="r" b="b"/>
                <a:pathLst>
                  <a:path w="10" h="3">
                    <a:moveTo>
                      <a:pt x="9" y="3"/>
                    </a:moveTo>
                    <a:cubicBezTo>
                      <a:pt x="1" y="3"/>
                      <a:pt x="1" y="3"/>
                      <a:pt x="1" y="3"/>
                    </a:cubicBezTo>
                    <a:cubicBezTo>
                      <a:pt x="0" y="3"/>
                      <a:pt x="0" y="3"/>
                      <a:pt x="0" y="2"/>
                    </a:cubicBezTo>
                    <a:cubicBezTo>
                      <a:pt x="0" y="1"/>
                      <a:pt x="0" y="0"/>
                      <a:pt x="1" y="0"/>
                    </a:cubicBezTo>
                    <a:cubicBezTo>
                      <a:pt x="9" y="0"/>
                      <a:pt x="9" y="0"/>
                      <a:pt x="9" y="0"/>
                    </a:cubicBezTo>
                    <a:cubicBezTo>
                      <a:pt x="10" y="0"/>
                      <a:pt x="10" y="1"/>
                      <a:pt x="10" y="2"/>
                    </a:cubicBezTo>
                    <a:cubicBezTo>
                      <a:pt x="10" y="3"/>
                      <a:pt x="10" y="3"/>
                      <a:pt x="9" y="3"/>
                    </a:cubicBezTo>
                    <a:close/>
                  </a:path>
                </a:pathLst>
              </a:custGeom>
              <a:solidFill>
                <a:srgbClr val="E3EAFF">
                  <a:alpha val="100000"/>
                </a:srgbClr>
              </a:solidFill>
              <a:ln>
                <a:headEnd type="none"/>
                <a:tailEnd type="none"/>
              </a:ln>
            </p:spPr>
            <p:txBody>
              <a:bodyPr/>
              <a:lstStyle/>
              <a:p>
                <a:endParaRPr lang="zh-CN" altLang="en-US"/>
              </a:p>
            </p:txBody>
          </p:sp>
          <p:sp>
            <p:nvSpPr>
              <p:cNvPr id="108" name="AutoShape 108"/>
              <p:cNvSpPr/>
              <p:nvPr/>
            </p:nvSpPr>
            <p:spPr>
              <a:xfrm>
                <a:off x="7737476" y="2597150"/>
                <a:ext cx="79375" cy="22225"/>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E3EAFF">
                  <a:alpha val="100000"/>
                </a:srgbClr>
              </a:solidFill>
              <a:ln>
                <a:headEnd type="none"/>
                <a:tailEnd type="none"/>
              </a:ln>
            </p:spPr>
            <p:txBody>
              <a:bodyPr/>
              <a:lstStyle/>
              <a:p>
                <a:endParaRPr lang="zh-CN" altLang="en-US"/>
              </a:p>
            </p:txBody>
          </p:sp>
          <p:sp>
            <p:nvSpPr>
              <p:cNvPr id="109" name="AutoShape 109"/>
              <p:cNvSpPr/>
              <p:nvPr/>
            </p:nvSpPr>
            <p:spPr>
              <a:xfrm>
                <a:off x="7837488" y="2597150"/>
                <a:ext cx="438150" cy="22225"/>
              </a:xfrm>
              <a:custGeom>
                <a:avLst/>
                <a:gdLst/>
                <a:ahLst/>
                <a:cxnLst/>
                <a:rect l="l" t="t" r="r" b="b"/>
                <a:pathLst>
                  <a:path w="61" h="3">
                    <a:moveTo>
                      <a:pt x="60" y="3"/>
                    </a:moveTo>
                    <a:cubicBezTo>
                      <a:pt x="1" y="3"/>
                      <a:pt x="1" y="3"/>
                      <a:pt x="1" y="3"/>
                    </a:cubicBezTo>
                    <a:cubicBezTo>
                      <a:pt x="0" y="3"/>
                      <a:pt x="0" y="3"/>
                      <a:pt x="0" y="2"/>
                    </a:cubicBezTo>
                    <a:cubicBezTo>
                      <a:pt x="0" y="1"/>
                      <a:pt x="0" y="1"/>
                      <a:pt x="0" y="1"/>
                    </a:cubicBezTo>
                    <a:cubicBezTo>
                      <a:pt x="0" y="0"/>
                      <a:pt x="0" y="0"/>
                      <a:pt x="1" y="0"/>
                    </a:cubicBezTo>
                    <a:cubicBezTo>
                      <a:pt x="60" y="0"/>
                      <a:pt x="60" y="0"/>
                      <a:pt x="60" y="0"/>
                    </a:cubicBezTo>
                    <a:cubicBezTo>
                      <a:pt x="61" y="0"/>
                      <a:pt x="61" y="0"/>
                      <a:pt x="61" y="1"/>
                    </a:cubicBezTo>
                    <a:cubicBezTo>
                      <a:pt x="61" y="2"/>
                      <a:pt x="61" y="2"/>
                      <a:pt x="61" y="2"/>
                    </a:cubicBezTo>
                    <a:cubicBezTo>
                      <a:pt x="61" y="3"/>
                      <a:pt x="61" y="3"/>
                      <a:pt x="60" y="3"/>
                    </a:cubicBezTo>
                    <a:close/>
                  </a:path>
                </a:pathLst>
              </a:custGeom>
              <a:solidFill>
                <a:srgbClr val="E3EAFF">
                  <a:alpha val="100000"/>
                </a:srgbClr>
              </a:solidFill>
              <a:ln>
                <a:headEnd type="none"/>
                <a:tailEnd type="none"/>
              </a:ln>
            </p:spPr>
            <p:txBody>
              <a:bodyPr/>
              <a:lstStyle/>
              <a:p>
                <a:endParaRPr lang="zh-CN" altLang="en-US"/>
              </a:p>
            </p:txBody>
          </p:sp>
          <p:sp>
            <p:nvSpPr>
              <p:cNvPr id="110" name="AutoShape 110"/>
              <p:cNvSpPr/>
              <p:nvPr/>
            </p:nvSpPr>
            <p:spPr>
              <a:xfrm>
                <a:off x="7737476" y="279876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txBody>
              <a:bodyPr/>
              <a:lstStyle/>
              <a:p>
                <a:endParaRPr lang="zh-CN" altLang="en-US"/>
              </a:p>
            </p:txBody>
          </p:sp>
          <p:sp>
            <p:nvSpPr>
              <p:cNvPr id="111" name="AutoShape 111"/>
              <p:cNvSpPr/>
              <p:nvPr/>
            </p:nvSpPr>
            <p:spPr>
              <a:xfrm>
                <a:off x="8096251" y="2798763"/>
                <a:ext cx="222250" cy="28575"/>
              </a:xfrm>
              <a:custGeom>
                <a:avLst/>
                <a:gdLst/>
                <a:ahLst/>
                <a:cxnLst/>
                <a:rect l="l" t="t" r="r" b="b"/>
                <a:pathLst>
                  <a:path w="31" h="4">
                    <a:moveTo>
                      <a:pt x="30" y="4"/>
                    </a:moveTo>
                    <a:cubicBezTo>
                      <a:pt x="1" y="4"/>
                      <a:pt x="1" y="4"/>
                      <a:pt x="1" y="4"/>
                    </a:cubicBezTo>
                    <a:cubicBezTo>
                      <a:pt x="1" y="4"/>
                      <a:pt x="0" y="3"/>
                      <a:pt x="0" y="2"/>
                    </a:cubicBezTo>
                    <a:cubicBezTo>
                      <a:pt x="0" y="1"/>
                      <a:pt x="1" y="0"/>
                      <a:pt x="1" y="0"/>
                    </a:cubicBezTo>
                    <a:cubicBezTo>
                      <a:pt x="30" y="0"/>
                      <a:pt x="30" y="0"/>
                      <a:pt x="30" y="0"/>
                    </a:cubicBezTo>
                    <a:cubicBezTo>
                      <a:pt x="31" y="0"/>
                      <a:pt x="31" y="1"/>
                      <a:pt x="31" y="2"/>
                    </a:cubicBezTo>
                    <a:cubicBezTo>
                      <a:pt x="31" y="3"/>
                      <a:pt x="31" y="4"/>
                      <a:pt x="30" y="4"/>
                    </a:cubicBezTo>
                    <a:close/>
                  </a:path>
                </a:pathLst>
              </a:custGeom>
              <a:solidFill>
                <a:srgbClr val="E3EAFF">
                  <a:alpha val="100000"/>
                </a:srgbClr>
              </a:solidFill>
              <a:ln>
                <a:headEnd type="none"/>
                <a:tailEnd type="none"/>
              </a:ln>
            </p:spPr>
            <p:txBody>
              <a:bodyPr/>
              <a:lstStyle/>
              <a:p>
                <a:endParaRPr lang="zh-CN" altLang="en-US"/>
              </a:p>
            </p:txBody>
          </p:sp>
          <p:sp>
            <p:nvSpPr>
              <p:cNvPr id="112" name="AutoShape 112"/>
              <p:cNvSpPr/>
              <p:nvPr/>
            </p:nvSpPr>
            <p:spPr>
              <a:xfrm>
                <a:off x="7837488" y="2798763"/>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txBody>
              <a:bodyPr/>
              <a:lstStyle/>
              <a:p>
                <a:endParaRPr lang="zh-CN" altLang="en-US"/>
              </a:p>
            </p:txBody>
          </p:sp>
          <p:sp>
            <p:nvSpPr>
              <p:cNvPr id="113" name="AutoShape 113"/>
              <p:cNvSpPr/>
              <p:nvPr/>
            </p:nvSpPr>
            <p:spPr>
              <a:xfrm>
                <a:off x="8016876" y="2798763"/>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E3EAFF">
                  <a:alpha val="100000"/>
                </a:srgbClr>
              </a:solidFill>
              <a:ln>
                <a:headEnd type="none"/>
                <a:tailEnd type="none"/>
              </a:ln>
            </p:spPr>
            <p:txBody>
              <a:bodyPr/>
              <a:lstStyle/>
              <a:p>
                <a:endParaRPr lang="zh-CN" altLang="en-US"/>
              </a:p>
            </p:txBody>
          </p:sp>
          <p:sp>
            <p:nvSpPr>
              <p:cNvPr id="114" name="AutoShape 114"/>
              <p:cNvSpPr/>
              <p:nvPr/>
            </p:nvSpPr>
            <p:spPr>
              <a:xfrm>
                <a:off x="7837488" y="2847975"/>
                <a:ext cx="293688" cy="28575"/>
              </a:xfrm>
              <a:custGeom>
                <a:avLst/>
                <a:gdLst/>
                <a:ahLst/>
                <a:cxnLst/>
                <a:rect l="l" t="t" r="r" b="b"/>
                <a:pathLst>
                  <a:path w="41" h="4">
                    <a:moveTo>
                      <a:pt x="40" y="4"/>
                    </a:moveTo>
                    <a:cubicBezTo>
                      <a:pt x="1" y="4"/>
                      <a:pt x="1" y="4"/>
                      <a:pt x="1" y="4"/>
                    </a:cubicBezTo>
                    <a:cubicBezTo>
                      <a:pt x="0" y="4"/>
                      <a:pt x="0" y="3"/>
                      <a:pt x="0" y="3"/>
                    </a:cubicBezTo>
                    <a:cubicBezTo>
                      <a:pt x="0" y="1"/>
                      <a:pt x="0" y="1"/>
                      <a:pt x="0" y="1"/>
                    </a:cubicBezTo>
                    <a:cubicBezTo>
                      <a:pt x="0" y="1"/>
                      <a:pt x="0" y="0"/>
                      <a:pt x="1" y="0"/>
                    </a:cubicBezTo>
                    <a:cubicBezTo>
                      <a:pt x="40" y="0"/>
                      <a:pt x="40" y="0"/>
                      <a:pt x="40" y="0"/>
                    </a:cubicBezTo>
                    <a:cubicBezTo>
                      <a:pt x="40" y="0"/>
                      <a:pt x="41" y="1"/>
                      <a:pt x="41" y="1"/>
                    </a:cubicBezTo>
                    <a:cubicBezTo>
                      <a:pt x="41" y="3"/>
                      <a:pt x="41" y="3"/>
                      <a:pt x="41" y="3"/>
                    </a:cubicBezTo>
                    <a:cubicBezTo>
                      <a:pt x="41" y="3"/>
                      <a:pt x="40" y="4"/>
                      <a:pt x="40" y="4"/>
                    </a:cubicBezTo>
                    <a:close/>
                  </a:path>
                </a:pathLst>
              </a:custGeom>
              <a:solidFill>
                <a:srgbClr val="FFC359">
                  <a:alpha val="100000"/>
                </a:srgbClr>
              </a:solidFill>
              <a:ln>
                <a:headEnd type="none"/>
                <a:tailEnd type="none"/>
              </a:ln>
            </p:spPr>
            <p:txBody>
              <a:bodyPr/>
              <a:lstStyle/>
              <a:p>
                <a:endParaRPr lang="zh-CN" altLang="en-US"/>
              </a:p>
            </p:txBody>
          </p:sp>
          <p:sp>
            <p:nvSpPr>
              <p:cNvPr id="115" name="AutoShape 115"/>
              <p:cNvSpPr/>
              <p:nvPr/>
            </p:nvSpPr>
            <p:spPr>
              <a:xfrm>
                <a:off x="8096251" y="2647950"/>
                <a:ext cx="207963" cy="28575"/>
              </a:xfrm>
              <a:custGeom>
                <a:avLst/>
                <a:gdLst/>
                <a:ahLst/>
                <a:cxnLst/>
                <a:rect l="l" t="t" r="r" b="b"/>
                <a:pathLst>
                  <a:path w="28" h="4">
                    <a:moveTo>
                      <a:pt x="28" y="4"/>
                    </a:moveTo>
                    <a:cubicBezTo>
                      <a:pt x="2" y="4"/>
                      <a:pt x="2" y="4"/>
                      <a:pt x="2" y="4"/>
                    </a:cubicBezTo>
                    <a:cubicBezTo>
                      <a:pt x="1" y="4"/>
                      <a:pt x="0" y="3"/>
                      <a:pt x="0" y="3"/>
                    </a:cubicBezTo>
                    <a:cubicBezTo>
                      <a:pt x="0" y="1"/>
                      <a:pt x="0" y="1"/>
                      <a:pt x="0" y="1"/>
                    </a:cubicBezTo>
                    <a:cubicBezTo>
                      <a:pt x="0" y="1"/>
                      <a:pt x="1" y="0"/>
                      <a:pt x="2" y="0"/>
                    </a:cubicBezTo>
                    <a:cubicBezTo>
                      <a:pt x="28" y="0"/>
                      <a:pt x="28" y="0"/>
                      <a:pt x="28" y="0"/>
                    </a:cubicBezTo>
                    <a:cubicBezTo>
                      <a:pt x="28" y="0"/>
                      <a:pt x="29" y="1"/>
                      <a:pt x="29" y="1"/>
                    </a:cubicBezTo>
                    <a:cubicBezTo>
                      <a:pt x="29" y="3"/>
                      <a:pt x="29" y="3"/>
                      <a:pt x="29" y="3"/>
                    </a:cubicBezTo>
                    <a:cubicBezTo>
                      <a:pt x="29" y="3"/>
                      <a:pt x="28" y="4"/>
                      <a:pt x="28" y="4"/>
                    </a:cubicBezTo>
                    <a:close/>
                  </a:path>
                </a:pathLst>
              </a:custGeom>
              <a:solidFill>
                <a:srgbClr val="FF56A9">
                  <a:alpha val="100000"/>
                </a:srgbClr>
              </a:solidFill>
              <a:ln>
                <a:headEnd type="none"/>
                <a:tailEnd type="none"/>
              </a:ln>
            </p:spPr>
            <p:txBody>
              <a:bodyPr/>
              <a:lstStyle/>
              <a:p>
                <a:endParaRPr lang="zh-CN" altLang="en-US"/>
              </a:p>
            </p:txBody>
          </p:sp>
          <p:sp>
            <p:nvSpPr>
              <p:cNvPr id="116" name="AutoShape 116"/>
              <p:cNvSpPr/>
              <p:nvPr/>
            </p:nvSpPr>
            <p:spPr>
              <a:xfrm>
                <a:off x="7837488" y="2647950"/>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FFC359">
                  <a:alpha val="100000"/>
                </a:srgbClr>
              </a:solidFill>
              <a:ln>
                <a:headEnd type="none"/>
                <a:tailEnd type="none"/>
              </a:ln>
            </p:spPr>
            <p:txBody>
              <a:bodyPr/>
              <a:lstStyle/>
              <a:p>
                <a:endParaRPr lang="zh-CN" altLang="en-US"/>
              </a:p>
            </p:txBody>
          </p:sp>
          <p:sp>
            <p:nvSpPr>
              <p:cNvPr id="117" name="AutoShape 117"/>
              <p:cNvSpPr/>
              <p:nvPr/>
            </p:nvSpPr>
            <p:spPr>
              <a:xfrm>
                <a:off x="8016876" y="2647950"/>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FFC359">
                  <a:alpha val="100000"/>
                </a:srgbClr>
              </a:solidFill>
              <a:ln>
                <a:headEnd type="none"/>
                <a:tailEnd type="none"/>
              </a:ln>
            </p:spPr>
            <p:txBody>
              <a:bodyPr/>
              <a:lstStyle/>
              <a:p>
                <a:endParaRPr lang="zh-CN" altLang="en-US"/>
              </a:p>
            </p:txBody>
          </p:sp>
          <p:sp>
            <p:nvSpPr>
              <p:cNvPr id="118" name="AutoShape 118"/>
              <p:cNvSpPr/>
              <p:nvPr/>
            </p:nvSpPr>
            <p:spPr>
              <a:xfrm>
                <a:off x="8289926" y="1544638"/>
                <a:ext cx="414338" cy="415925"/>
              </a:xfrm>
              <a:prstGeom prst="ellipse">
                <a:avLst/>
              </a:prstGeom>
              <a:solidFill>
                <a:srgbClr val="FF4DD1">
                  <a:alpha val="100000"/>
                </a:srgbClr>
              </a:solidFill>
              <a:ln>
                <a:headEnd type="none"/>
                <a:tailEnd type="none"/>
              </a:ln>
            </p:spPr>
            <p:txBody>
              <a:bodyPr/>
              <a:lstStyle/>
              <a:p>
                <a:endParaRPr lang="zh-CN" altLang="en-US"/>
              </a:p>
            </p:txBody>
          </p:sp>
          <p:sp>
            <p:nvSpPr>
              <p:cNvPr id="119" name="AutoShape 119"/>
              <p:cNvSpPr/>
              <p:nvPr/>
            </p:nvSpPr>
            <p:spPr>
              <a:xfrm>
                <a:off x="8367713" y="1701800"/>
                <a:ext cx="115888" cy="122238"/>
              </a:xfrm>
              <a:custGeom>
                <a:avLst/>
                <a:gdLst/>
                <a:ahLst/>
                <a:cxnLst/>
                <a:rect l="l" t="t" r="r" b="b"/>
                <a:pathLst>
                  <a:path w="73" h="77">
                    <a:moveTo>
                      <a:pt x="73" y="23"/>
                    </a:moveTo>
                    <a:lnTo>
                      <a:pt x="23" y="41"/>
                    </a:lnTo>
                    <a:lnTo>
                      <a:pt x="73" y="59"/>
                    </a:lnTo>
                    <a:lnTo>
                      <a:pt x="73" y="77"/>
                    </a:lnTo>
                    <a:lnTo>
                      <a:pt x="0" y="50"/>
                    </a:lnTo>
                    <a:lnTo>
                      <a:pt x="0" y="32"/>
                    </a:lnTo>
                    <a:lnTo>
                      <a:pt x="73" y="0"/>
                    </a:lnTo>
                    <a:lnTo>
                      <a:pt x="73" y="23"/>
                    </a:lnTo>
                    <a:close/>
                  </a:path>
                </a:pathLst>
              </a:custGeom>
              <a:solidFill>
                <a:srgbClr val="F9FBFC">
                  <a:alpha val="100000"/>
                </a:srgbClr>
              </a:solidFill>
              <a:ln>
                <a:headEnd type="none"/>
                <a:tailEnd type="none"/>
              </a:ln>
            </p:spPr>
            <p:txBody>
              <a:bodyPr/>
              <a:lstStyle/>
              <a:p>
                <a:endParaRPr lang="zh-CN" altLang="en-US"/>
              </a:p>
            </p:txBody>
          </p:sp>
          <p:sp>
            <p:nvSpPr>
              <p:cNvPr id="120" name="AutoShape 120"/>
              <p:cNvSpPr/>
              <p:nvPr/>
            </p:nvSpPr>
            <p:spPr>
              <a:xfrm>
                <a:off x="8512176" y="1701800"/>
                <a:ext cx="120650" cy="122238"/>
              </a:xfrm>
              <a:custGeom>
                <a:avLst/>
                <a:gdLst/>
                <a:ahLst/>
                <a:cxnLst/>
                <a:rect l="l" t="t" r="r" b="b"/>
                <a:pathLst>
                  <a:path w="76" h="77">
                    <a:moveTo>
                      <a:pt x="0" y="0"/>
                    </a:moveTo>
                    <a:lnTo>
                      <a:pt x="76" y="32"/>
                    </a:lnTo>
                    <a:lnTo>
                      <a:pt x="76" y="50"/>
                    </a:lnTo>
                    <a:lnTo>
                      <a:pt x="0" y="77"/>
                    </a:lnTo>
                    <a:lnTo>
                      <a:pt x="0" y="59"/>
                    </a:lnTo>
                    <a:lnTo>
                      <a:pt x="54" y="41"/>
                    </a:lnTo>
                    <a:lnTo>
                      <a:pt x="0" y="23"/>
                    </a:lnTo>
                    <a:lnTo>
                      <a:pt x="0" y="0"/>
                    </a:lnTo>
                    <a:close/>
                  </a:path>
                </a:pathLst>
              </a:custGeom>
              <a:solidFill>
                <a:srgbClr val="F9FBFC">
                  <a:alpha val="100000"/>
                </a:srgbClr>
              </a:solidFill>
              <a:ln>
                <a:headEnd type="none"/>
                <a:tailEnd type="none"/>
              </a:ln>
            </p:spPr>
            <p:txBody>
              <a:bodyPr/>
              <a:lstStyle/>
              <a:p>
                <a:endParaRPr lang="zh-CN" altLang="en-US"/>
              </a:p>
            </p:txBody>
          </p:sp>
          <p:sp>
            <p:nvSpPr>
              <p:cNvPr id="121" name="AutoShape 121"/>
              <p:cNvSpPr/>
              <p:nvPr/>
            </p:nvSpPr>
            <p:spPr>
              <a:xfrm>
                <a:off x="6899276" y="5033963"/>
                <a:ext cx="450850" cy="450850"/>
              </a:xfrm>
              <a:prstGeom prst="ellipse">
                <a:avLst/>
              </a:prstGeom>
              <a:solidFill>
                <a:srgbClr val="FFC240">
                  <a:alpha val="100000"/>
                </a:srgbClr>
              </a:solidFill>
              <a:ln>
                <a:headEnd type="none"/>
                <a:tailEnd type="none"/>
              </a:ln>
            </p:spPr>
            <p:txBody>
              <a:bodyPr/>
              <a:lstStyle/>
              <a:p>
                <a:endParaRPr lang="zh-CN" altLang="en-US"/>
              </a:p>
            </p:txBody>
          </p:sp>
          <p:sp>
            <p:nvSpPr>
              <p:cNvPr id="122" name="AutoShape 122"/>
              <p:cNvSpPr/>
              <p:nvPr/>
            </p:nvSpPr>
            <p:spPr>
              <a:xfrm>
                <a:off x="7005638" y="5141913"/>
                <a:ext cx="236538" cy="236538"/>
              </a:xfrm>
              <a:custGeom>
                <a:avLst/>
                <a:gdLst/>
                <a:ahLst/>
                <a:cxnLst/>
                <a:rect l="l" t="t" r="r" b="b"/>
                <a:pathLst>
                  <a:path w="33" h="33">
                    <a:moveTo>
                      <a:pt x="33" y="15"/>
                    </a:moveTo>
                    <a:cubicBezTo>
                      <a:pt x="33" y="17"/>
                      <a:pt x="33" y="19"/>
                      <a:pt x="32" y="20"/>
                    </a:cubicBezTo>
                    <a:cubicBezTo>
                      <a:pt x="31" y="22"/>
                      <a:pt x="31" y="23"/>
                      <a:pt x="29" y="24"/>
                    </a:cubicBezTo>
                    <a:cubicBezTo>
                      <a:pt x="28" y="25"/>
                      <a:pt x="27" y="26"/>
                      <a:pt x="25" y="26"/>
                    </a:cubicBezTo>
                    <a:cubicBezTo>
                      <a:pt x="24" y="26"/>
                      <a:pt x="24" y="25"/>
                      <a:pt x="23" y="25"/>
                    </a:cubicBezTo>
                    <a:cubicBezTo>
                      <a:pt x="22" y="24"/>
                      <a:pt x="21" y="24"/>
                      <a:pt x="21" y="23"/>
                    </a:cubicBezTo>
                    <a:cubicBezTo>
                      <a:pt x="21" y="23"/>
                      <a:pt x="21" y="23"/>
                      <a:pt x="21" y="23"/>
                    </a:cubicBezTo>
                    <a:cubicBezTo>
                      <a:pt x="19" y="25"/>
                      <a:pt x="17" y="26"/>
                      <a:pt x="15" y="26"/>
                    </a:cubicBezTo>
                    <a:cubicBezTo>
                      <a:pt x="13" y="26"/>
                      <a:pt x="11" y="25"/>
                      <a:pt x="10" y="23"/>
                    </a:cubicBezTo>
                    <a:cubicBezTo>
                      <a:pt x="8" y="22"/>
                      <a:pt x="7" y="20"/>
                      <a:pt x="7" y="17"/>
                    </a:cubicBezTo>
                    <a:cubicBezTo>
                      <a:pt x="7" y="15"/>
                      <a:pt x="8" y="12"/>
                      <a:pt x="10" y="11"/>
                    </a:cubicBezTo>
                    <a:cubicBezTo>
                      <a:pt x="12" y="9"/>
                      <a:pt x="14" y="8"/>
                      <a:pt x="17" y="8"/>
                    </a:cubicBezTo>
                    <a:cubicBezTo>
                      <a:pt x="18" y="8"/>
                      <a:pt x="20" y="8"/>
                      <a:pt x="21" y="8"/>
                    </a:cubicBezTo>
                    <a:cubicBezTo>
                      <a:pt x="23" y="8"/>
                      <a:pt x="24" y="9"/>
                      <a:pt x="25" y="9"/>
                    </a:cubicBezTo>
                    <a:cubicBezTo>
                      <a:pt x="24" y="19"/>
                      <a:pt x="24" y="19"/>
                      <a:pt x="24" y="19"/>
                    </a:cubicBezTo>
                    <a:cubicBezTo>
                      <a:pt x="24" y="21"/>
                      <a:pt x="25" y="22"/>
                      <a:pt x="26" y="22"/>
                    </a:cubicBezTo>
                    <a:cubicBezTo>
                      <a:pt x="27" y="22"/>
                      <a:pt x="27" y="21"/>
                      <a:pt x="28" y="20"/>
                    </a:cubicBezTo>
                    <a:cubicBezTo>
                      <a:pt x="28" y="19"/>
                      <a:pt x="29" y="17"/>
                      <a:pt x="29" y="15"/>
                    </a:cubicBezTo>
                    <a:cubicBezTo>
                      <a:pt x="29" y="13"/>
                      <a:pt x="28" y="11"/>
                      <a:pt x="27" y="9"/>
                    </a:cubicBezTo>
                    <a:cubicBezTo>
                      <a:pt x="26" y="7"/>
                      <a:pt x="25" y="6"/>
                      <a:pt x="23" y="5"/>
                    </a:cubicBezTo>
                    <a:cubicBezTo>
                      <a:pt x="22" y="4"/>
                      <a:pt x="20" y="4"/>
                      <a:pt x="18" y="4"/>
                    </a:cubicBezTo>
                    <a:cubicBezTo>
                      <a:pt x="15" y="4"/>
                      <a:pt x="13" y="5"/>
                      <a:pt x="11" y="6"/>
                    </a:cubicBezTo>
                    <a:cubicBezTo>
                      <a:pt x="9" y="7"/>
                      <a:pt x="7" y="8"/>
                      <a:pt x="6" y="11"/>
                    </a:cubicBezTo>
                    <a:cubicBezTo>
                      <a:pt x="5" y="13"/>
                      <a:pt x="4" y="15"/>
                      <a:pt x="4" y="18"/>
                    </a:cubicBezTo>
                    <a:cubicBezTo>
                      <a:pt x="4" y="22"/>
                      <a:pt x="5" y="25"/>
                      <a:pt x="7" y="27"/>
                    </a:cubicBezTo>
                    <a:cubicBezTo>
                      <a:pt x="9" y="29"/>
                      <a:pt x="12" y="30"/>
                      <a:pt x="16" y="30"/>
                    </a:cubicBezTo>
                    <a:cubicBezTo>
                      <a:pt x="17" y="30"/>
                      <a:pt x="19" y="29"/>
                      <a:pt x="21" y="29"/>
                    </a:cubicBezTo>
                    <a:cubicBezTo>
                      <a:pt x="22" y="29"/>
                      <a:pt x="24" y="28"/>
                      <a:pt x="26" y="28"/>
                    </a:cubicBezTo>
                    <a:cubicBezTo>
                      <a:pt x="26" y="32"/>
                      <a:pt x="26" y="32"/>
                      <a:pt x="26" y="32"/>
                    </a:cubicBezTo>
                    <a:cubicBezTo>
                      <a:pt x="23" y="33"/>
                      <a:pt x="20" y="33"/>
                      <a:pt x="16" y="33"/>
                    </a:cubicBezTo>
                    <a:cubicBezTo>
                      <a:pt x="11" y="33"/>
                      <a:pt x="7" y="32"/>
                      <a:pt x="4" y="29"/>
                    </a:cubicBezTo>
                    <a:cubicBezTo>
                      <a:pt x="1" y="27"/>
                      <a:pt x="0" y="23"/>
                      <a:pt x="0" y="18"/>
                    </a:cubicBezTo>
                    <a:cubicBezTo>
                      <a:pt x="0" y="15"/>
                      <a:pt x="0" y="12"/>
                      <a:pt x="2" y="9"/>
                    </a:cubicBezTo>
                    <a:cubicBezTo>
                      <a:pt x="3" y="6"/>
                      <a:pt x="6" y="4"/>
                      <a:pt x="8" y="2"/>
                    </a:cubicBezTo>
                    <a:cubicBezTo>
                      <a:pt x="11" y="1"/>
                      <a:pt x="14" y="0"/>
                      <a:pt x="18" y="0"/>
                    </a:cubicBezTo>
                    <a:cubicBezTo>
                      <a:pt x="21" y="0"/>
                      <a:pt x="23" y="1"/>
                      <a:pt x="26" y="2"/>
                    </a:cubicBezTo>
                    <a:cubicBezTo>
                      <a:pt x="28" y="3"/>
                      <a:pt x="30" y="5"/>
                      <a:pt x="31" y="7"/>
                    </a:cubicBezTo>
                    <a:cubicBezTo>
                      <a:pt x="32" y="9"/>
                      <a:pt x="33" y="12"/>
                      <a:pt x="33" y="15"/>
                    </a:cubicBezTo>
                    <a:close/>
                    <a:moveTo>
                      <a:pt x="12" y="18"/>
                    </a:moveTo>
                    <a:cubicBezTo>
                      <a:pt x="12" y="20"/>
                      <a:pt x="13" y="22"/>
                      <a:pt x="16" y="22"/>
                    </a:cubicBezTo>
                    <a:cubicBezTo>
                      <a:pt x="17" y="22"/>
                      <a:pt x="18" y="21"/>
                      <a:pt x="18" y="21"/>
                    </a:cubicBezTo>
                    <a:cubicBezTo>
                      <a:pt x="19" y="20"/>
                      <a:pt x="19" y="18"/>
                      <a:pt x="20" y="16"/>
                    </a:cubicBezTo>
                    <a:cubicBezTo>
                      <a:pt x="20" y="12"/>
                      <a:pt x="20" y="12"/>
                      <a:pt x="20" y="12"/>
                    </a:cubicBezTo>
                    <a:cubicBezTo>
                      <a:pt x="19" y="12"/>
                      <a:pt x="18" y="12"/>
                      <a:pt x="18" y="12"/>
                    </a:cubicBezTo>
                    <a:cubicBezTo>
                      <a:pt x="16" y="12"/>
                      <a:pt x="15" y="12"/>
                      <a:pt x="14" y="13"/>
                    </a:cubicBezTo>
                    <a:cubicBezTo>
                      <a:pt x="13" y="14"/>
                      <a:pt x="12" y="16"/>
                      <a:pt x="12" y="18"/>
                    </a:cubicBezTo>
                    <a:close/>
                  </a:path>
                </a:pathLst>
              </a:custGeom>
              <a:solidFill>
                <a:srgbClr val="FFFFFF">
                  <a:alpha val="100000"/>
                </a:srgbClr>
              </a:solidFill>
              <a:ln>
                <a:headEnd type="none"/>
                <a:tailEnd type="none"/>
              </a:ln>
            </p:spPr>
            <p:txBody>
              <a:bodyPr/>
              <a:lstStyle/>
              <a:p>
                <a:endParaRPr lang="zh-CN" altLang="en-US"/>
              </a:p>
            </p:txBody>
          </p:sp>
          <p:sp>
            <p:nvSpPr>
              <p:cNvPr id="123" name="AutoShape 123"/>
              <p:cNvSpPr/>
              <p:nvPr/>
            </p:nvSpPr>
            <p:spPr>
              <a:xfrm>
                <a:off x="4368801" y="1357313"/>
                <a:ext cx="1827213" cy="515938"/>
              </a:xfrm>
              <a:custGeom>
                <a:avLst/>
                <a:gdLst/>
                <a:ahLst/>
                <a:cxnLst/>
                <a:rect l="l" t="t" r="r" b="b"/>
                <a:pathLst>
                  <a:path w="255" h="72">
                    <a:moveTo>
                      <a:pt x="226" y="0"/>
                    </a:moveTo>
                    <a:cubicBezTo>
                      <a:pt x="29" y="0"/>
                      <a:pt x="29" y="0"/>
                      <a:pt x="29" y="0"/>
                    </a:cubicBezTo>
                    <a:cubicBezTo>
                      <a:pt x="13" y="0"/>
                      <a:pt x="0" y="13"/>
                      <a:pt x="0" y="29"/>
                    </a:cubicBezTo>
                    <a:cubicBezTo>
                      <a:pt x="0" y="45"/>
                      <a:pt x="13" y="58"/>
                      <a:pt x="29" y="58"/>
                    </a:cubicBezTo>
                    <a:cubicBezTo>
                      <a:pt x="43" y="58"/>
                      <a:pt x="43" y="58"/>
                      <a:pt x="43" y="58"/>
                    </a:cubicBezTo>
                    <a:cubicBezTo>
                      <a:pt x="57" y="72"/>
                      <a:pt x="57" y="72"/>
                      <a:pt x="57" y="72"/>
                    </a:cubicBezTo>
                    <a:cubicBezTo>
                      <a:pt x="71" y="58"/>
                      <a:pt x="71" y="58"/>
                      <a:pt x="71" y="58"/>
                    </a:cubicBezTo>
                    <a:cubicBezTo>
                      <a:pt x="226" y="58"/>
                      <a:pt x="226" y="58"/>
                      <a:pt x="226" y="58"/>
                    </a:cubicBezTo>
                    <a:cubicBezTo>
                      <a:pt x="242" y="58"/>
                      <a:pt x="255" y="45"/>
                      <a:pt x="255" y="29"/>
                    </a:cubicBezTo>
                    <a:cubicBezTo>
                      <a:pt x="255" y="13"/>
                      <a:pt x="242" y="0"/>
                      <a:pt x="226" y="0"/>
                    </a:cubicBezTo>
                    <a:close/>
                  </a:path>
                </a:pathLst>
              </a:custGeom>
              <a:solidFill>
                <a:srgbClr val="9570EE">
                  <a:alpha val="100000"/>
                </a:srgbClr>
              </a:solidFill>
              <a:ln>
                <a:headEnd type="none"/>
                <a:tailEnd type="none"/>
              </a:ln>
            </p:spPr>
            <p:txBody>
              <a:bodyPr/>
              <a:lstStyle/>
              <a:p>
                <a:endParaRPr lang="zh-CN" altLang="en-US"/>
              </a:p>
            </p:txBody>
          </p:sp>
          <p:sp>
            <p:nvSpPr>
              <p:cNvPr id="124" name="AutoShape 124"/>
              <p:cNvSpPr/>
              <p:nvPr/>
            </p:nvSpPr>
            <p:spPr>
              <a:xfrm>
                <a:off x="4625976" y="1587500"/>
                <a:ext cx="982663" cy="42863"/>
              </a:xfrm>
              <a:custGeom>
                <a:avLst/>
                <a:gdLst/>
                <a:ahLst/>
                <a:cxnLst/>
                <a:rect l="l" t="t" r="r" b="b"/>
                <a:pathLst>
                  <a:path w="137" h="6">
                    <a:moveTo>
                      <a:pt x="134" y="6"/>
                    </a:moveTo>
                    <a:cubicBezTo>
                      <a:pt x="4" y="6"/>
                      <a:pt x="4" y="6"/>
                      <a:pt x="4" y="6"/>
                    </a:cubicBezTo>
                    <a:cubicBezTo>
                      <a:pt x="2" y="6"/>
                      <a:pt x="0" y="5"/>
                      <a:pt x="0" y="3"/>
                    </a:cubicBezTo>
                    <a:cubicBezTo>
                      <a:pt x="0" y="1"/>
                      <a:pt x="2" y="0"/>
                      <a:pt x="4" y="0"/>
                    </a:cubicBezTo>
                    <a:cubicBezTo>
                      <a:pt x="134" y="0"/>
                      <a:pt x="134" y="0"/>
                      <a:pt x="134" y="0"/>
                    </a:cubicBezTo>
                    <a:cubicBezTo>
                      <a:pt x="135" y="0"/>
                      <a:pt x="137" y="1"/>
                      <a:pt x="137" y="3"/>
                    </a:cubicBezTo>
                    <a:cubicBezTo>
                      <a:pt x="137" y="5"/>
                      <a:pt x="135" y="6"/>
                      <a:pt x="134" y="6"/>
                    </a:cubicBezTo>
                    <a:close/>
                  </a:path>
                </a:pathLst>
              </a:custGeom>
              <a:solidFill>
                <a:srgbClr val="FFFFFF">
                  <a:alpha val="100000"/>
                </a:srgbClr>
              </a:solidFill>
              <a:ln>
                <a:headEnd type="none"/>
                <a:tailEnd type="none"/>
              </a:ln>
            </p:spPr>
            <p:txBody>
              <a:bodyPr/>
              <a:lstStyle/>
              <a:p>
                <a:endParaRPr lang="zh-CN" altLang="en-US"/>
              </a:p>
            </p:txBody>
          </p:sp>
          <p:sp>
            <p:nvSpPr>
              <p:cNvPr id="125" name="AutoShape 125"/>
              <p:cNvSpPr/>
              <p:nvPr/>
            </p:nvSpPr>
            <p:spPr>
              <a:xfrm>
                <a:off x="4625976" y="1458913"/>
                <a:ext cx="688975" cy="42863"/>
              </a:xfrm>
              <a:custGeom>
                <a:avLst/>
                <a:gdLst/>
                <a:ahLst/>
                <a:cxnLst/>
                <a:rect l="l" t="t" r="r" b="b"/>
                <a:pathLst>
                  <a:path w="96" h="6">
                    <a:moveTo>
                      <a:pt x="93" y="6"/>
                    </a:moveTo>
                    <a:cubicBezTo>
                      <a:pt x="4" y="6"/>
                      <a:pt x="4" y="6"/>
                      <a:pt x="4" y="6"/>
                    </a:cubicBezTo>
                    <a:cubicBezTo>
                      <a:pt x="2" y="6"/>
                      <a:pt x="0" y="5"/>
                      <a:pt x="0" y="3"/>
                    </a:cubicBezTo>
                    <a:cubicBezTo>
                      <a:pt x="0" y="1"/>
                      <a:pt x="2" y="0"/>
                      <a:pt x="4" y="0"/>
                    </a:cubicBezTo>
                    <a:cubicBezTo>
                      <a:pt x="93" y="0"/>
                      <a:pt x="93" y="0"/>
                      <a:pt x="93" y="0"/>
                    </a:cubicBezTo>
                    <a:cubicBezTo>
                      <a:pt x="95" y="0"/>
                      <a:pt x="96" y="1"/>
                      <a:pt x="96" y="3"/>
                    </a:cubicBezTo>
                    <a:cubicBezTo>
                      <a:pt x="96" y="5"/>
                      <a:pt x="95" y="6"/>
                      <a:pt x="93" y="6"/>
                    </a:cubicBezTo>
                    <a:close/>
                  </a:path>
                </a:pathLst>
              </a:custGeom>
              <a:solidFill>
                <a:srgbClr val="FFFFFF">
                  <a:alpha val="100000"/>
                </a:srgbClr>
              </a:solidFill>
              <a:ln>
                <a:headEnd type="none"/>
                <a:tailEnd type="none"/>
              </a:ln>
            </p:spPr>
            <p:txBody>
              <a:bodyPr/>
              <a:lstStyle/>
              <a:p>
                <a:endParaRPr lang="zh-CN" altLang="en-US"/>
              </a:p>
            </p:txBody>
          </p:sp>
          <p:sp>
            <p:nvSpPr>
              <p:cNvPr id="126" name="AutoShape 126"/>
              <p:cNvSpPr/>
              <p:nvPr/>
            </p:nvSpPr>
            <p:spPr>
              <a:xfrm>
                <a:off x="7894638" y="3959225"/>
                <a:ext cx="115888" cy="122238"/>
              </a:xfrm>
              <a:custGeom>
                <a:avLst/>
                <a:gdLst/>
                <a:ahLst/>
                <a:cxnLst/>
                <a:rect l="l" t="t" r="r" b="b"/>
                <a:pathLst>
                  <a:path w="16" h="17">
                    <a:moveTo>
                      <a:pt x="4" y="5"/>
                    </a:moveTo>
                    <a:cubicBezTo>
                      <a:pt x="4" y="5"/>
                      <a:pt x="2" y="12"/>
                      <a:pt x="0" y="17"/>
                    </a:cubicBezTo>
                    <a:cubicBezTo>
                      <a:pt x="0" y="17"/>
                      <a:pt x="12" y="16"/>
                      <a:pt x="16" y="11"/>
                    </a:cubicBezTo>
                    <a:cubicBezTo>
                      <a:pt x="12" y="0"/>
                      <a:pt x="12" y="0"/>
                      <a:pt x="12" y="0"/>
                    </a:cubicBezTo>
                    <a:lnTo>
                      <a:pt x="4" y="5"/>
                    </a:lnTo>
                    <a:close/>
                  </a:path>
                </a:pathLst>
              </a:custGeom>
              <a:solidFill>
                <a:srgbClr val="F7D3A9">
                  <a:alpha val="100000"/>
                </a:srgbClr>
              </a:solidFill>
              <a:ln>
                <a:headEnd type="none"/>
                <a:tailEnd type="none"/>
              </a:ln>
            </p:spPr>
            <p:txBody>
              <a:bodyPr/>
              <a:lstStyle/>
              <a:p>
                <a:endParaRPr lang="zh-CN" altLang="en-US"/>
              </a:p>
            </p:txBody>
          </p:sp>
          <p:sp>
            <p:nvSpPr>
              <p:cNvPr id="127" name="AutoShape 127"/>
              <p:cNvSpPr/>
              <p:nvPr/>
            </p:nvSpPr>
            <p:spPr>
              <a:xfrm>
                <a:off x="7908926" y="5407025"/>
                <a:ext cx="57150" cy="42863"/>
              </a:xfrm>
              <a:custGeom>
                <a:avLst/>
                <a:gdLst/>
                <a:ahLst/>
                <a:cxnLst/>
                <a:rect l="l" t="t" r="r" b="b"/>
                <a:pathLst>
                  <a:path w="36" h="27">
                    <a:moveTo>
                      <a:pt x="0" y="4"/>
                    </a:moveTo>
                    <a:lnTo>
                      <a:pt x="5" y="22"/>
                    </a:lnTo>
                    <a:lnTo>
                      <a:pt x="36" y="27"/>
                    </a:lnTo>
                    <a:lnTo>
                      <a:pt x="32" y="0"/>
                    </a:lnTo>
                    <a:lnTo>
                      <a:pt x="0" y="4"/>
                    </a:lnTo>
                    <a:close/>
                  </a:path>
                </a:pathLst>
              </a:custGeom>
              <a:solidFill>
                <a:srgbClr val="F79A74">
                  <a:alpha val="100000"/>
                </a:srgbClr>
              </a:solidFill>
              <a:ln>
                <a:headEnd type="none"/>
                <a:tailEnd type="none"/>
              </a:ln>
            </p:spPr>
            <p:txBody>
              <a:bodyPr/>
              <a:lstStyle/>
              <a:p>
                <a:endParaRPr lang="zh-CN" altLang="en-US"/>
              </a:p>
            </p:txBody>
          </p:sp>
          <p:sp>
            <p:nvSpPr>
              <p:cNvPr id="128" name="AutoShape 128"/>
              <p:cNvSpPr/>
              <p:nvPr/>
            </p:nvSpPr>
            <p:spPr>
              <a:xfrm>
                <a:off x="7837488" y="5441950"/>
                <a:ext cx="136525" cy="50800"/>
              </a:xfrm>
              <a:custGeom>
                <a:avLst/>
                <a:gdLst/>
                <a:ahLst/>
                <a:cxnLst/>
                <a:rect l="l" t="t" r="r" b="b"/>
                <a:pathLst>
                  <a:path w="19" h="7">
                    <a:moveTo>
                      <a:pt x="11" y="0"/>
                    </a:moveTo>
                    <a:cubicBezTo>
                      <a:pt x="11" y="0"/>
                      <a:pt x="0" y="6"/>
                      <a:pt x="1" y="7"/>
                    </a:cubicBezTo>
                    <a:cubicBezTo>
                      <a:pt x="1" y="7"/>
                      <a:pt x="19" y="5"/>
                      <a:pt x="19" y="5"/>
                    </a:cubicBezTo>
                    <a:cubicBezTo>
                      <a:pt x="18" y="1"/>
                      <a:pt x="18" y="1"/>
                      <a:pt x="18" y="1"/>
                    </a:cubicBezTo>
                    <a:lnTo>
                      <a:pt x="11" y="0"/>
                    </a:lnTo>
                    <a:close/>
                  </a:path>
                </a:pathLst>
              </a:custGeom>
              <a:solidFill>
                <a:srgbClr val="544DB8">
                  <a:alpha val="100000"/>
                </a:srgbClr>
              </a:solidFill>
              <a:ln>
                <a:headEnd type="none"/>
                <a:tailEnd type="none"/>
              </a:ln>
            </p:spPr>
            <p:txBody>
              <a:bodyPr/>
              <a:lstStyle/>
              <a:p>
                <a:endParaRPr lang="zh-CN" altLang="en-US"/>
              </a:p>
            </p:txBody>
          </p:sp>
          <p:sp>
            <p:nvSpPr>
              <p:cNvPr id="129" name="AutoShape 129"/>
              <p:cNvSpPr/>
              <p:nvPr/>
            </p:nvSpPr>
            <p:spPr>
              <a:xfrm>
                <a:off x="8310563" y="5327650"/>
                <a:ext cx="57150" cy="50800"/>
              </a:xfrm>
              <a:custGeom>
                <a:avLst/>
                <a:gdLst/>
                <a:ahLst/>
                <a:cxnLst/>
                <a:rect l="l" t="t" r="r" b="b"/>
                <a:pathLst>
                  <a:path w="36" h="32">
                    <a:moveTo>
                      <a:pt x="0" y="14"/>
                    </a:moveTo>
                    <a:lnTo>
                      <a:pt x="9" y="32"/>
                    </a:lnTo>
                    <a:lnTo>
                      <a:pt x="36" y="23"/>
                    </a:lnTo>
                    <a:lnTo>
                      <a:pt x="23" y="0"/>
                    </a:lnTo>
                    <a:lnTo>
                      <a:pt x="0" y="14"/>
                    </a:lnTo>
                    <a:close/>
                  </a:path>
                </a:pathLst>
              </a:custGeom>
              <a:solidFill>
                <a:srgbClr val="F79A74">
                  <a:alpha val="100000"/>
                </a:srgbClr>
              </a:solidFill>
              <a:ln>
                <a:headEnd type="none"/>
                <a:tailEnd type="none"/>
              </a:ln>
            </p:spPr>
            <p:txBody>
              <a:bodyPr/>
              <a:lstStyle/>
              <a:p>
                <a:endParaRPr lang="zh-CN" altLang="en-US"/>
              </a:p>
            </p:txBody>
          </p:sp>
          <p:sp>
            <p:nvSpPr>
              <p:cNvPr id="130" name="AutoShape 130"/>
              <p:cNvSpPr/>
              <p:nvPr/>
            </p:nvSpPr>
            <p:spPr>
              <a:xfrm>
                <a:off x="8267701" y="5364163"/>
                <a:ext cx="122238" cy="77788"/>
              </a:xfrm>
              <a:custGeom>
                <a:avLst/>
                <a:gdLst/>
                <a:ahLst/>
                <a:cxnLst/>
                <a:rect l="l" t="t" r="r" b="b"/>
                <a:pathLst>
                  <a:path w="77" h="49">
                    <a:moveTo>
                      <a:pt x="36" y="9"/>
                    </a:moveTo>
                    <a:lnTo>
                      <a:pt x="0" y="49"/>
                    </a:lnTo>
                    <a:lnTo>
                      <a:pt x="77" y="13"/>
                    </a:lnTo>
                    <a:lnTo>
                      <a:pt x="63" y="0"/>
                    </a:lnTo>
                    <a:lnTo>
                      <a:pt x="36" y="9"/>
                    </a:lnTo>
                    <a:close/>
                  </a:path>
                </a:pathLst>
              </a:custGeom>
              <a:solidFill>
                <a:srgbClr val="544DB8">
                  <a:alpha val="100000"/>
                </a:srgbClr>
              </a:solidFill>
              <a:ln>
                <a:headEnd type="none"/>
                <a:tailEnd type="none"/>
              </a:ln>
            </p:spPr>
            <p:txBody>
              <a:bodyPr/>
              <a:lstStyle/>
              <a:p>
                <a:endParaRPr lang="zh-CN" altLang="en-US"/>
              </a:p>
            </p:txBody>
          </p:sp>
          <p:sp>
            <p:nvSpPr>
              <p:cNvPr id="131" name="AutoShape 131"/>
              <p:cNvSpPr/>
              <p:nvPr/>
            </p:nvSpPr>
            <p:spPr>
              <a:xfrm>
                <a:off x="7686676" y="4554538"/>
                <a:ext cx="315913" cy="866775"/>
              </a:xfrm>
              <a:custGeom>
                <a:avLst/>
                <a:gdLst/>
                <a:ahLst/>
                <a:cxnLst/>
                <a:rect l="l" t="t" r="r" b="b"/>
                <a:pathLst>
                  <a:path w="44" h="120">
                    <a:moveTo>
                      <a:pt x="19" y="1"/>
                    </a:moveTo>
                    <a:cubicBezTo>
                      <a:pt x="19" y="1"/>
                      <a:pt x="0" y="62"/>
                      <a:pt x="30" y="121"/>
                    </a:cubicBezTo>
                    <a:cubicBezTo>
                      <a:pt x="39" y="121"/>
                      <a:pt x="39" y="121"/>
                      <a:pt x="39" y="121"/>
                    </a:cubicBezTo>
                    <a:cubicBezTo>
                      <a:pt x="39" y="121"/>
                      <a:pt x="21" y="54"/>
                      <a:pt x="44" y="0"/>
                    </a:cubicBezTo>
                    <a:lnTo>
                      <a:pt x="19" y="1"/>
                    </a:lnTo>
                    <a:close/>
                  </a:path>
                </a:pathLst>
              </a:custGeom>
              <a:solidFill>
                <a:srgbClr val="FFC240">
                  <a:alpha val="100000"/>
                </a:srgbClr>
              </a:solidFill>
              <a:ln>
                <a:headEnd type="none"/>
                <a:tailEnd type="none"/>
              </a:ln>
            </p:spPr>
            <p:txBody>
              <a:bodyPr/>
              <a:lstStyle/>
              <a:p>
                <a:endParaRPr lang="zh-CN" altLang="en-US"/>
              </a:p>
            </p:txBody>
          </p:sp>
          <p:sp>
            <p:nvSpPr>
              <p:cNvPr id="132" name="AutoShape 132"/>
              <p:cNvSpPr/>
              <p:nvPr/>
            </p:nvSpPr>
            <p:spPr>
              <a:xfrm>
                <a:off x="7945438" y="4511675"/>
                <a:ext cx="422275" cy="852488"/>
              </a:xfrm>
              <a:custGeom>
                <a:avLst/>
                <a:gdLst/>
                <a:ahLst/>
                <a:cxnLst/>
                <a:rect l="l" t="t" r="r" b="b"/>
                <a:pathLst>
                  <a:path w="59" h="119">
                    <a:moveTo>
                      <a:pt x="0" y="9"/>
                    </a:moveTo>
                    <a:cubicBezTo>
                      <a:pt x="0" y="9"/>
                      <a:pt x="2" y="73"/>
                      <a:pt x="50" y="119"/>
                    </a:cubicBezTo>
                    <a:cubicBezTo>
                      <a:pt x="59" y="116"/>
                      <a:pt x="59" y="116"/>
                      <a:pt x="59" y="116"/>
                    </a:cubicBezTo>
                    <a:cubicBezTo>
                      <a:pt x="59" y="116"/>
                      <a:pt x="20" y="59"/>
                      <a:pt x="22" y="0"/>
                    </a:cubicBezTo>
                    <a:lnTo>
                      <a:pt x="0" y="9"/>
                    </a:lnTo>
                    <a:close/>
                  </a:path>
                </a:pathLst>
              </a:custGeom>
              <a:solidFill>
                <a:srgbClr val="FFC240">
                  <a:alpha val="100000"/>
                </a:srgbClr>
              </a:solidFill>
              <a:ln>
                <a:headEnd type="none"/>
                <a:tailEnd type="none"/>
              </a:ln>
            </p:spPr>
            <p:txBody>
              <a:bodyPr/>
              <a:lstStyle/>
              <a:p>
                <a:endParaRPr lang="zh-CN" altLang="en-US"/>
              </a:p>
            </p:txBody>
          </p:sp>
          <p:sp>
            <p:nvSpPr>
              <p:cNvPr id="133" name="AutoShape 133"/>
              <p:cNvSpPr/>
              <p:nvPr/>
            </p:nvSpPr>
            <p:spPr>
              <a:xfrm>
                <a:off x="7808913" y="3471863"/>
                <a:ext cx="71438" cy="85725"/>
              </a:xfrm>
              <a:custGeom>
                <a:avLst/>
                <a:gdLst/>
                <a:ahLst/>
                <a:cxnLst/>
                <a:rect l="l" t="t" r="r" b="b"/>
                <a:pathLst>
                  <a:path w="10" h="12">
                    <a:moveTo>
                      <a:pt x="10" y="9"/>
                    </a:moveTo>
                    <a:cubicBezTo>
                      <a:pt x="10" y="6"/>
                      <a:pt x="10" y="6"/>
                      <a:pt x="10" y="6"/>
                    </a:cubicBezTo>
                    <a:cubicBezTo>
                      <a:pt x="10" y="5"/>
                      <a:pt x="10" y="5"/>
                      <a:pt x="10" y="5"/>
                    </a:cubicBezTo>
                    <a:cubicBezTo>
                      <a:pt x="9" y="2"/>
                      <a:pt x="9" y="2"/>
                      <a:pt x="9" y="2"/>
                    </a:cubicBezTo>
                    <a:cubicBezTo>
                      <a:pt x="7" y="3"/>
                      <a:pt x="7" y="3"/>
                      <a:pt x="7" y="3"/>
                    </a:cubicBezTo>
                    <a:cubicBezTo>
                      <a:pt x="5" y="1"/>
                      <a:pt x="5" y="1"/>
                      <a:pt x="5" y="1"/>
                    </a:cubicBezTo>
                    <a:cubicBezTo>
                      <a:pt x="4" y="0"/>
                      <a:pt x="2" y="0"/>
                      <a:pt x="2" y="1"/>
                    </a:cubicBezTo>
                    <a:cubicBezTo>
                      <a:pt x="1" y="3"/>
                      <a:pt x="0" y="5"/>
                      <a:pt x="0" y="6"/>
                    </a:cubicBezTo>
                    <a:cubicBezTo>
                      <a:pt x="0" y="7"/>
                      <a:pt x="0" y="7"/>
                      <a:pt x="1" y="8"/>
                    </a:cubicBezTo>
                    <a:cubicBezTo>
                      <a:pt x="4" y="11"/>
                      <a:pt x="4" y="11"/>
                      <a:pt x="4" y="11"/>
                    </a:cubicBezTo>
                    <a:cubicBezTo>
                      <a:pt x="4" y="12"/>
                      <a:pt x="5" y="12"/>
                      <a:pt x="6" y="12"/>
                    </a:cubicBezTo>
                    <a:cubicBezTo>
                      <a:pt x="9" y="11"/>
                      <a:pt x="9" y="11"/>
                      <a:pt x="9" y="11"/>
                    </a:cubicBezTo>
                    <a:cubicBezTo>
                      <a:pt x="9" y="11"/>
                      <a:pt x="10" y="10"/>
                      <a:pt x="10" y="9"/>
                    </a:cubicBezTo>
                    <a:close/>
                  </a:path>
                </a:pathLst>
              </a:custGeom>
              <a:solidFill>
                <a:srgbClr val="F79A74">
                  <a:alpha val="100000"/>
                </a:srgbClr>
              </a:solidFill>
              <a:ln>
                <a:headEnd type="none"/>
                <a:tailEnd type="none"/>
              </a:ln>
            </p:spPr>
            <p:txBody>
              <a:bodyPr/>
              <a:lstStyle/>
              <a:p>
                <a:endParaRPr lang="zh-CN" altLang="en-US"/>
              </a:p>
            </p:txBody>
          </p:sp>
          <p:sp>
            <p:nvSpPr>
              <p:cNvPr id="134" name="AutoShape 134"/>
              <p:cNvSpPr/>
              <p:nvPr/>
            </p:nvSpPr>
            <p:spPr>
              <a:xfrm>
                <a:off x="7816851" y="3543300"/>
                <a:ext cx="322263" cy="731838"/>
              </a:xfrm>
              <a:custGeom>
                <a:avLst/>
                <a:gdLst/>
                <a:ahLst/>
                <a:cxnLst/>
                <a:rect l="l" t="t" r="r" b="b"/>
                <a:pathLst>
                  <a:path w="45" h="102">
                    <a:moveTo>
                      <a:pt x="41" y="82"/>
                    </a:moveTo>
                    <a:cubicBezTo>
                      <a:pt x="41" y="82"/>
                      <a:pt x="17" y="56"/>
                      <a:pt x="15" y="46"/>
                    </a:cubicBezTo>
                    <a:cubicBezTo>
                      <a:pt x="14" y="36"/>
                      <a:pt x="10" y="0"/>
                      <a:pt x="10" y="0"/>
                    </a:cubicBezTo>
                    <a:cubicBezTo>
                      <a:pt x="2" y="1"/>
                      <a:pt x="2" y="1"/>
                      <a:pt x="2" y="1"/>
                    </a:cubicBezTo>
                    <a:cubicBezTo>
                      <a:pt x="2" y="1"/>
                      <a:pt x="0" y="54"/>
                      <a:pt x="2" y="60"/>
                    </a:cubicBezTo>
                    <a:cubicBezTo>
                      <a:pt x="4" y="66"/>
                      <a:pt x="19" y="96"/>
                      <a:pt x="29" y="99"/>
                    </a:cubicBezTo>
                    <a:cubicBezTo>
                      <a:pt x="38" y="102"/>
                      <a:pt x="45" y="93"/>
                      <a:pt x="41" y="82"/>
                    </a:cubicBezTo>
                    <a:close/>
                  </a:path>
                </a:pathLst>
              </a:custGeom>
              <a:solidFill>
                <a:srgbClr val="FF4F72">
                  <a:alpha val="100000"/>
                </a:srgbClr>
              </a:solidFill>
              <a:ln>
                <a:headEnd type="none"/>
                <a:tailEnd type="none"/>
              </a:ln>
            </p:spPr>
            <p:txBody>
              <a:bodyPr/>
              <a:lstStyle/>
              <a:p>
                <a:endParaRPr lang="zh-CN" altLang="en-US"/>
              </a:p>
            </p:txBody>
          </p:sp>
          <p:sp>
            <p:nvSpPr>
              <p:cNvPr id="135" name="AutoShape 135"/>
              <p:cNvSpPr/>
              <p:nvPr/>
            </p:nvSpPr>
            <p:spPr>
              <a:xfrm>
                <a:off x="7831138" y="3744913"/>
                <a:ext cx="222250" cy="279400"/>
              </a:xfrm>
              <a:custGeom>
                <a:avLst/>
                <a:gdLst/>
                <a:ahLst/>
                <a:cxnLst/>
                <a:rect l="l" t="t" r="r" b="b"/>
                <a:pathLst>
                  <a:path w="31" h="39">
                    <a:moveTo>
                      <a:pt x="5" y="11"/>
                    </a:moveTo>
                    <a:cubicBezTo>
                      <a:pt x="5" y="11"/>
                      <a:pt x="0" y="29"/>
                      <a:pt x="3" y="34"/>
                    </a:cubicBezTo>
                    <a:cubicBezTo>
                      <a:pt x="7" y="39"/>
                      <a:pt x="20" y="34"/>
                      <a:pt x="25" y="27"/>
                    </a:cubicBezTo>
                    <a:cubicBezTo>
                      <a:pt x="30" y="20"/>
                      <a:pt x="31" y="3"/>
                      <a:pt x="22" y="2"/>
                    </a:cubicBezTo>
                    <a:cubicBezTo>
                      <a:pt x="14" y="0"/>
                      <a:pt x="7" y="4"/>
                      <a:pt x="5" y="11"/>
                    </a:cubicBezTo>
                    <a:close/>
                  </a:path>
                </a:pathLst>
              </a:custGeom>
              <a:solidFill>
                <a:srgbClr val="F79A74">
                  <a:alpha val="100000"/>
                </a:srgbClr>
              </a:solidFill>
              <a:ln>
                <a:headEnd type="none"/>
                <a:tailEnd type="none"/>
              </a:ln>
            </p:spPr>
            <p:txBody>
              <a:bodyPr/>
              <a:lstStyle/>
              <a:p>
                <a:endParaRPr lang="zh-CN" altLang="en-US"/>
              </a:p>
            </p:txBody>
          </p:sp>
          <p:sp>
            <p:nvSpPr>
              <p:cNvPr id="136" name="AutoShape 136"/>
              <p:cNvSpPr/>
              <p:nvPr/>
            </p:nvSpPr>
            <p:spPr>
              <a:xfrm>
                <a:off x="7737476" y="4030663"/>
                <a:ext cx="401638" cy="566738"/>
              </a:xfrm>
              <a:custGeom>
                <a:avLst/>
                <a:gdLst/>
                <a:ahLst/>
                <a:cxnLst/>
                <a:rect l="l" t="t" r="r" b="b"/>
                <a:pathLst>
                  <a:path w="56" h="79">
                    <a:moveTo>
                      <a:pt x="51" y="79"/>
                    </a:moveTo>
                    <a:cubicBezTo>
                      <a:pt x="51" y="79"/>
                      <a:pt x="56" y="26"/>
                      <a:pt x="56" y="11"/>
                    </a:cubicBezTo>
                    <a:cubicBezTo>
                      <a:pt x="56" y="11"/>
                      <a:pt x="56" y="10"/>
                      <a:pt x="56" y="9"/>
                    </a:cubicBezTo>
                    <a:cubicBezTo>
                      <a:pt x="53" y="0"/>
                      <a:pt x="44" y="0"/>
                      <a:pt x="40" y="1"/>
                    </a:cubicBezTo>
                    <a:cubicBezTo>
                      <a:pt x="36" y="2"/>
                      <a:pt x="22" y="6"/>
                      <a:pt x="22" y="7"/>
                    </a:cubicBezTo>
                    <a:cubicBezTo>
                      <a:pt x="22" y="7"/>
                      <a:pt x="22" y="7"/>
                      <a:pt x="22" y="7"/>
                    </a:cubicBezTo>
                    <a:cubicBezTo>
                      <a:pt x="17" y="10"/>
                      <a:pt x="13" y="15"/>
                      <a:pt x="13" y="16"/>
                    </a:cubicBezTo>
                    <a:cubicBezTo>
                      <a:pt x="13" y="16"/>
                      <a:pt x="0" y="43"/>
                      <a:pt x="11" y="76"/>
                    </a:cubicBezTo>
                    <a:lnTo>
                      <a:pt x="51" y="79"/>
                    </a:lnTo>
                    <a:close/>
                  </a:path>
                </a:pathLst>
              </a:custGeom>
              <a:solidFill>
                <a:srgbClr val="FF4F72">
                  <a:alpha val="100000"/>
                </a:srgbClr>
              </a:solidFill>
              <a:ln>
                <a:headEnd type="none"/>
                <a:tailEnd type="none"/>
              </a:ln>
            </p:spPr>
            <p:txBody>
              <a:bodyPr/>
              <a:lstStyle/>
              <a:p>
                <a:endParaRPr lang="zh-CN" altLang="en-US"/>
              </a:p>
            </p:txBody>
          </p:sp>
          <p:sp>
            <p:nvSpPr>
              <p:cNvPr id="137" name="AutoShape 137"/>
              <p:cNvSpPr/>
              <p:nvPr/>
            </p:nvSpPr>
            <p:spPr>
              <a:xfrm>
                <a:off x="7529513" y="3500438"/>
                <a:ext cx="71438" cy="85725"/>
              </a:xfrm>
              <a:custGeom>
                <a:avLst/>
                <a:gdLst/>
                <a:ahLst/>
                <a:cxnLst/>
                <a:rect l="l" t="t" r="r" b="b"/>
                <a:pathLst>
                  <a:path w="10" h="12">
                    <a:moveTo>
                      <a:pt x="10" y="8"/>
                    </a:moveTo>
                    <a:cubicBezTo>
                      <a:pt x="10" y="4"/>
                      <a:pt x="10" y="4"/>
                      <a:pt x="10" y="4"/>
                    </a:cubicBezTo>
                    <a:cubicBezTo>
                      <a:pt x="9" y="4"/>
                      <a:pt x="9" y="4"/>
                      <a:pt x="9" y="4"/>
                    </a:cubicBezTo>
                    <a:cubicBezTo>
                      <a:pt x="8" y="1"/>
                      <a:pt x="8" y="1"/>
                      <a:pt x="8" y="1"/>
                    </a:cubicBezTo>
                    <a:cubicBezTo>
                      <a:pt x="6" y="2"/>
                      <a:pt x="6" y="2"/>
                      <a:pt x="6" y="2"/>
                    </a:cubicBezTo>
                    <a:cubicBezTo>
                      <a:pt x="4" y="1"/>
                      <a:pt x="4" y="1"/>
                      <a:pt x="4" y="1"/>
                    </a:cubicBezTo>
                    <a:cubicBezTo>
                      <a:pt x="3" y="0"/>
                      <a:pt x="1" y="1"/>
                      <a:pt x="1" y="2"/>
                    </a:cubicBezTo>
                    <a:cubicBezTo>
                      <a:pt x="0" y="3"/>
                      <a:pt x="0" y="5"/>
                      <a:pt x="0" y="7"/>
                    </a:cubicBezTo>
                    <a:cubicBezTo>
                      <a:pt x="0" y="7"/>
                      <a:pt x="0" y="8"/>
                      <a:pt x="1" y="8"/>
                    </a:cubicBezTo>
                    <a:cubicBezTo>
                      <a:pt x="5" y="11"/>
                      <a:pt x="5" y="11"/>
                      <a:pt x="5" y="11"/>
                    </a:cubicBezTo>
                    <a:cubicBezTo>
                      <a:pt x="5" y="12"/>
                      <a:pt x="6" y="12"/>
                      <a:pt x="7" y="11"/>
                    </a:cubicBezTo>
                    <a:cubicBezTo>
                      <a:pt x="9" y="10"/>
                      <a:pt x="9" y="10"/>
                      <a:pt x="9" y="10"/>
                    </a:cubicBezTo>
                    <a:cubicBezTo>
                      <a:pt x="10" y="10"/>
                      <a:pt x="10" y="9"/>
                      <a:pt x="10" y="8"/>
                    </a:cubicBezTo>
                    <a:close/>
                  </a:path>
                </a:pathLst>
              </a:custGeom>
              <a:solidFill>
                <a:srgbClr val="F79A74">
                  <a:alpha val="100000"/>
                </a:srgbClr>
              </a:solidFill>
              <a:ln>
                <a:headEnd type="none"/>
                <a:tailEnd type="none"/>
              </a:ln>
            </p:spPr>
            <p:txBody>
              <a:bodyPr/>
              <a:lstStyle/>
              <a:p>
                <a:endParaRPr lang="zh-CN" altLang="en-US"/>
              </a:p>
            </p:txBody>
          </p:sp>
          <p:sp>
            <p:nvSpPr>
              <p:cNvPr id="138" name="AutoShape 138"/>
              <p:cNvSpPr/>
              <p:nvPr/>
            </p:nvSpPr>
            <p:spPr>
              <a:xfrm>
                <a:off x="7558088" y="3557588"/>
                <a:ext cx="415925" cy="688975"/>
              </a:xfrm>
              <a:custGeom>
                <a:avLst/>
                <a:gdLst/>
                <a:ahLst/>
                <a:cxnLst/>
                <a:rect l="l" t="t" r="r" b="b"/>
                <a:pathLst>
                  <a:path w="57" h="96">
                    <a:moveTo>
                      <a:pt x="53" y="76"/>
                    </a:moveTo>
                    <a:cubicBezTo>
                      <a:pt x="53" y="76"/>
                      <a:pt x="24" y="55"/>
                      <a:pt x="21" y="45"/>
                    </a:cubicBezTo>
                    <a:cubicBezTo>
                      <a:pt x="17" y="36"/>
                      <a:pt x="7" y="0"/>
                      <a:pt x="7" y="0"/>
                    </a:cubicBezTo>
                    <a:cubicBezTo>
                      <a:pt x="0" y="3"/>
                      <a:pt x="0" y="3"/>
                      <a:pt x="0" y="3"/>
                    </a:cubicBezTo>
                    <a:cubicBezTo>
                      <a:pt x="0" y="3"/>
                      <a:pt x="7" y="55"/>
                      <a:pt x="10" y="61"/>
                    </a:cubicBezTo>
                    <a:cubicBezTo>
                      <a:pt x="13" y="66"/>
                      <a:pt x="33" y="94"/>
                      <a:pt x="43" y="95"/>
                    </a:cubicBezTo>
                    <a:cubicBezTo>
                      <a:pt x="53" y="96"/>
                      <a:pt x="58" y="85"/>
                      <a:pt x="53" y="76"/>
                    </a:cubicBezTo>
                    <a:close/>
                  </a:path>
                </a:pathLst>
              </a:custGeom>
              <a:solidFill>
                <a:srgbClr val="FF4F72">
                  <a:alpha val="100000"/>
                </a:srgbClr>
              </a:solidFill>
              <a:ln>
                <a:headEnd type="none"/>
                <a:tailEnd type="none"/>
              </a:ln>
            </p:spPr>
            <p:txBody>
              <a:bodyPr/>
              <a:lstStyle/>
              <a:p>
                <a:endParaRPr lang="zh-CN" altLang="en-US"/>
              </a:p>
            </p:txBody>
          </p:sp>
          <p:sp>
            <p:nvSpPr>
              <p:cNvPr id="139" name="AutoShape 139"/>
              <p:cNvSpPr/>
              <p:nvPr/>
            </p:nvSpPr>
            <p:spPr>
              <a:xfrm>
                <a:off x="7788276" y="3708400"/>
                <a:ext cx="565150" cy="995363"/>
              </a:xfrm>
              <a:custGeom>
                <a:avLst/>
                <a:gdLst/>
                <a:ahLst/>
                <a:cxnLst/>
                <a:rect l="l" t="t" r="r" b="b"/>
                <a:pathLst>
                  <a:path w="79" h="139">
                    <a:moveTo>
                      <a:pt x="32" y="6"/>
                    </a:moveTo>
                    <a:cubicBezTo>
                      <a:pt x="32" y="6"/>
                      <a:pt x="17" y="0"/>
                      <a:pt x="10" y="13"/>
                    </a:cubicBezTo>
                    <a:cubicBezTo>
                      <a:pt x="6" y="21"/>
                      <a:pt x="18" y="13"/>
                      <a:pt x="20" y="16"/>
                    </a:cubicBezTo>
                    <a:cubicBezTo>
                      <a:pt x="23" y="19"/>
                      <a:pt x="17" y="24"/>
                      <a:pt x="19" y="26"/>
                    </a:cubicBezTo>
                    <a:cubicBezTo>
                      <a:pt x="20" y="27"/>
                      <a:pt x="23" y="22"/>
                      <a:pt x="24" y="25"/>
                    </a:cubicBezTo>
                    <a:cubicBezTo>
                      <a:pt x="26" y="28"/>
                      <a:pt x="22" y="29"/>
                      <a:pt x="20" y="32"/>
                    </a:cubicBezTo>
                    <a:cubicBezTo>
                      <a:pt x="17" y="35"/>
                      <a:pt x="22" y="40"/>
                      <a:pt x="18" y="43"/>
                    </a:cubicBezTo>
                    <a:cubicBezTo>
                      <a:pt x="14" y="46"/>
                      <a:pt x="4" y="48"/>
                      <a:pt x="10" y="64"/>
                    </a:cubicBezTo>
                    <a:cubicBezTo>
                      <a:pt x="17" y="80"/>
                      <a:pt x="0" y="84"/>
                      <a:pt x="7" y="106"/>
                    </a:cubicBezTo>
                    <a:cubicBezTo>
                      <a:pt x="14" y="127"/>
                      <a:pt x="62" y="139"/>
                      <a:pt x="70" y="114"/>
                    </a:cubicBezTo>
                    <a:cubicBezTo>
                      <a:pt x="79" y="88"/>
                      <a:pt x="50" y="82"/>
                      <a:pt x="52" y="70"/>
                    </a:cubicBezTo>
                    <a:cubicBezTo>
                      <a:pt x="53" y="59"/>
                      <a:pt x="60" y="56"/>
                      <a:pt x="51" y="44"/>
                    </a:cubicBezTo>
                    <a:cubicBezTo>
                      <a:pt x="42" y="33"/>
                      <a:pt x="37" y="26"/>
                      <a:pt x="39" y="19"/>
                    </a:cubicBezTo>
                    <a:cubicBezTo>
                      <a:pt x="42" y="12"/>
                      <a:pt x="35" y="6"/>
                      <a:pt x="32" y="6"/>
                    </a:cubicBezTo>
                    <a:close/>
                  </a:path>
                </a:pathLst>
              </a:custGeom>
              <a:solidFill>
                <a:srgbClr val="544DB8">
                  <a:alpha val="100000"/>
                </a:srgbClr>
              </a:solidFill>
              <a:ln>
                <a:headEnd type="none"/>
                <a:tailEnd type="none"/>
              </a:ln>
            </p:spPr>
            <p:txBody>
              <a:bodyPr/>
              <a:lstStyle/>
              <a:p>
                <a:endParaRPr lang="zh-CN" altLang="en-US"/>
              </a:p>
            </p:txBody>
          </p:sp>
          <p:sp>
            <p:nvSpPr>
              <p:cNvPr id="140" name="AutoShape 140"/>
              <p:cNvSpPr/>
              <p:nvPr/>
            </p:nvSpPr>
            <p:spPr>
              <a:xfrm>
                <a:off x="8074026" y="3113088"/>
                <a:ext cx="458788" cy="458788"/>
              </a:xfrm>
              <a:custGeom>
                <a:avLst/>
                <a:gdLst/>
                <a:ahLst/>
                <a:cxnLst/>
                <a:rect l="l" t="t" r="r" b="b"/>
                <a:pathLst>
                  <a:path w="64" h="64">
                    <a:moveTo>
                      <a:pt x="32" y="0"/>
                    </a:moveTo>
                    <a:cubicBezTo>
                      <a:pt x="14" y="0"/>
                      <a:pt x="0" y="15"/>
                      <a:pt x="0" y="32"/>
                    </a:cubicBezTo>
                    <a:cubicBezTo>
                      <a:pt x="0" y="50"/>
                      <a:pt x="14" y="64"/>
                      <a:pt x="32" y="64"/>
                    </a:cubicBezTo>
                    <a:cubicBezTo>
                      <a:pt x="49" y="64"/>
                      <a:pt x="64" y="50"/>
                      <a:pt x="64" y="32"/>
                    </a:cubicBezTo>
                    <a:cubicBezTo>
                      <a:pt x="64" y="15"/>
                      <a:pt x="49" y="0"/>
                      <a:pt x="32" y="0"/>
                    </a:cubicBezTo>
                    <a:close/>
                    <a:moveTo>
                      <a:pt x="16" y="30"/>
                    </a:moveTo>
                    <a:cubicBezTo>
                      <a:pt x="16" y="27"/>
                      <a:pt x="18" y="26"/>
                      <a:pt x="20" y="26"/>
                    </a:cubicBezTo>
                    <a:cubicBezTo>
                      <a:pt x="22" y="26"/>
                      <a:pt x="24" y="27"/>
                      <a:pt x="24" y="30"/>
                    </a:cubicBezTo>
                    <a:cubicBezTo>
                      <a:pt x="24" y="32"/>
                      <a:pt x="22" y="33"/>
                      <a:pt x="20" y="33"/>
                    </a:cubicBezTo>
                    <a:cubicBezTo>
                      <a:pt x="18" y="33"/>
                      <a:pt x="16" y="32"/>
                      <a:pt x="16" y="30"/>
                    </a:cubicBezTo>
                    <a:close/>
                    <a:moveTo>
                      <a:pt x="32" y="49"/>
                    </a:moveTo>
                    <a:cubicBezTo>
                      <a:pt x="27" y="49"/>
                      <a:pt x="23" y="46"/>
                      <a:pt x="22" y="41"/>
                    </a:cubicBezTo>
                    <a:cubicBezTo>
                      <a:pt x="42" y="41"/>
                      <a:pt x="42" y="41"/>
                      <a:pt x="42" y="41"/>
                    </a:cubicBezTo>
                    <a:cubicBezTo>
                      <a:pt x="41" y="46"/>
                      <a:pt x="37" y="49"/>
                      <a:pt x="32" y="49"/>
                    </a:cubicBezTo>
                    <a:close/>
                    <a:moveTo>
                      <a:pt x="44" y="33"/>
                    </a:moveTo>
                    <a:cubicBezTo>
                      <a:pt x="42" y="33"/>
                      <a:pt x="40" y="32"/>
                      <a:pt x="40" y="30"/>
                    </a:cubicBezTo>
                    <a:cubicBezTo>
                      <a:pt x="40" y="27"/>
                      <a:pt x="42" y="26"/>
                      <a:pt x="44" y="26"/>
                    </a:cubicBezTo>
                    <a:cubicBezTo>
                      <a:pt x="46" y="26"/>
                      <a:pt x="48" y="27"/>
                      <a:pt x="48" y="30"/>
                    </a:cubicBezTo>
                    <a:cubicBezTo>
                      <a:pt x="48" y="32"/>
                      <a:pt x="46" y="33"/>
                      <a:pt x="44" y="33"/>
                    </a:cubicBezTo>
                    <a:close/>
                  </a:path>
                </a:pathLst>
              </a:custGeom>
              <a:solidFill>
                <a:srgbClr val="FEC800">
                  <a:alpha val="100000"/>
                </a:srgbClr>
              </a:solidFill>
              <a:ln>
                <a:headEnd type="none"/>
                <a:tailEnd type="none"/>
              </a:ln>
            </p:spPr>
            <p:txBody>
              <a:bodyPr/>
              <a:lstStyle/>
              <a:p>
                <a:endParaRPr lang="zh-CN" altLang="en-US"/>
              </a:p>
            </p:txBody>
          </p:sp>
          <p:sp>
            <p:nvSpPr>
              <p:cNvPr id="141" name="AutoShape 141"/>
              <p:cNvSpPr/>
              <p:nvPr/>
            </p:nvSpPr>
            <p:spPr>
              <a:xfrm>
                <a:off x="4913313" y="4381500"/>
                <a:ext cx="2608263" cy="573088"/>
              </a:xfrm>
              <a:custGeom>
                <a:avLst/>
                <a:gdLst/>
                <a:ahLst/>
                <a:cxnLst/>
                <a:rect l="l" t="t" r="r" b="b"/>
                <a:pathLst>
                  <a:path w="1643" h="361">
                    <a:moveTo>
                      <a:pt x="9" y="361"/>
                    </a:moveTo>
                    <a:lnTo>
                      <a:pt x="0" y="348"/>
                    </a:lnTo>
                    <a:lnTo>
                      <a:pt x="230" y="235"/>
                    </a:lnTo>
                    <a:lnTo>
                      <a:pt x="515" y="240"/>
                    </a:lnTo>
                    <a:lnTo>
                      <a:pt x="826" y="122"/>
                    </a:lnTo>
                    <a:lnTo>
                      <a:pt x="1061" y="122"/>
                    </a:lnTo>
                    <a:lnTo>
                      <a:pt x="1318" y="36"/>
                    </a:lnTo>
                    <a:lnTo>
                      <a:pt x="1318" y="36"/>
                    </a:lnTo>
                    <a:lnTo>
                      <a:pt x="1522" y="59"/>
                    </a:lnTo>
                    <a:lnTo>
                      <a:pt x="1634" y="0"/>
                    </a:lnTo>
                    <a:lnTo>
                      <a:pt x="1643" y="18"/>
                    </a:lnTo>
                    <a:lnTo>
                      <a:pt x="1526" y="77"/>
                    </a:lnTo>
                    <a:lnTo>
                      <a:pt x="1522" y="77"/>
                    </a:lnTo>
                    <a:lnTo>
                      <a:pt x="1318" y="54"/>
                    </a:lnTo>
                    <a:lnTo>
                      <a:pt x="1065" y="140"/>
                    </a:lnTo>
                    <a:lnTo>
                      <a:pt x="826" y="140"/>
                    </a:lnTo>
                    <a:lnTo>
                      <a:pt x="519" y="258"/>
                    </a:lnTo>
                    <a:lnTo>
                      <a:pt x="515" y="258"/>
                    </a:lnTo>
                    <a:lnTo>
                      <a:pt x="235" y="253"/>
                    </a:lnTo>
                    <a:lnTo>
                      <a:pt x="9" y="361"/>
                    </a:lnTo>
                    <a:close/>
                  </a:path>
                </a:pathLst>
              </a:custGeom>
              <a:solidFill>
                <a:srgbClr val="F9FBFC">
                  <a:alpha val="100000"/>
                </a:srgbClr>
              </a:solidFill>
              <a:ln>
                <a:headEnd type="none"/>
                <a:tailEnd type="none"/>
              </a:ln>
            </p:spPr>
            <p:txBody>
              <a:bodyPr/>
              <a:lstStyle/>
              <a:p>
                <a:endParaRPr lang="zh-CN" altLang="en-US"/>
              </a:p>
            </p:txBody>
          </p:sp>
          <p:sp>
            <p:nvSpPr>
              <p:cNvPr id="142" name="AutoShape 142"/>
              <p:cNvSpPr/>
              <p:nvPr/>
            </p:nvSpPr>
            <p:spPr>
              <a:xfrm>
                <a:off x="6253163" y="4087813"/>
                <a:ext cx="552450" cy="1139825"/>
              </a:xfrm>
              <a:custGeom>
                <a:avLst/>
                <a:gdLst/>
                <a:ahLst/>
                <a:cxnLst/>
                <a:rect l="l" t="t" r="r" b="b"/>
                <a:pathLst>
                  <a:path w="77" h="159">
                    <a:moveTo>
                      <a:pt x="0" y="22"/>
                    </a:moveTo>
                    <a:cubicBezTo>
                      <a:pt x="0" y="22"/>
                      <a:pt x="49" y="102"/>
                      <a:pt x="43" y="159"/>
                    </a:cubicBezTo>
                    <a:cubicBezTo>
                      <a:pt x="77" y="159"/>
                      <a:pt x="77" y="159"/>
                      <a:pt x="77" y="159"/>
                    </a:cubicBezTo>
                    <a:cubicBezTo>
                      <a:pt x="63" y="151"/>
                      <a:pt x="63" y="151"/>
                      <a:pt x="63" y="151"/>
                    </a:cubicBezTo>
                    <a:cubicBezTo>
                      <a:pt x="67" y="150"/>
                      <a:pt x="67" y="150"/>
                      <a:pt x="67" y="150"/>
                    </a:cubicBezTo>
                    <a:cubicBezTo>
                      <a:pt x="67" y="150"/>
                      <a:pt x="54" y="63"/>
                      <a:pt x="43" y="32"/>
                    </a:cubicBezTo>
                    <a:cubicBezTo>
                      <a:pt x="30" y="0"/>
                      <a:pt x="27" y="12"/>
                      <a:pt x="27" y="12"/>
                    </a:cubicBezTo>
                    <a:lnTo>
                      <a:pt x="0" y="22"/>
                    </a:lnTo>
                    <a:close/>
                  </a:path>
                </a:pathLst>
              </a:custGeom>
              <a:solidFill>
                <a:srgbClr val="544DB8">
                  <a:alpha val="100000"/>
                </a:srgbClr>
              </a:solidFill>
              <a:ln>
                <a:headEnd type="none"/>
                <a:tailEnd type="none"/>
              </a:ln>
            </p:spPr>
            <p:txBody>
              <a:bodyPr/>
              <a:lstStyle/>
              <a:p>
                <a:endParaRPr lang="zh-CN" altLang="en-US"/>
              </a:p>
            </p:txBody>
          </p:sp>
          <p:sp>
            <p:nvSpPr>
              <p:cNvPr id="143" name="AutoShape 143"/>
              <p:cNvSpPr/>
              <p:nvPr/>
            </p:nvSpPr>
            <p:spPr>
              <a:xfrm>
                <a:off x="5995988" y="4187825"/>
                <a:ext cx="342900" cy="1039813"/>
              </a:xfrm>
              <a:custGeom>
                <a:avLst/>
                <a:gdLst/>
                <a:ahLst/>
                <a:cxnLst/>
                <a:rect l="l" t="t" r="r" b="b"/>
                <a:pathLst>
                  <a:path w="48" h="145">
                    <a:moveTo>
                      <a:pt x="18" y="3"/>
                    </a:moveTo>
                    <a:cubicBezTo>
                      <a:pt x="18" y="3"/>
                      <a:pt x="20" y="59"/>
                      <a:pt x="16" y="80"/>
                    </a:cubicBezTo>
                    <a:cubicBezTo>
                      <a:pt x="12" y="102"/>
                      <a:pt x="0" y="144"/>
                      <a:pt x="0" y="144"/>
                    </a:cubicBezTo>
                    <a:cubicBezTo>
                      <a:pt x="32" y="145"/>
                      <a:pt x="32" y="145"/>
                      <a:pt x="32" y="145"/>
                    </a:cubicBezTo>
                    <a:cubicBezTo>
                      <a:pt x="23" y="139"/>
                      <a:pt x="23" y="139"/>
                      <a:pt x="23" y="139"/>
                    </a:cubicBezTo>
                    <a:cubicBezTo>
                      <a:pt x="18" y="136"/>
                      <a:pt x="18" y="136"/>
                      <a:pt x="18" y="136"/>
                    </a:cubicBezTo>
                    <a:cubicBezTo>
                      <a:pt x="18" y="136"/>
                      <a:pt x="41" y="75"/>
                      <a:pt x="43" y="46"/>
                    </a:cubicBezTo>
                    <a:cubicBezTo>
                      <a:pt x="45" y="17"/>
                      <a:pt x="48" y="0"/>
                      <a:pt x="48" y="0"/>
                    </a:cubicBezTo>
                    <a:lnTo>
                      <a:pt x="18" y="3"/>
                    </a:lnTo>
                    <a:close/>
                  </a:path>
                </a:pathLst>
              </a:custGeom>
              <a:solidFill>
                <a:srgbClr val="544DB8">
                  <a:alpha val="100000"/>
                </a:srgbClr>
              </a:solidFill>
              <a:ln>
                <a:headEnd type="none"/>
                <a:tailEnd type="none"/>
              </a:ln>
            </p:spPr>
            <p:txBody>
              <a:bodyPr/>
              <a:lstStyle/>
              <a:p>
                <a:endParaRPr lang="zh-CN" altLang="en-US"/>
              </a:p>
            </p:txBody>
          </p:sp>
          <p:sp>
            <p:nvSpPr>
              <p:cNvPr id="144" name="AutoShape 144"/>
              <p:cNvSpPr/>
              <p:nvPr/>
            </p:nvSpPr>
            <p:spPr>
              <a:xfrm>
                <a:off x="6561138" y="2847975"/>
                <a:ext cx="79375" cy="173038"/>
              </a:xfrm>
              <a:custGeom>
                <a:avLst/>
                <a:gdLst/>
                <a:ahLst/>
                <a:cxnLst/>
                <a:rect l="l" t="t" r="r" b="b"/>
                <a:pathLst>
                  <a:path w="50" h="109">
                    <a:moveTo>
                      <a:pt x="18" y="109"/>
                    </a:moveTo>
                    <a:lnTo>
                      <a:pt x="41" y="95"/>
                    </a:lnTo>
                    <a:lnTo>
                      <a:pt x="50" y="54"/>
                    </a:lnTo>
                    <a:lnTo>
                      <a:pt x="41" y="50"/>
                    </a:lnTo>
                    <a:lnTo>
                      <a:pt x="32" y="68"/>
                    </a:lnTo>
                    <a:lnTo>
                      <a:pt x="41" y="0"/>
                    </a:lnTo>
                    <a:lnTo>
                      <a:pt x="27" y="0"/>
                    </a:lnTo>
                    <a:lnTo>
                      <a:pt x="14" y="68"/>
                    </a:lnTo>
                    <a:lnTo>
                      <a:pt x="0" y="95"/>
                    </a:lnTo>
                    <a:lnTo>
                      <a:pt x="14" y="104"/>
                    </a:lnTo>
                    <a:lnTo>
                      <a:pt x="18" y="109"/>
                    </a:lnTo>
                    <a:close/>
                  </a:path>
                </a:pathLst>
              </a:custGeom>
              <a:solidFill>
                <a:srgbClr val="F7D3A9">
                  <a:alpha val="100000"/>
                </a:srgbClr>
              </a:solidFill>
              <a:ln>
                <a:headEnd type="none"/>
                <a:tailEnd type="none"/>
              </a:ln>
            </p:spPr>
            <p:txBody>
              <a:bodyPr/>
              <a:lstStyle/>
              <a:p>
                <a:endParaRPr lang="zh-CN" altLang="en-US"/>
              </a:p>
            </p:txBody>
          </p:sp>
          <p:sp>
            <p:nvSpPr>
              <p:cNvPr id="145" name="AutoShape 145"/>
              <p:cNvSpPr/>
              <p:nvPr/>
            </p:nvSpPr>
            <p:spPr>
              <a:xfrm>
                <a:off x="6561138" y="2847975"/>
                <a:ext cx="79375" cy="173038"/>
              </a:xfrm>
              <a:custGeom>
                <a:avLst/>
                <a:gdLst/>
                <a:ahLst/>
                <a:cxnLst/>
                <a:rect l="l" t="t" r="r" b="b"/>
                <a:pathLst>
                  <a:path w="50" h="109">
                    <a:moveTo>
                      <a:pt x="18" y="109"/>
                    </a:moveTo>
                    <a:lnTo>
                      <a:pt x="41" y="95"/>
                    </a:lnTo>
                    <a:lnTo>
                      <a:pt x="50" y="54"/>
                    </a:lnTo>
                    <a:lnTo>
                      <a:pt x="41" y="50"/>
                    </a:lnTo>
                    <a:lnTo>
                      <a:pt x="32" y="68"/>
                    </a:lnTo>
                    <a:lnTo>
                      <a:pt x="41" y="0"/>
                    </a:lnTo>
                    <a:lnTo>
                      <a:pt x="27" y="0"/>
                    </a:lnTo>
                    <a:lnTo>
                      <a:pt x="14" y="68"/>
                    </a:lnTo>
                    <a:lnTo>
                      <a:pt x="0" y="95"/>
                    </a:lnTo>
                    <a:lnTo>
                      <a:pt x="14" y="104"/>
                    </a:lnTo>
                  </a:path>
                </a:pathLst>
              </a:custGeom>
              <a:ln>
                <a:headEnd type="none"/>
                <a:tailEnd type="none"/>
              </a:ln>
            </p:spPr>
            <p:txBody>
              <a:bodyPr/>
              <a:lstStyle/>
              <a:p>
                <a:endParaRPr lang="zh-CN" altLang="en-US"/>
              </a:p>
            </p:txBody>
          </p:sp>
          <p:sp>
            <p:nvSpPr>
              <p:cNvPr id="146" name="AutoShape 146"/>
              <p:cNvSpPr/>
              <p:nvPr/>
            </p:nvSpPr>
            <p:spPr>
              <a:xfrm>
                <a:off x="6805613" y="3035300"/>
                <a:ext cx="157163" cy="106363"/>
              </a:xfrm>
              <a:custGeom>
                <a:avLst/>
                <a:gdLst/>
                <a:ahLst/>
                <a:cxnLst/>
                <a:rect l="l" t="t" r="r" b="b"/>
                <a:pathLst>
                  <a:path w="99" h="67">
                    <a:moveTo>
                      <a:pt x="0" y="63"/>
                    </a:moveTo>
                    <a:lnTo>
                      <a:pt x="4" y="31"/>
                    </a:lnTo>
                    <a:lnTo>
                      <a:pt x="41" y="0"/>
                    </a:lnTo>
                    <a:lnTo>
                      <a:pt x="45" y="9"/>
                    </a:lnTo>
                    <a:lnTo>
                      <a:pt x="36" y="22"/>
                    </a:lnTo>
                    <a:lnTo>
                      <a:pt x="99" y="9"/>
                    </a:lnTo>
                    <a:lnTo>
                      <a:pt x="99" y="22"/>
                    </a:lnTo>
                    <a:lnTo>
                      <a:pt x="41" y="45"/>
                    </a:lnTo>
                    <a:lnTo>
                      <a:pt x="27" y="67"/>
                    </a:lnTo>
                    <a:lnTo>
                      <a:pt x="0" y="63"/>
                    </a:lnTo>
                    <a:close/>
                  </a:path>
                </a:pathLst>
              </a:custGeom>
              <a:solidFill>
                <a:srgbClr val="F7D3A9">
                  <a:alpha val="100000"/>
                </a:srgbClr>
              </a:solidFill>
              <a:ln>
                <a:headEnd type="none"/>
                <a:tailEnd type="none"/>
              </a:ln>
            </p:spPr>
            <p:txBody>
              <a:bodyPr/>
              <a:lstStyle/>
              <a:p>
                <a:endParaRPr lang="zh-CN" altLang="en-US"/>
              </a:p>
            </p:txBody>
          </p:sp>
          <p:sp>
            <p:nvSpPr>
              <p:cNvPr id="147" name="AutoShape 147"/>
              <p:cNvSpPr/>
              <p:nvPr/>
            </p:nvSpPr>
            <p:spPr>
              <a:xfrm>
                <a:off x="6067426" y="2984500"/>
                <a:ext cx="552450" cy="1282700"/>
              </a:xfrm>
              <a:custGeom>
                <a:avLst/>
                <a:gdLst/>
                <a:ahLst/>
                <a:cxnLst/>
                <a:rect l="l" t="t" r="r" b="b"/>
                <a:pathLst>
                  <a:path w="77" h="179">
                    <a:moveTo>
                      <a:pt x="69" y="0"/>
                    </a:moveTo>
                    <a:cubicBezTo>
                      <a:pt x="69" y="0"/>
                      <a:pt x="10" y="72"/>
                      <a:pt x="3" y="86"/>
                    </a:cubicBezTo>
                    <a:cubicBezTo>
                      <a:pt x="3" y="86"/>
                      <a:pt x="0" y="91"/>
                      <a:pt x="0" y="106"/>
                    </a:cubicBezTo>
                    <a:cubicBezTo>
                      <a:pt x="0" y="121"/>
                      <a:pt x="6" y="176"/>
                      <a:pt x="6" y="176"/>
                    </a:cubicBezTo>
                    <a:cubicBezTo>
                      <a:pt x="66" y="179"/>
                      <a:pt x="66" y="179"/>
                      <a:pt x="66" y="179"/>
                    </a:cubicBezTo>
                    <a:cubicBezTo>
                      <a:pt x="66" y="179"/>
                      <a:pt x="46" y="112"/>
                      <a:pt x="46" y="111"/>
                    </a:cubicBezTo>
                    <a:cubicBezTo>
                      <a:pt x="45" y="109"/>
                      <a:pt x="35" y="98"/>
                      <a:pt x="26" y="96"/>
                    </a:cubicBezTo>
                    <a:cubicBezTo>
                      <a:pt x="77" y="5"/>
                      <a:pt x="77" y="5"/>
                      <a:pt x="77" y="5"/>
                    </a:cubicBezTo>
                    <a:lnTo>
                      <a:pt x="69" y="0"/>
                    </a:lnTo>
                    <a:close/>
                  </a:path>
                </a:pathLst>
              </a:custGeom>
              <a:solidFill>
                <a:srgbClr val="6DB8FF">
                  <a:alpha val="100000"/>
                </a:srgbClr>
              </a:solidFill>
              <a:ln>
                <a:headEnd type="none"/>
                <a:tailEnd type="none"/>
              </a:ln>
            </p:spPr>
            <p:txBody>
              <a:bodyPr/>
              <a:lstStyle/>
              <a:p>
                <a:endParaRPr lang="zh-CN" altLang="en-US"/>
              </a:p>
            </p:txBody>
          </p:sp>
          <p:sp>
            <p:nvSpPr>
              <p:cNvPr id="148" name="AutoShape 148"/>
              <p:cNvSpPr/>
              <p:nvPr/>
            </p:nvSpPr>
            <p:spPr>
              <a:xfrm>
                <a:off x="6203951" y="3586163"/>
                <a:ext cx="120650" cy="122238"/>
              </a:xfrm>
              <a:custGeom>
                <a:avLst/>
                <a:gdLst/>
                <a:ahLst/>
                <a:cxnLst/>
                <a:rect l="l" t="t" r="r" b="b"/>
                <a:pathLst>
                  <a:path w="17" h="17">
                    <a:moveTo>
                      <a:pt x="13" y="5"/>
                    </a:moveTo>
                    <a:cubicBezTo>
                      <a:pt x="13" y="5"/>
                      <a:pt x="15" y="13"/>
                      <a:pt x="17" y="17"/>
                    </a:cubicBezTo>
                    <a:cubicBezTo>
                      <a:pt x="17" y="17"/>
                      <a:pt x="4" y="17"/>
                      <a:pt x="0" y="11"/>
                    </a:cubicBezTo>
                    <a:cubicBezTo>
                      <a:pt x="5" y="0"/>
                      <a:pt x="5" y="0"/>
                      <a:pt x="5" y="0"/>
                    </a:cubicBezTo>
                    <a:lnTo>
                      <a:pt x="13" y="5"/>
                    </a:lnTo>
                    <a:close/>
                  </a:path>
                </a:pathLst>
              </a:custGeom>
              <a:solidFill>
                <a:srgbClr val="F7D3A9">
                  <a:alpha val="100000"/>
                </a:srgbClr>
              </a:solidFill>
              <a:ln>
                <a:headEnd type="none"/>
                <a:tailEnd type="none"/>
              </a:ln>
            </p:spPr>
            <p:txBody>
              <a:bodyPr/>
              <a:lstStyle/>
              <a:p>
                <a:endParaRPr lang="zh-CN" altLang="en-US"/>
              </a:p>
            </p:txBody>
          </p:sp>
          <p:sp>
            <p:nvSpPr>
              <p:cNvPr id="149" name="AutoShape 149"/>
              <p:cNvSpPr/>
              <p:nvPr/>
            </p:nvSpPr>
            <p:spPr>
              <a:xfrm>
                <a:off x="6167438" y="3363913"/>
                <a:ext cx="222250" cy="315913"/>
              </a:xfrm>
              <a:custGeom>
                <a:avLst/>
                <a:gdLst/>
                <a:ahLst/>
                <a:cxnLst/>
                <a:rect l="l" t="t" r="r" b="b"/>
                <a:pathLst>
                  <a:path w="31" h="44">
                    <a:moveTo>
                      <a:pt x="27" y="13"/>
                    </a:moveTo>
                    <a:cubicBezTo>
                      <a:pt x="27" y="13"/>
                      <a:pt x="31" y="34"/>
                      <a:pt x="27" y="39"/>
                    </a:cubicBezTo>
                    <a:cubicBezTo>
                      <a:pt x="23" y="44"/>
                      <a:pt x="11" y="36"/>
                      <a:pt x="6" y="28"/>
                    </a:cubicBezTo>
                    <a:cubicBezTo>
                      <a:pt x="1" y="20"/>
                      <a:pt x="0" y="3"/>
                      <a:pt x="8" y="1"/>
                    </a:cubicBezTo>
                    <a:cubicBezTo>
                      <a:pt x="17" y="0"/>
                      <a:pt x="25" y="5"/>
                      <a:pt x="27" y="13"/>
                    </a:cubicBezTo>
                    <a:close/>
                  </a:path>
                </a:pathLst>
              </a:custGeom>
              <a:solidFill>
                <a:srgbClr val="F7D3A9">
                  <a:alpha val="100000"/>
                </a:srgbClr>
              </a:solidFill>
              <a:ln>
                <a:headEnd type="none"/>
                <a:tailEnd type="none"/>
              </a:ln>
            </p:spPr>
            <p:txBody>
              <a:bodyPr/>
              <a:lstStyle/>
              <a:p>
                <a:endParaRPr lang="zh-CN" altLang="en-US"/>
              </a:p>
            </p:txBody>
          </p:sp>
          <p:sp>
            <p:nvSpPr>
              <p:cNvPr id="150" name="AutoShape 150"/>
              <p:cNvSpPr/>
              <p:nvPr/>
            </p:nvSpPr>
            <p:spPr>
              <a:xfrm>
                <a:off x="6281738" y="3113088"/>
                <a:ext cx="574675" cy="809625"/>
              </a:xfrm>
              <a:custGeom>
                <a:avLst/>
                <a:gdLst/>
                <a:ahLst/>
                <a:cxnLst/>
                <a:rect l="l" t="t" r="r" b="b"/>
                <a:pathLst>
                  <a:path w="80" h="113">
                    <a:moveTo>
                      <a:pt x="6" y="87"/>
                    </a:moveTo>
                    <a:cubicBezTo>
                      <a:pt x="6" y="87"/>
                      <a:pt x="53" y="57"/>
                      <a:pt x="57" y="51"/>
                    </a:cubicBezTo>
                    <a:cubicBezTo>
                      <a:pt x="60" y="45"/>
                      <a:pt x="71" y="0"/>
                      <a:pt x="71" y="0"/>
                    </a:cubicBezTo>
                    <a:cubicBezTo>
                      <a:pt x="80" y="2"/>
                      <a:pt x="80" y="2"/>
                      <a:pt x="80" y="2"/>
                    </a:cubicBezTo>
                    <a:cubicBezTo>
                      <a:pt x="80" y="2"/>
                      <a:pt x="75" y="53"/>
                      <a:pt x="73" y="58"/>
                    </a:cubicBezTo>
                    <a:cubicBezTo>
                      <a:pt x="72" y="64"/>
                      <a:pt x="25" y="113"/>
                      <a:pt x="15" y="113"/>
                    </a:cubicBezTo>
                    <a:cubicBezTo>
                      <a:pt x="4" y="113"/>
                      <a:pt x="0" y="99"/>
                      <a:pt x="6" y="87"/>
                    </a:cubicBezTo>
                    <a:close/>
                  </a:path>
                </a:pathLst>
              </a:custGeom>
              <a:solidFill>
                <a:srgbClr val="6DB8FF">
                  <a:alpha val="100000"/>
                </a:srgbClr>
              </a:solidFill>
              <a:ln>
                <a:headEnd type="none"/>
                <a:tailEnd type="none"/>
              </a:ln>
            </p:spPr>
            <p:txBody>
              <a:bodyPr/>
              <a:lstStyle/>
              <a:p>
                <a:endParaRPr lang="zh-CN" altLang="en-US"/>
              </a:p>
            </p:txBody>
          </p:sp>
          <p:sp>
            <p:nvSpPr>
              <p:cNvPr id="151" name="AutoShape 151"/>
              <p:cNvSpPr/>
              <p:nvPr/>
            </p:nvSpPr>
            <p:spPr>
              <a:xfrm>
                <a:off x="6138863" y="3306763"/>
                <a:ext cx="214313" cy="322263"/>
              </a:xfrm>
              <a:custGeom>
                <a:avLst/>
                <a:gdLst/>
                <a:ahLst/>
                <a:cxnLst/>
                <a:rect l="l" t="t" r="r" b="b"/>
                <a:pathLst>
                  <a:path w="30" h="45">
                    <a:moveTo>
                      <a:pt x="28" y="16"/>
                    </a:moveTo>
                    <a:cubicBezTo>
                      <a:pt x="28" y="16"/>
                      <a:pt x="30" y="8"/>
                      <a:pt x="25" y="4"/>
                    </a:cubicBezTo>
                    <a:cubicBezTo>
                      <a:pt x="20" y="0"/>
                      <a:pt x="11" y="0"/>
                      <a:pt x="9" y="2"/>
                    </a:cubicBezTo>
                    <a:cubicBezTo>
                      <a:pt x="9" y="4"/>
                      <a:pt x="15" y="6"/>
                      <a:pt x="14" y="7"/>
                    </a:cubicBezTo>
                    <a:cubicBezTo>
                      <a:pt x="12" y="8"/>
                      <a:pt x="5" y="7"/>
                      <a:pt x="3" y="14"/>
                    </a:cubicBezTo>
                    <a:cubicBezTo>
                      <a:pt x="1" y="22"/>
                      <a:pt x="4" y="23"/>
                      <a:pt x="4" y="23"/>
                    </a:cubicBezTo>
                    <a:cubicBezTo>
                      <a:pt x="4" y="23"/>
                      <a:pt x="0" y="27"/>
                      <a:pt x="5" y="34"/>
                    </a:cubicBezTo>
                    <a:cubicBezTo>
                      <a:pt x="9" y="40"/>
                      <a:pt x="19" y="45"/>
                      <a:pt x="22" y="44"/>
                    </a:cubicBezTo>
                    <a:cubicBezTo>
                      <a:pt x="24" y="44"/>
                      <a:pt x="23" y="34"/>
                      <a:pt x="23" y="34"/>
                    </a:cubicBezTo>
                    <a:cubicBezTo>
                      <a:pt x="23" y="34"/>
                      <a:pt x="17" y="33"/>
                      <a:pt x="17" y="29"/>
                    </a:cubicBezTo>
                    <a:cubicBezTo>
                      <a:pt x="16" y="26"/>
                      <a:pt x="19" y="25"/>
                      <a:pt x="21" y="27"/>
                    </a:cubicBezTo>
                    <a:cubicBezTo>
                      <a:pt x="22" y="28"/>
                      <a:pt x="23" y="31"/>
                      <a:pt x="24" y="30"/>
                    </a:cubicBezTo>
                    <a:cubicBezTo>
                      <a:pt x="25" y="30"/>
                      <a:pt x="23" y="23"/>
                      <a:pt x="23" y="23"/>
                    </a:cubicBezTo>
                    <a:cubicBezTo>
                      <a:pt x="23" y="23"/>
                      <a:pt x="27" y="19"/>
                      <a:pt x="28" y="16"/>
                    </a:cubicBezTo>
                    <a:close/>
                  </a:path>
                </a:pathLst>
              </a:custGeom>
              <a:solidFill>
                <a:srgbClr val="544DB8">
                  <a:alpha val="100000"/>
                </a:srgbClr>
              </a:solidFill>
              <a:ln>
                <a:headEnd type="none"/>
                <a:tailEnd type="none"/>
              </a:ln>
            </p:spPr>
            <p:txBody>
              <a:bodyPr/>
              <a:lstStyle/>
              <a:p>
                <a:endParaRPr lang="zh-CN" altLang="en-US"/>
              </a:p>
            </p:txBody>
          </p:sp>
          <p:sp>
            <p:nvSpPr>
              <p:cNvPr id="152" name="AutoShape 152"/>
              <p:cNvSpPr/>
              <p:nvPr/>
            </p:nvSpPr>
            <p:spPr>
              <a:xfrm>
                <a:off x="6167438" y="4919663"/>
                <a:ext cx="601663" cy="573088"/>
              </a:xfrm>
              <a:custGeom>
                <a:avLst/>
                <a:gdLst/>
                <a:ahLst/>
                <a:cxnLst/>
                <a:rect l="l" t="t" r="r" b="b"/>
                <a:pathLst>
                  <a:path w="84" h="80">
                    <a:moveTo>
                      <a:pt x="52" y="3"/>
                    </a:moveTo>
                    <a:cubicBezTo>
                      <a:pt x="16" y="13"/>
                      <a:pt x="16" y="13"/>
                      <a:pt x="16" y="13"/>
                    </a:cubicBezTo>
                    <a:cubicBezTo>
                      <a:pt x="6" y="16"/>
                      <a:pt x="0" y="26"/>
                      <a:pt x="3" y="35"/>
                    </a:cubicBezTo>
                    <a:cubicBezTo>
                      <a:pt x="10" y="60"/>
                      <a:pt x="10" y="60"/>
                      <a:pt x="10" y="60"/>
                    </a:cubicBezTo>
                    <a:cubicBezTo>
                      <a:pt x="13" y="70"/>
                      <a:pt x="23" y="76"/>
                      <a:pt x="33" y="73"/>
                    </a:cubicBezTo>
                    <a:cubicBezTo>
                      <a:pt x="43" y="70"/>
                      <a:pt x="43" y="70"/>
                      <a:pt x="43" y="70"/>
                    </a:cubicBezTo>
                    <a:cubicBezTo>
                      <a:pt x="54" y="80"/>
                      <a:pt x="54" y="80"/>
                      <a:pt x="54" y="80"/>
                    </a:cubicBezTo>
                    <a:cubicBezTo>
                      <a:pt x="57" y="66"/>
                      <a:pt x="57" y="66"/>
                      <a:pt x="57" y="66"/>
                    </a:cubicBezTo>
                    <a:cubicBezTo>
                      <a:pt x="68" y="63"/>
                      <a:pt x="68" y="63"/>
                      <a:pt x="68" y="63"/>
                    </a:cubicBezTo>
                    <a:cubicBezTo>
                      <a:pt x="78" y="60"/>
                      <a:pt x="84" y="50"/>
                      <a:pt x="81" y="40"/>
                    </a:cubicBezTo>
                    <a:cubicBezTo>
                      <a:pt x="74" y="16"/>
                      <a:pt x="74" y="16"/>
                      <a:pt x="74" y="16"/>
                    </a:cubicBezTo>
                    <a:cubicBezTo>
                      <a:pt x="72" y="6"/>
                      <a:pt x="61" y="0"/>
                      <a:pt x="52" y="3"/>
                    </a:cubicBezTo>
                    <a:close/>
                  </a:path>
                </a:pathLst>
              </a:custGeom>
              <a:solidFill>
                <a:srgbClr val="9570EE">
                  <a:alpha val="100000"/>
                </a:srgbClr>
              </a:solidFill>
              <a:ln>
                <a:headEnd type="none"/>
                <a:tailEnd type="none"/>
              </a:ln>
            </p:spPr>
            <p:txBody>
              <a:bodyPr/>
              <a:lstStyle/>
              <a:p>
                <a:endParaRPr lang="zh-CN" altLang="en-US"/>
              </a:p>
            </p:txBody>
          </p:sp>
          <p:sp>
            <p:nvSpPr>
              <p:cNvPr id="153" name="AutoShape 153"/>
              <p:cNvSpPr/>
              <p:nvPr/>
            </p:nvSpPr>
            <p:spPr>
              <a:xfrm>
                <a:off x="6310313" y="5205413"/>
                <a:ext cx="65088" cy="65088"/>
              </a:xfrm>
              <a:custGeom>
                <a:avLst/>
                <a:gdLst/>
                <a:ahLst/>
                <a:cxnLst/>
                <a:rect l="l" t="t" r="r" b="b"/>
                <a:pathLst>
                  <a:path w="9" h="9">
                    <a:moveTo>
                      <a:pt x="8" y="3"/>
                    </a:moveTo>
                    <a:cubicBezTo>
                      <a:pt x="9" y="5"/>
                      <a:pt x="7" y="8"/>
                      <a:pt x="5" y="8"/>
                    </a:cubicBezTo>
                    <a:cubicBezTo>
                      <a:pt x="3" y="9"/>
                      <a:pt x="1" y="8"/>
                      <a:pt x="0" y="5"/>
                    </a:cubicBezTo>
                    <a:cubicBezTo>
                      <a:pt x="0" y="3"/>
                      <a:pt x="1" y="1"/>
                      <a:pt x="3" y="0"/>
                    </a:cubicBezTo>
                    <a:cubicBezTo>
                      <a:pt x="5" y="0"/>
                      <a:pt x="8" y="1"/>
                      <a:pt x="8" y="3"/>
                    </a:cubicBezTo>
                    <a:close/>
                  </a:path>
                </a:pathLst>
              </a:custGeom>
              <a:solidFill>
                <a:srgbClr val="FFFFFF">
                  <a:alpha val="100000"/>
                </a:srgbClr>
              </a:solidFill>
              <a:ln>
                <a:headEnd type="none"/>
                <a:tailEnd type="none"/>
              </a:ln>
            </p:spPr>
            <p:txBody>
              <a:bodyPr/>
              <a:lstStyle/>
              <a:p>
                <a:endParaRPr lang="zh-CN" altLang="en-US"/>
              </a:p>
            </p:txBody>
          </p:sp>
          <p:sp>
            <p:nvSpPr>
              <p:cNvPr id="154" name="AutoShape 154"/>
              <p:cNvSpPr/>
              <p:nvPr/>
            </p:nvSpPr>
            <p:spPr>
              <a:xfrm>
                <a:off x="6440488" y="5170488"/>
                <a:ext cx="63500" cy="63500"/>
              </a:xfrm>
              <a:custGeom>
                <a:avLst/>
                <a:gdLst/>
                <a:ahLst/>
                <a:cxnLst/>
                <a:rect l="l" t="t" r="r" b="b"/>
                <a:pathLst>
                  <a:path w="9" h="9">
                    <a:moveTo>
                      <a:pt x="8" y="3"/>
                    </a:moveTo>
                    <a:cubicBezTo>
                      <a:pt x="9" y="5"/>
                      <a:pt x="7" y="8"/>
                      <a:pt x="5" y="8"/>
                    </a:cubicBezTo>
                    <a:cubicBezTo>
                      <a:pt x="3" y="9"/>
                      <a:pt x="1" y="8"/>
                      <a:pt x="0" y="5"/>
                    </a:cubicBezTo>
                    <a:cubicBezTo>
                      <a:pt x="0" y="3"/>
                      <a:pt x="1" y="1"/>
                      <a:pt x="3" y="0"/>
                    </a:cubicBezTo>
                    <a:cubicBezTo>
                      <a:pt x="5" y="0"/>
                      <a:pt x="7" y="1"/>
                      <a:pt x="8" y="3"/>
                    </a:cubicBezTo>
                    <a:close/>
                  </a:path>
                </a:pathLst>
              </a:custGeom>
              <a:solidFill>
                <a:srgbClr val="FFFFFF">
                  <a:alpha val="100000"/>
                </a:srgbClr>
              </a:solidFill>
              <a:ln>
                <a:headEnd type="none"/>
                <a:tailEnd type="none"/>
              </a:ln>
            </p:spPr>
            <p:txBody>
              <a:bodyPr/>
              <a:lstStyle/>
              <a:p>
                <a:endParaRPr lang="zh-CN" altLang="en-US"/>
              </a:p>
            </p:txBody>
          </p:sp>
          <p:sp>
            <p:nvSpPr>
              <p:cNvPr id="155" name="AutoShape 155"/>
              <p:cNvSpPr/>
              <p:nvPr/>
            </p:nvSpPr>
            <p:spPr>
              <a:xfrm>
                <a:off x="6561138" y="5133975"/>
                <a:ext cx="73025" cy="65088"/>
              </a:xfrm>
              <a:custGeom>
                <a:avLst/>
                <a:gdLst/>
                <a:ahLst/>
                <a:cxnLst/>
                <a:rect l="l" t="t" r="r" b="b"/>
                <a:pathLst>
                  <a:path w="10" h="9">
                    <a:moveTo>
                      <a:pt x="9" y="3"/>
                    </a:moveTo>
                    <a:cubicBezTo>
                      <a:pt x="10" y="6"/>
                      <a:pt x="8" y="8"/>
                      <a:pt x="6" y="8"/>
                    </a:cubicBezTo>
                    <a:cubicBezTo>
                      <a:pt x="4" y="9"/>
                      <a:pt x="2" y="8"/>
                      <a:pt x="1" y="6"/>
                    </a:cubicBezTo>
                    <a:cubicBezTo>
                      <a:pt x="0" y="3"/>
                      <a:pt x="2" y="1"/>
                      <a:pt x="4" y="1"/>
                    </a:cubicBezTo>
                    <a:cubicBezTo>
                      <a:pt x="6" y="0"/>
                      <a:pt x="8" y="1"/>
                      <a:pt x="9" y="3"/>
                    </a:cubicBezTo>
                    <a:close/>
                  </a:path>
                </a:pathLst>
              </a:custGeom>
              <a:solidFill>
                <a:srgbClr val="FFFFFF">
                  <a:alpha val="100000"/>
                </a:srgbClr>
              </a:solidFill>
              <a:ln>
                <a:headEnd type="none"/>
                <a:tailEnd type="none"/>
              </a:ln>
            </p:spPr>
            <p:txBody>
              <a:bodyPr/>
              <a:lstStyle/>
              <a:p>
                <a:endParaRPr lang="zh-CN" altLang="en-US"/>
              </a:p>
            </p:txBody>
          </p:sp>
          <p:sp>
            <p:nvSpPr>
              <p:cNvPr id="156" name="AutoShape 156"/>
              <p:cNvSpPr/>
              <p:nvPr/>
            </p:nvSpPr>
            <p:spPr>
              <a:xfrm>
                <a:off x="5229226" y="4711700"/>
                <a:ext cx="92075" cy="93663"/>
              </a:xfrm>
              <a:prstGeom prst="ellipse">
                <a:avLst/>
              </a:prstGeom>
              <a:solidFill>
                <a:srgbClr val="FFC240">
                  <a:alpha val="100000"/>
                </a:srgbClr>
              </a:solidFill>
              <a:ln>
                <a:headEnd type="none"/>
                <a:tailEnd type="none"/>
              </a:ln>
            </p:spPr>
            <p:txBody>
              <a:bodyPr/>
              <a:lstStyle/>
              <a:p>
                <a:endParaRPr lang="zh-CN" altLang="en-US"/>
              </a:p>
            </p:txBody>
          </p:sp>
          <p:sp>
            <p:nvSpPr>
              <p:cNvPr id="157" name="AutoShape 157"/>
              <p:cNvSpPr/>
              <p:nvPr/>
            </p:nvSpPr>
            <p:spPr>
              <a:xfrm>
                <a:off x="6962776" y="4410075"/>
                <a:ext cx="93663" cy="93663"/>
              </a:xfrm>
              <a:prstGeom prst="ellipse">
                <a:avLst/>
              </a:prstGeom>
              <a:solidFill>
                <a:srgbClr val="FF4F72">
                  <a:alpha val="100000"/>
                </a:srgbClr>
              </a:solidFill>
              <a:ln>
                <a:headEnd type="none"/>
                <a:tailEnd type="none"/>
              </a:ln>
            </p:spPr>
            <p:txBody>
              <a:bodyPr/>
              <a:lstStyle/>
              <a:p>
                <a:endParaRPr lang="zh-CN" altLang="en-US"/>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FFFFF">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flipH="1">
            <a:off x="1587" y="-996"/>
            <a:ext cx="12188826" cy="5844238"/>
            <a:chOff x="1587" y="-996"/>
            <a:chExt cx="12188826" cy="5844238"/>
          </a:xfrm>
        </p:grpSpPr>
        <p:sp>
          <p:nvSpPr>
            <p:cNvPr id="3" name="AutoShape 3"/>
            <p:cNvSpPr/>
            <p:nvPr/>
          </p:nvSpPr>
          <p:spPr>
            <a:xfrm flipH="1" flipV="1">
              <a:off x="1587" y="-996"/>
              <a:ext cx="12188826" cy="4789488"/>
            </a:xfrm>
            <a:custGeom>
              <a:avLst/>
              <a:gdLst/>
              <a:ahLst/>
              <a:cxnLst/>
              <a:rect l="l" t="t" r="r" b="b"/>
              <a:pathLst>
                <a:path w="31996" h="12565">
                  <a:moveTo>
                    <a:pt x="26330" y="2"/>
                  </a:moveTo>
                  <a:cubicBezTo>
                    <a:pt x="27445" y="21"/>
                    <a:pt x="28545" y="333"/>
                    <a:pt x="29158" y="861"/>
                  </a:cubicBezTo>
                  <a:cubicBezTo>
                    <a:pt x="29793" y="1408"/>
                    <a:pt x="29993" y="2219"/>
                    <a:pt x="31128" y="2427"/>
                  </a:cubicBezTo>
                  <a:cubicBezTo>
                    <a:pt x="31429" y="2465"/>
                    <a:pt x="31729" y="2465"/>
                    <a:pt x="31996" y="2408"/>
                  </a:cubicBezTo>
                  <a:cubicBezTo>
                    <a:pt x="31996" y="8401"/>
                    <a:pt x="31996" y="11210"/>
                    <a:pt x="31996" y="12527"/>
                  </a:cubicBezTo>
                  <a:lnTo>
                    <a:pt x="31996" y="12565"/>
                  </a:lnTo>
                  <a:lnTo>
                    <a:pt x="0" y="12565"/>
                  </a:lnTo>
                  <a:lnTo>
                    <a:pt x="0" y="9370"/>
                  </a:lnTo>
                  <a:lnTo>
                    <a:pt x="95" y="9260"/>
                  </a:lnTo>
                  <a:cubicBezTo>
                    <a:pt x="953" y="8416"/>
                    <a:pt x="2524" y="7772"/>
                    <a:pt x="4248" y="7822"/>
                  </a:cubicBezTo>
                  <a:cubicBezTo>
                    <a:pt x="6218" y="7878"/>
                    <a:pt x="8021" y="8803"/>
                    <a:pt x="9991" y="8558"/>
                  </a:cubicBezTo>
                  <a:cubicBezTo>
                    <a:pt x="11293" y="8407"/>
                    <a:pt x="12228" y="7728"/>
                    <a:pt x="12763" y="7030"/>
                  </a:cubicBezTo>
                  <a:cubicBezTo>
                    <a:pt x="13297" y="6332"/>
                    <a:pt x="13531" y="5558"/>
                    <a:pt x="14031" y="4860"/>
                  </a:cubicBezTo>
                  <a:cubicBezTo>
                    <a:pt x="14532" y="4143"/>
                    <a:pt x="15434" y="3464"/>
                    <a:pt x="16736" y="3276"/>
                  </a:cubicBezTo>
                  <a:cubicBezTo>
                    <a:pt x="17872" y="3106"/>
                    <a:pt x="19140" y="3332"/>
                    <a:pt x="20209" y="3049"/>
                  </a:cubicBezTo>
                  <a:cubicBezTo>
                    <a:pt x="21511" y="2710"/>
                    <a:pt x="21912" y="1786"/>
                    <a:pt x="22747" y="1106"/>
                  </a:cubicBezTo>
                  <a:cubicBezTo>
                    <a:pt x="23448" y="522"/>
                    <a:pt x="24617" y="88"/>
                    <a:pt x="25852" y="12"/>
                  </a:cubicBezTo>
                  <a:cubicBezTo>
                    <a:pt x="26011" y="3"/>
                    <a:pt x="26171" y="0"/>
                    <a:pt x="26330" y="2"/>
                  </a:cubicBezTo>
                  <a:close/>
                </a:path>
              </a:pathLst>
            </a:custGeom>
            <a:gradFill>
              <a:gsLst>
                <a:gs pos="0">
                  <a:srgbClr val="6DB8FF">
                    <a:alpha val="100000"/>
                    <a:lumMod val="50000"/>
                  </a:srgbClr>
                </a:gs>
                <a:gs pos="100000">
                  <a:srgbClr val="2F6DFF">
                    <a:alpha val="100000"/>
                    <a:lumMod val="75000"/>
                  </a:srgbClr>
                </a:gs>
              </a:gsLst>
              <a:lin ang="5400000"/>
            </a:gradFill>
            <a:ln>
              <a:prstDash val="solid"/>
              <a:headEnd type="none"/>
              <a:tailEnd type="none"/>
            </a:ln>
          </p:spPr>
        </p:sp>
        <p:grpSp>
          <p:nvGrpSpPr>
            <p:cNvPr id="4" name="Group 4"/>
            <p:cNvGrpSpPr/>
            <p:nvPr/>
          </p:nvGrpSpPr>
          <p:grpSpPr>
            <a:xfrm>
              <a:off x="619368" y="2123450"/>
              <a:ext cx="5011347" cy="3719792"/>
              <a:chOff x="3306763" y="1357313"/>
              <a:chExt cx="5599113" cy="4156075"/>
            </a:xfrm>
          </p:grpSpPr>
          <p:sp>
            <p:nvSpPr>
              <p:cNvPr id="5" name="AutoShape 5"/>
              <p:cNvSpPr/>
              <p:nvPr/>
            </p:nvSpPr>
            <p:spPr>
              <a:xfrm>
                <a:off x="7751763" y="3679825"/>
                <a:ext cx="1154113" cy="1833563"/>
              </a:xfrm>
              <a:custGeom>
                <a:avLst/>
                <a:gdLst/>
                <a:ahLst/>
                <a:cxnLst/>
                <a:rect l="l" t="t" r="r" b="b"/>
                <a:pathLst>
                  <a:path w="161" h="256">
                    <a:moveTo>
                      <a:pt x="35" y="163"/>
                    </a:moveTo>
                    <a:cubicBezTo>
                      <a:pt x="66" y="144"/>
                      <a:pt x="76" y="104"/>
                      <a:pt x="57" y="73"/>
                    </a:cubicBezTo>
                    <a:cubicBezTo>
                      <a:pt x="53" y="66"/>
                      <a:pt x="48" y="60"/>
                      <a:pt x="42" y="55"/>
                    </a:cubicBezTo>
                    <a:cubicBezTo>
                      <a:pt x="50" y="44"/>
                      <a:pt x="58" y="33"/>
                      <a:pt x="69" y="23"/>
                    </a:cubicBezTo>
                    <a:cubicBezTo>
                      <a:pt x="73" y="18"/>
                      <a:pt x="78" y="14"/>
                      <a:pt x="83" y="10"/>
                    </a:cubicBezTo>
                    <a:cubicBezTo>
                      <a:pt x="85" y="11"/>
                      <a:pt x="87" y="13"/>
                      <a:pt x="89" y="15"/>
                    </a:cubicBezTo>
                    <a:cubicBezTo>
                      <a:pt x="105" y="5"/>
                      <a:pt x="105" y="5"/>
                      <a:pt x="105" y="5"/>
                    </a:cubicBezTo>
                    <a:cubicBezTo>
                      <a:pt x="113" y="0"/>
                      <a:pt x="124" y="3"/>
                      <a:pt x="129" y="11"/>
                    </a:cubicBezTo>
                    <a:cubicBezTo>
                      <a:pt x="145" y="37"/>
                      <a:pt x="145" y="37"/>
                      <a:pt x="145" y="37"/>
                    </a:cubicBezTo>
                    <a:cubicBezTo>
                      <a:pt x="150" y="45"/>
                      <a:pt x="147" y="56"/>
                      <a:pt x="139" y="61"/>
                    </a:cubicBezTo>
                    <a:cubicBezTo>
                      <a:pt x="123" y="71"/>
                      <a:pt x="123" y="71"/>
                      <a:pt x="123" y="71"/>
                    </a:cubicBezTo>
                    <a:cubicBezTo>
                      <a:pt x="127" y="83"/>
                      <a:pt x="128" y="96"/>
                      <a:pt x="128" y="108"/>
                    </a:cubicBezTo>
                    <a:cubicBezTo>
                      <a:pt x="146" y="113"/>
                      <a:pt x="146" y="113"/>
                      <a:pt x="146" y="113"/>
                    </a:cubicBezTo>
                    <a:cubicBezTo>
                      <a:pt x="156" y="116"/>
                      <a:pt x="161" y="126"/>
                      <a:pt x="159" y="135"/>
                    </a:cubicBezTo>
                    <a:cubicBezTo>
                      <a:pt x="150" y="164"/>
                      <a:pt x="150" y="164"/>
                      <a:pt x="150" y="164"/>
                    </a:cubicBezTo>
                    <a:cubicBezTo>
                      <a:pt x="148" y="174"/>
                      <a:pt x="138" y="179"/>
                      <a:pt x="129" y="177"/>
                    </a:cubicBezTo>
                    <a:cubicBezTo>
                      <a:pt x="111" y="171"/>
                      <a:pt x="111" y="171"/>
                      <a:pt x="111" y="171"/>
                    </a:cubicBezTo>
                    <a:cubicBezTo>
                      <a:pt x="106" y="180"/>
                      <a:pt x="100" y="187"/>
                      <a:pt x="93" y="194"/>
                    </a:cubicBezTo>
                    <a:cubicBezTo>
                      <a:pt x="103" y="211"/>
                      <a:pt x="103" y="211"/>
                      <a:pt x="103" y="211"/>
                    </a:cubicBezTo>
                    <a:cubicBezTo>
                      <a:pt x="108" y="219"/>
                      <a:pt x="106" y="230"/>
                      <a:pt x="97" y="235"/>
                    </a:cubicBezTo>
                    <a:cubicBezTo>
                      <a:pt x="71" y="251"/>
                      <a:pt x="71" y="251"/>
                      <a:pt x="71" y="251"/>
                    </a:cubicBezTo>
                    <a:cubicBezTo>
                      <a:pt x="63" y="256"/>
                      <a:pt x="52" y="253"/>
                      <a:pt x="47" y="245"/>
                    </a:cubicBezTo>
                    <a:cubicBezTo>
                      <a:pt x="37" y="229"/>
                      <a:pt x="37" y="229"/>
                      <a:pt x="37" y="229"/>
                    </a:cubicBezTo>
                    <a:cubicBezTo>
                      <a:pt x="28" y="231"/>
                      <a:pt x="18" y="233"/>
                      <a:pt x="8" y="234"/>
                    </a:cubicBezTo>
                    <a:cubicBezTo>
                      <a:pt x="3" y="214"/>
                      <a:pt x="0" y="193"/>
                      <a:pt x="1" y="172"/>
                    </a:cubicBezTo>
                    <a:cubicBezTo>
                      <a:pt x="13" y="172"/>
                      <a:pt x="25" y="169"/>
                      <a:pt x="35" y="163"/>
                    </a:cubicBezTo>
                  </a:path>
                </a:pathLst>
              </a:custGeom>
              <a:solidFill>
                <a:srgbClr val="489AFF">
                  <a:alpha val="100000"/>
                </a:srgbClr>
              </a:solidFill>
              <a:ln>
                <a:headEnd type="none"/>
                <a:tailEnd type="none"/>
              </a:ln>
            </p:spPr>
          </p:sp>
          <p:sp>
            <p:nvSpPr>
              <p:cNvPr id="6" name="AutoShape 6"/>
              <p:cNvSpPr/>
              <p:nvPr/>
            </p:nvSpPr>
            <p:spPr>
              <a:xfrm>
                <a:off x="3436938" y="2239963"/>
                <a:ext cx="4437063" cy="3152775"/>
              </a:xfrm>
              <a:custGeom>
                <a:avLst/>
                <a:gdLst/>
                <a:ahLst/>
                <a:cxnLst/>
                <a:rect l="l" t="t" r="r" b="b"/>
                <a:pathLst>
                  <a:path w="619" h="440">
                    <a:moveTo>
                      <a:pt x="592" y="440"/>
                    </a:moveTo>
                    <a:cubicBezTo>
                      <a:pt x="28" y="440"/>
                      <a:pt x="28" y="440"/>
                      <a:pt x="28" y="440"/>
                    </a:cubicBezTo>
                    <a:cubicBezTo>
                      <a:pt x="12" y="440"/>
                      <a:pt x="0" y="428"/>
                      <a:pt x="0" y="412"/>
                    </a:cubicBezTo>
                    <a:cubicBezTo>
                      <a:pt x="0" y="28"/>
                      <a:pt x="0" y="28"/>
                      <a:pt x="0" y="28"/>
                    </a:cubicBezTo>
                    <a:cubicBezTo>
                      <a:pt x="0" y="12"/>
                      <a:pt x="12" y="0"/>
                      <a:pt x="28" y="0"/>
                    </a:cubicBezTo>
                    <a:cubicBezTo>
                      <a:pt x="592" y="0"/>
                      <a:pt x="592" y="0"/>
                      <a:pt x="592" y="0"/>
                    </a:cubicBezTo>
                    <a:cubicBezTo>
                      <a:pt x="607" y="0"/>
                      <a:pt x="619" y="12"/>
                      <a:pt x="619" y="28"/>
                    </a:cubicBezTo>
                    <a:cubicBezTo>
                      <a:pt x="619" y="412"/>
                      <a:pt x="619" y="412"/>
                      <a:pt x="619" y="412"/>
                    </a:cubicBezTo>
                    <a:cubicBezTo>
                      <a:pt x="619" y="428"/>
                      <a:pt x="607" y="440"/>
                      <a:pt x="592" y="440"/>
                    </a:cubicBezTo>
                  </a:path>
                </a:pathLst>
              </a:custGeom>
              <a:solidFill>
                <a:srgbClr val="E3EAFF">
                  <a:alpha val="100000"/>
                </a:srgbClr>
              </a:solidFill>
              <a:ln>
                <a:headEnd type="none"/>
                <a:tailEnd type="none"/>
              </a:ln>
            </p:spPr>
          </p:sp>
          <p:sp>
            <p:nvSpPr>
              <p:cNvPr id="7" name="AutoShape 7"/>
              <p:cNvSpPr/>
              <p:nvPr/>
            </p:nvSpPr>
            <p:spPr>
              <a:xfrm>
                <a:off x="3494088" y="2282825"/>
                <a:ext cx="4322763" cy="3067050"/>
              </a:xfrm>
              <a:custGeom>
                <a:avLst/>
                <a:gdLst/>
                <a:ahLst/>
                <a:cxnLst/>
                <a:rect l="l" t="t" r="r" b="b"/>
                <a:pathLst>
                  <a:path w="603" h="428">
                    <a:moveTo>
                      <a:pt x="581" y="428"/>
                    </a:moveTo>
                    <a:cubicBezTo>
                      <a:pt x="22" y="428"/>
                      <a:pt x="22" y="428"/>
                      <a:pt x="22" y="428"/>
                    </a:cubicBezTo>
                    <a:cubicBezTo>
                      <a:pt x="10" y="428"/>
                      <a:pt x="0" y="419"/>
                      <a:pt x="0" y="406"/>
                    </a:cubicBezTo>
                    <a:cubicBezTo>
                      <a:pt x="0" y="22"/>
                      <a:pt x="0" y="22"/>
                      <a:pt x="0" y="22"/>
                    </a:cubicBezTo>
                    <a:cubicBezTo>
                      <a:pt x="0" y="10"/>
                      <a:pt x="10" y="0"/>
                      <a:pt x="22" y="0"/>
                    </a:cubicBezTo>
                    <a:cubicBezTo>
                      <a:pt x="581" y="0"/>
                      <a:pt x="581" y="0"/>
                      <a:pt x="581" y="0"/>
                    </a:cubicBezTo>
                    <a:cubicBezTo>
                      <a:pt x="593" y="0"/>
                      <a:pt x="603" y="10"/>
                      <a:pt x="603" y="22"/>
                    </a:cubicBezTo>
                    <a:cubicBezTo>
                      <a:pt x="603" y="406"/>
                      <a:pt x="603" y="406"/>
                      <a:pt x="603" y="406"/>
                    </a:cubicBezTo>
                    <a:cubicBezTo>
                      <a:pt x="603" y="419"/>
                      <a:pt x="593" y="428"/>
                      <a:pt x="581" y="428"/>
                    </a:cubicBezTo>
                  </a:path>
                </a:pathLst>
              </a:custGeom>
              <a:solidFill>
                <a:srgbClr val="6DB8FF">
                  <a:alpha val="100000"/>
                </a:srgbClr>
              </a:solidFill>
              <a:ln>
                <a:headEnd type="none"/>
                <a:tailEnd type="none"/>
              </a:ln>
            </p:spPr>
          </p:sp>
          <p:sp>
            <p:nvSpPr>
              <p:cNvPr id="8" name="AutoShape 8"/>
              <p:cNvSpPr/>
              <p:nvPr/>
            </p:nvSpPr>
            <p:spPr>
              <a:xfrm>
                <a:off x="3679826" y="2425700"/>
                <a:ext cx="3949700" cy="2659063"/>
              </a:xfrm>
              <a:custGeom>
                <a:avLst/>
                <a:gdLst/>
                <a:ahLst/>
                <a:cxnLst/>
                <a:rect l="l" t="t" r="r" b="b"/>
                <a:pathLst>
                  <a:path w="551" h="371">
                    <a:moveTo>
                      <a:pt x="538" y="371"/>
                    </a:moveTo>
                    <a:cubicBezTo>
                      <a:pt x="14" y="371"/>
                      <a:pt x="14" y="371"/>
                      <a:pt x="14" y="371"/>
                    </a:cubicBezTo>
                    <a:cubicBezTo>
                      <a:pt x="6" y="371"/>
                      <a:pt x="0" y="364"/>
                      <a:pt x="0" y="357"/>
                    </a:cubicBezTo>
                    <a:cubicBezTo>
                      <a:pt x="0" y="14"/>
                      <a:pt x="0" y="14"/>
                      <a:pt x="0" y="14"/>
                    </a:cubicBezTo>
                    <a:cubicBezTo>
                      <a:pt x="0" y="6"/>
                      <a:pt x="6" y="0"/>
                      <a:pt x="14" y="0"/>
                    </a:cubicBezTo>
                    <a:cubicBezTo>
                      <a:pt x="538" y="0"/>
                      <a:pt x="538" y="0"/>
                      <a:pt x="538" y="0"/>
                    </a:cubicBezTo>
                    <a:cubicBezTo>
                      <a:pt x="545" y="0"/>
                      <a:pt x="551" y="6"/>
                      <a:pt x="551" y="14"/>
                    </a:cubicBezTo>
                    <a:cubicBezTo>
                      <a:pt x="551" y="357"/>
                      <a:pt x="551" y="357"/>
                      <a:pt x="551" y="357"/>
                    </a:cubicBezTo>
                    <a:cubicBezTo>
                      <a:pt x="551" y="364"/>
                      <a:pt x="545" y="371"/>
                      <a:pt x="538" y="371"/>
                    </a:cubicBezTo>
                  </a:path>
                </a:pathLst>
              </a:custGeom>
              <a:solidFill>
                <a:srgbClr val="2F6DFF">
                  <a:alpha val="100000"/>
                </a:srgbClr>
              </a:solidFill>
              <a:ln>
                <a:headEnd type="none"/>
                <a:tailEnd type="none"/>
              </a:ln>
            </p:spPr>
          </p:sp>
          <p:sp>
            <p:nvSpPr>
              <p:cNvPr id="9" name="AutoShape 9"/>
              <p:cNvSpPr/>
              <p:nvPr/>
            </p:nvSpPr>
            <p:spPr>
              <a:xfrm>
                <a:off x="3306763" y="5227638"/>
                <a:ext cx="4695825" cy="250825"/>
              </a:xfrm>
              <a:custGeom>
                <a:avLst/>
                <a:gdLst/>
                <a:ahLst/>
                <a:cxnLst/>
                <a:rect l="l" t="t" r="r" b="b"/>
                <a:pathLst>
                  <a:path w="655" h="35">
                    <a:moveTo>
                      <a:pt x="3" y="0"/>
                    </a:moveTo>
                    <a:cubicBezTo>
                      <a:pt x="1" y="4"/>
                      <a:pt x="0" y="7"/>
                      <a:pt x="0" y="11"/>
                    </a:cubicBezTo>
                    <a:cubicBezTo>
                      <a:pt x="0" y="24"/>
                      <a:pt x="10" y="35"/>
                      <a:pt x="23" y="35"/>
                    </a:cubicBezTo>
                    <a:cubicBezTo>
                      <a:pt x="632" y="35"/>
                      <a:pt x="632" y="35"/>
                      <a:pt x="632" y="35"/>
                    </a:cubicBezTo>
                    <a:cubicBezTo>
                      <a:pt x="645" y="35"/>
                      <a:pt x="655" y="24"/>
                      <a:pt x="655" y="11"/>
                    </a:cubicBezTo>
                    <a:cubicBezTo>
                      <a:pt x="655" y="7"/>
                      <a:pt x="654" y="4"/>
                      <a:pt x="652" y="0"/>
                    </a:cubicBezTo>
                    <a:lnTo>
                      <a:pt x="3" y="0"/>
                    </a:lnTo>
                    <a:close/>
                  </a:path>
                </a:pathLst>
              </a:custGeom>
              <a:solidFill>
                <a:srgbClr val="E3EAFF">
                  <a:alpha val="100000"/>
                </a:srgbClr>
              </a:solidFill>
              <a:ln>
                <a:headEnd type="none"/>
                <a:tailEnd type="none"/>
              </a:ln>
            </p:spPr>
          </p:sp>
          <p:sp>
            <p:nvSpPr>
              <p:cNvPr id="10" name="AutoShape 10"/>
              <p:cNvSpPr/>
              <p:nvPr/>
            </p:nvSpPr>
            <p:spPr>
              <a:xfrm>
                <a:off x="3328988" y="5384800"/>
                <a:ext cx="4651375" cy="93663"/>
              </a:xfrm>
              <a:custGeom>
                <a:avLst/>
                <a:gdLst/>
                <a:ahLst/>
                <a:cxnLst/>
                <a:rect l="l" t="t" r="r" b="b"/>
                <a:pathLst>
                  <a:path w="649" h="13">
                    <a:moveTo>
                      <a:pt x="0" y="0"/>
                    </a:moveTo>
                    <a:cubicBezTo>
                      <a:pt x="4" y="8"/>
                      <a:pt x="11" y="13"/>
                      <a:pt x="20" y="13"/>
                    </a:cubicBezTo>
                    <a:cubicBezTo>
                      <a:pt x="629" y="13"/>
                      <a:pt x="629" y="13"/>
                      <a:pt x="629" y="13"/>
                    </a:cubicBezTo>
                    <a:cubicBezTo>
                      <a:pt x="638" y="13"/>
                      <a:pt x="646" y="8"/>
                      <a:pt x="649" y="0"/>
                    </a:cubicBezTo>
                    <a:lnTo>
                      <a:pt x="0" y="0"/>
                    </a:lnTo>
                    <a:close/>
                  </a:path>
                </a:pathLst>
              </a:custGeom>
              <a:solidFill>
                <a:srgbClr val="C8D6F2">
                  <a:alpha val="100000"/>
                </a:srgbClr>
              </a:solidFill>
              <a:ln>
                <a:headEnd type="none"/>
                <a:tailEnd type="none"/>
              </a:ln>
            </p:spPr>
          </p:sp>
          <p:sp>
            <p:nvSpPr>
              <p:cNvPr id="11" name="AutoShape 11"/>
              <p:cNvSpPr/>
              <p:nvPr/>
            </p:nvSpPr>
            <p:spPr>
              <a:xfrm>
                <a:off x="4711701" y="2239963"/>
                <a:ext cx="3162300" cy="2055813"/>
              </a:xfrm>
              <a:custGeom>
                <a:avLst/>
                <a:gdLst/>
                <a:ahLst/>
                <a:cxnLst/>
                <a:rect l="l" t="t" r="r" b="b"/>
                <a:pathLst>
                  <a:path w="1992" h="1295">
                    <a:moveTo>
                      <a:pt x="1992" y="1241"/>
                    </a:moveTo>
                    <a:lnTo>
                      <a:pt x="1956" y="1241"/>
                    </a:lnTo>
                    <a:lnTo>
                      <a:pt x="1956" y="1295"/>
                    </a:lnTo>
                    <a:lnTo>
                      <a:pt x="1992" y="1295"/>
                    </a:lnTo>
                    <a:lnTo>
                      <a:pt x="1992" y="1241"/>
                    </a:lnTo>
                    <a:close/>
                    <a:moveTo>
                      <a:pt x="73" y="0"/>
                    </a:moveTo>
                    <a:lnTo>
                      <a:pt x="0" y="0"/>
                    </a:lnTo>
                    <a:lnTo>
                      <a:pt x="0" y="27"/>
                    </a:lnTo>
                    <a:lnTo>
                      <a:pt x="73" y="27"/>
                    </a:lnTo>
                    <a:lnTo>
                      <a:pt x="73" y="0"/>
                    </a:lnTo>
                    <a:close/>
                  </a:path>
                </a:pathLst>
              </a:custGeom>
              <a:solidFill>
                <a:srgbClr val="C1C7DF">
                  <a:alpha val="100000"/>
                </a:srgbClr>
              </a:solidFill>
              <a:ln>
                <a:headEnd type="none"/>
                <a:tailEnd type="none"/>
              </a:ln>
            </p:spPr>
          </p:sp>
          <p:sp>
            <p:nvSpPr>
              <p:cNvPr id="12" name="AutoShape 12"/>
              <p:cNvSpPr/>
              <p:nvPr/>
            </p:nvSpPr>
            <p:spPr>
              <a:xfrm>
                <a:off x="4711701" y="2239963"/>
                <a:ext cx="3162300" cy="2055813"/>
              </a:xfrm>
              <a:custGeom>
                <a:avLst/>
                <a:gdLst/>
                <a:ahLst/>
                <a:cxnLst/>
                <a:rect l="l" t="t" r="r" b="b"/>
                <a:pathLst>
                  <a:path w="1992" h="1295">
                    <a:moveTo>
                      <a:pt x="1992" y="1241"/>
                    </a:moveTo>
                    <a:lnTo>
                      <a:pt x="1956" y="1241"/>
                    </a:lnTo>
                    <a:lnTo>
                      <a:pt x="1956" y="1295"/>
                    </a:lnTo>
                    <a:lnTo>
                      <a:pt x="1992" y="1295"/>
                    </a:lnTo>
                    <a:lnTo>
                      <a:pt x="1992" y="1241"/>
                    </a:lnTo>
                    <a:moveTo>
                      <a:pt x="73" y="0"/>
                    </a:moveTo>
                    <a:lnTo>
                      <a:pt x="0" y="0"/>
                    </a:lnTo>
                    <a:lnTo>
                      <a:pt x="0" y="27"/>
                    </a:lnTo>
                    <a:lnTo>
                      <a:pt x="73" y="27"/>
                    </a:lnTo>
                    <a:lnTo>
                      <a:pt x="73" y="0"/>
                    </a:lnTo>
                  </a:path>
                </a:pathLst>
              </a:custGeom>
              <a:ln>
                <a:headEnd type="none"/>
                <a:tailEnd type="none"/>
              </a:ln>
            </p:spPr>
          </p:sp>
          <p:sp>
            <p:nvSpPr>
              <p:cNvPr id="13" name="AutoShape 13"/>
              <p:cNvSpPr/>
              <p:nvPr/>
            </p:nvSpPr>
            <p:spPr>
              <a:xfrm>
                <a:off x="4711701" y="2282825"/>
                <a:ext cx="3105150" cy="2012950"/>
              </a:xfrm>
              <a:custGeom>
                <a:avLst/>
                <a:gdLst/>
                <a:ahLst/>
                <a:cxnLst/>
                <a:rect l="l" t="t" r="r" b="b"/>
                <a:pathLst>
                  <a:path w="1956" h="1268">
                    <a:moveTo>
                      <a:pt x="1956" y="1214"/>
                    </a:moveTo>
                    <a:lnTo>
                      <a:pt x="1838" y="1214"/>
                    </a:lnTo>
                    <a:lnTo>
                      <a:pt x="1838" y="1268"/>
                    </a:lnTo>
                    <a:lnTo>
                      <a:pt x="1956" y="1268"/>
                    </a:lnTo>
                    <a:lnTo>
                      <a:pt x="1956" y="1214"/>
                    </a:lnTo>
                    <a:close/>
                    <a:moveTo>
                      <a:pt x="73" y="0"/>
                    </a:moveTo>
                    <a:lnTo>
                      <a:pt x="0" y="0"/>
                    </a:lnTo>
                    <a:lnTo>
                      <a:pt x="0" y="90"/>
                    </a:lnTo>
                    <a:lnTo>
                      <a:pt x="73" y="90"/>
                    </a:lnTo>
                    <a:lnTo>
                      <a:pt x="73" y="0"/>
                    </a:lnTo>
                    <a:close/>
                  </a:path>
                </a:pathLst>
              </a:custGeom>
              <a:solidFill>
                <a:srgbClr val="5D9DDF">
                  <a:alpha val="100000"/>
                </a:srgbClr>
              </a:solidFill>
              <a:ln>
                <a:headEnd type="none"/>
                <a:tailEnd type="none"/>
              </a:ln>
            </p:spPr>
          </p:sp>
          <p:sp>
            <p:nvSpPr>
              <p:cNvPr id="14" name="AutoShape 14"/>
              <p:cNvSpPr/>
              <p:nvPr/>
            </p:nvSpPr>
            <p:spPr>
              <a:xfrm>
                <a:off x="4711701" y="2282825"/>
                <a:ext cx="3105150" cy="2012950"/>
              </a:xfrm>
              <a:custGeom>
                <a:avLst/>
                <a:gdLst/>
                <a:ahLst/>
                <a:cxnLst/>
                <a:rect l="l" t="t" r="r" b="b"/>
                <a:pathLst>
                  <a:path w="1956" h="1268">
                    <a:moveTo>
                      <a:pt x="1956" y="1214"/>
                    </a:moveTo>
                    <a:lnTo>
                      <a:pt x="1838" y="1214"/>
                    </a:lnTo>
                    <a:lnTo>
                      <a:pt x="1838" y="1268"/>
                    </a:lnTo>
                    <a:lnTo>
                      <a:pt x="1956" y="1268"/>
                    </a:lnTo>
                    <a:lnTo>
                      <a:pt x="1956" y="1214"/>
                    </a:lnTo>
                    <a:moveTo>
                      <a:pt x="73" y="0"/>
                    </a:moveTo>
                    <a:lnTo>
                      <a:pt x="0" y="0"/>
                    </a:lnTo>
                    <a:lnTo>
                      <a:pt x="0" y="90"/>
                    </a:lnTo>
                    <a:lnTo>
                      <a:pt x="73" y="90"/>
                    </a:lnTo>
                    <a:lnTo>
                      <a:pt x="73" y="0"/>
                    </a:lnTo>
                  </a:path>
                </a:pathLst>
              </a:custGeom>
              <a:ln>
                <a:headEnd type="none"/>
                <a:tailEnd type="none"/>
              </a:ln>
            </p:spPr>
          </p:sp>
          <p:sp>
            <p:nvSpPr>
              <p:cNvPr id="15" name="AutoShape 15"/>
              <p:cNvSpPr/>
              <p:nvPr/>
            </p:nvSpPr>
            <p:spPr>
              <a:xfrm>
                <a:off x="4711701" y="2425700"/>
                <a:ext cx="2917825" cy="1870075"/>
              </a:xfrm>
              <a:custGeom>
                <a:avLst/>
                <a:gdLst/>
                <a:ahLst/>
                <a:cxnLst/>
                <a:rect l="l" t="t" r="r" b="b"/>
                <a:pathLst>
                  <a:path w="407" h="261">
                    <a:moveTo>
                      <a:pt x="16" y="0"/>
                    </a:moveTo>
                    <a:cubicBezTo>
                      <a:pt x="0" y="0"/>
                      <a:pt x="0" y="0"/>
                      <a:pt x="0" y="0"/>
                    </a:cubicBezTo>
                    <a:cubicBezTo>
                      <a:pt x="0" y="250"/>
                      <a:pt x="0" y="250"/>
                      <a:pt x="0" y="250"/>
                    </a:cubicBezTo>
                    <a:cubicBezTo>
                      <a:pt x="0" y="256"/>
                      <a:pt x="5" y="261"/>
                      <a:pt x="11" y="261"/>
                    </a:cubicBezTo>
                    <a:cubicBezTo>
                      <a:pt x="407" y="261"/>
                      <a:pt x="407" y="261"/>
                      <a:pt x="407" y="261"/>
                    </a:cubicBezTo>
                    <a:cubicBezTo>
                      <a:pt x="407" y="249"/>
                      <a:pt x="407" y="249"/>
                      <a:pt x="407" y="249"/>
                    </a:cubicBezTo>
                    <a:cubicBezTo>
                      <a:pt x="27" y="249"/>
                      <a:pt x="27" y="249"/>
                      <a:pt x="27" y="249"/>
                    </a:cubicBezTo>
                    <a:cubicBezTo>
                      <a:pt x="21" y="249"/>
                      <a:pt x="16" y="244"/>
                      <a:pt x="16" y="238"/>
                    </a:cubicBezTo>
                    <a:cubicBezTo>
                      <a:pt x="16" y="0"/>
                      <a:pt x="16" y="0"/>
                      <a:pt x="16" y="0"/>
                    </a:cubicBezTo>
                  </a:path>
                </a:pathLst>
              </a:custGeom>
              <a:solidFill>
                <a:srgbClr val="285DDF">
                  <a:alpha val="100000"/>
                </a:srgbClr>
              </a:solidFill>
              <a:ln>
                <a:headEnd type="none"/>
                <a:tailEnd type="none"/>
              </a:ln>
            </p:spPr>
          </p:sp>
          <p:sp>
            <p:nvSpPr>
              <p:cNvPr id="16" name="AutoShape 16"/>
              <p:cNvSpPr/>
              <p:nvPr/>
            </p:nvSpPr>
            <p:spPr>
              <a:xfrm>
                <a:off x="4827588" y="2009775"/>
                <a:ext cx="3462338" cy="2200275"/>
              </a:xfrm>
              <a:custGeom>
                <a:avLst/>
                <a:gdLst/>
                <a:ahLst/>
                <a:cxnLst/>
                <a:rect l="l" t="t" r="r" b="b"/>
                <a:pathLst>
                  <a:path w="482" h="307">
                    <a:moveTo>
                      <a:pt x="472" y="0"/>
                    </a:moveTo>
                    <a:cubicBezTo>
                      <a:pt x="11" y="0"/>
                      <a:pt x="11" y="0"/>
                      <a:pt x="11" y="0"/>
                    </a:cubicBezTo>
                    <a:cubicBezTo>
                      <a:pt x="5" y="0"/>
                      <a:pt x="0" y="5"/>
                      <a:pt x="0" y="11"/>
                    </a:cubicBezTo>
                    <a:cubicBezTo>
                      <a:pt x="0" y="32"/>
                      <a:pt x="0" y="32"/>
                      <a:pt x="0" y="32"/>
                    </a:cubicBezTo>
                    <a:cubicBezTo>
                      <a:pt x="398" y="32"/>
                      <a:pt x="398" y="32"/>
                      <a:pt x="398" y="32"/>
                    </a:cubicBezTo>
                    <a:cubicBezTo>
                      <a:pt x="413" y="32"/>
                      <a:pt x="425" y="44"/>
                      <a:pt x="425" y="60"/>
                    </a:cubicBezTo>
                    <a:cubicBezTo>
                      <a:pt x="425" y="307"/>
                      <a:pt x="425" y="307"/>
                      <a:pt x="425" y="307"/>
                    </a:cubicBezTo>
                    <a:cubicBezTo>
                      <a:pt x="466" y="307"/>
                      <a:pt x="466" y="307"/>
                      <a:pt x="466" y="307"/>
                    </a:cubicBezTo>
                    <a:cubicBezTo>
                      <a:pt x="466" y="306"/>
                      <a:pt x="466" y="306"/>
                      <a:pt x="465" y="306"/>
                    </a:cubicBezTo>
                    <a:cubicBezTo>
                      <a:pt x="461" y="299"/>
                      <a:pt x="456" y="293"/>
                      <a:pt x="450" y="288"/>
                    </a:cubicBezTo>
                    <a:cubicBezTo>
                      <a:pt x="458" y="277"/>
                      <a:pt x="466" y="266"/>
                      <a:pt x="477" y="256"/>
                    </a:cubicBezTo>
                    <a:cubicBezTo>
                      <a:pt x="479" y="254"/>
                      <a:pt x="481" y="252"/>
                      <a:pt x="483" y="250"/>
                    </a:cubicBezTo>
                    <a:cubicBezTo>
                      <a:pt x="483" y="11"/>
                      <a:pt x="483" y="11"/>
                      <a:pt x="483" y="11"/>
                    </a:cubicBezTo>
                    <a:cubicBezTo>
                      <a:pt x="483" y="5"/>
                      <a:pt x="479" y="0"/>
                      <a:pt x="472" y="0"/>
                    </a:cubicBezTo>
                  </a:path>
                </a:pathLst>
              </a:custGeom>
              <a:solidFill>
                <a:srgbClr val="F9FBFF">
                  <a:alpha val="100000"/>
                </a:srgbClr>
              </a:solidFill>
              <a:ln>
                <a:headEnd type="none"/>
                <a:tailEnd type="none"/>
              </a:ln>
            </p:spPr>
          </p:sp>
          <p:sp>
            <p:nvSpPr>
              <p:cNvPr id="17" name="AutoShape 17"/>
              <p:cNvSpPr/>
              <p:nvPr/>
            </p:nvSpPr>
            <p:spPr>
              <a:xfrm>
                <a:off x="8053388" y="3802063"/>
                <a:ext cx="236538" cy="407988"/>
              </a:xfrm>
              <a:custGeom>
                <a:avLst/>
                <a:gdLst/>
                <a:ahLst/>
                <a:cxnLst/>
                <a:rect l="l" t="t" r="r" b="b"/>
                <a:pathLst>
                  <a:path w="33" h="57">
                    <a:moveTo>
                      <a:pt x="33" y="0"/>
                    </a:moveTo>
                    <a:cubicBezTo>
                      <a:pt x="31" y="2"/>
                      <a:pt x="29" y="4"/>
                      <a:pt x="27" y="6"/>
                    </a:cubicBezTo>
                    <a:cubicBezTo>
                      <a:pt x="16" y="16"/>
                      <a:pt x="8" y="27"/>
                      <a:pt x="0" y="38"/>
                    </a:cubicBezTo>
                    <a:cubicBezTo>
                      <a:pt x="6" y="43"/>
                      <a:pt x="11" y="49"/>
                      <a:pt x="15" y="56"/>
                    </a:cubicBezTo>
                    <a:cubicBezTo>
                      <a:pt x="16" y="56"/>
                      <a:pt x="16" y="56"/>
                      <a:pt x="16" y="57"/>
                    </a:cubicBezTo>
                    <a:cubicBezTo>
                      <a:pt x="22" y="57"/>
                      <a:pt x="22" y="57"/>
                      <a:pt x="22" y="57"/>
                    </a:cubicBezTo>
                    <a:cubicBezTo>
                      <a:pt x="29" y="57"/>
                      <a:pt x="33" y="52"/>
                      <a:pt x="33" y="46"/>
                    </a:cubicBezTo>
                    <a:cubicBezTo>
                      <a:pt x="33" y="0"/>
                      <a:pt x="33" y="0"/>
                      <a:pt x="33" y="0"/>
                    </a:cubicBezTo>
                  </a:path>
                </a:pathLst>
              </a:custGeom>
              <a:solidFill>
                <a:srgbClr val="69ABFF">
                  <a:alpha val="100000"/>
                </a:srgbClr>
              </a:solidFill>
              <a:ln>
                <a:headEnd type="none"/>
                <a:tailEnd type="none"/>
              </a:ln>
            </p:spPr>
          </p:sp>
          <p:sp>
            <p:nvSpPr>
              <p:cNvPr id="18" name="AutoShape 18"/>
              <p:cNvSpPr/>
              <p:nvPr/>
            </p:nvSpPr>
            <p:spPr>
              <a:xfrm>
                <a:off x="4827588" y="2239963"/>
                <a:ext cx="3046413" cy="1970088"/>
              </a:xfrm>
              <a:custGeom>
                <a:avLst/>
                <a:gdLst/>
                <a:ahLst/>
                <a:cxnLst/>
                <a:rect l="l" t="t" r="r" b="b"/>
                <a:pathLst>
                  <a:path w="425" h="275">
                    <a:moveTo>
                      <a:pt x="398" y="0"/>
                    </a:moveTo>
                    <a:cubicBezTo>
                      <a:pt x="0" y="0"/>
                      <a:pt x="0" y="0"/>
                      <a:pt x="0" y="0"/>
                    </a:cubicBezTo>
                    <a:cubicBezTo>
                      <a:pt x="0" y="6"/>
                      <a:pt x="0" y="6"/>
                      <a:pt x="0" y="6"/>
                    </a:cubicBezTo>
                    <a:cubicBezTo>
                      <a:pt x="395" y="6"/>
                      <a:pt x="395" y="6"/>
                      <a:pt x="395" y="6"/>
                    </a:cubicBezTo>
                    <a:cubicBezTo>
                      <a:pt x="407" y="6"/>
                      <a:pt x="417" y="16"/>
                      <a:pt x="417" y="28"/>
                    </a:cubicBezTo>
                    <a:cubicBezTo>
                      <a:pt x="417" y="275"/>
                      <a:pt x="417" y="275"/>
                      <a:pt x="417" y="275"/>
                    </a:cubicBezTo>
                    <a:cubicBezTo>
                      <a:pt x="425" y="275"/>
                      <a:pt x="425" y="275"/>
                      <a:pt x="425" y="275"/>
                    </a:cubicBezTo>
                    <a:cubicBezTo>
                      <a:pt x="425" y="28"/>
                      <a:pt x="425" y="28"/>
                      <a:pt x="425" y="28"/>
                    </a:cubicBezTo>
                    <a:cubicBezTo>
                      <a:pt x="425" y="12"/>
                      <a:pt x="413" y="0"/>
                      <a:pt x="398" y="0"/>
                    </a:cubicBezTo>
                  </a:path>
                </a:pathLst>
              </a:custGeom>
              <a:solidFill>
                <a:srgbClr val="C8CEE6">
                  <a:alpha val="100000"/>
                </a:srgbClr>
              </a:solidFill>
              <a:ln>
                <a:headEnd type="none"/>
                <a:tailEnd type="none"/>
              </a:ln>
            </p:spPr>
          </p:sp>
          <p:sp>
            <p:nvSpPr>
              <p:cNvPr id="19" name="AutoShape 19"/>
              <p:cNvSpPr/>
              <p:nvPr/>
            </p:nvSpPr>
            <p:spPr>
              <a:xfrm>
                <a:off x="4827588" y="2282825"/>
                <a:ext cx="2989263" cy="1927225"/>
              </a:xfrm>
              <a:custGeom>
                <a:avLst/>
                <a:gdLst/>
                <a:ahLst/>
                <a:cxnLst/>
                <a:rect l="l" t="t" r="r" b="b"/>
                <a:pathLst>
                  <a:path w="417" h="269">
                    <a:moveTo>
                      <a:pt x="395" y="0"/>
                    </a:moveTo>
                    <a:cubicBezTo>
                      <a:pt x="0" y="0"/>
                      <a:pt x="0" y="0"/>
                      <a:pt x="0" y="0"/>
                    </a:cubicBezTo>
                    <a:cubicBezTo>
                      <a:pt x="0" y="20"/>
                      <a:pt x="0" y="20"/>
                      <a:pt x="0" y="20"/>
                    </a:cubicBezTo>
                    <a:cubicBezTo>
                      <a:pt x="378" y="20"/>
                      <a:pt x="378" y="20"/>
                      <a:pt x="378" y="20"/>
                    </a:cubicBezTo>
                    <a:cubicBezTo>
                      <a:pt x="385" y="20"/>
                      <a:pt x="391" y="26"/>
                      <a:pt x="391" y="34"/>
                    </a:cubicBezTo>
                    <a:cubicBezTo>
                      <a:pt x="391" y="269"/>
                      <a:pt x="391" y="269"/>
                      <a:pt x="391" y="269"/>
                    </a:cubicBezTo>
                    <a:cubicBezTo>
                      <a:pt x="417" y="269"/>
                      <a:pt x="417" y="269"/>
                      <a:pt x="417" y="269"/>
                    </a:cubicBezTo>
                    <a:cubicBezTo>
                      <a:pt x="417" y="22"/>
                      <a:pt x="417" y="22"/>
                      <a:pt x="417" y="22"/>
                    </a:cubicBezTo>
                    <a:cubicBezTo>
                      <a:pt x="417" y="10"/>
                      <a:pt x="407" y="0"/>
                      <a:pt x="395" y="0"/>
                    </a:cubicBezTo>
                  </a:path>
                </a:pathLst>
              </a:custGeom>
              <a:solidFill>
                <a:srgbClr val="79ADE6">
                  <a:alpha val="100000"/>
                </a:srgbClr>
              </a:solidFill>
              <a:ln>
                <a:headEnd type="none"/>
                <a:tailEnd type="none"/>
              </a:ln>
            </p:spPr>
          </p:sp>
          <p:sp>
            <p:nvSpPr>
              <p:cNvPr id="20" name="AutoShape 20"/>
              <p:cNvSpPr/>
              <p:nvPr/>
            </p:nvSpPr>
            <p:spPr>
              <a:xfrm>
                <a:off x="4827588" y="2425700"/>
                <a:ext cx="2801938" cy="1784350"/>
              </a:xfrm>
              <a:custGeom>
                <a:avLst/>
                <a:gdLst/>
                <a:ahLst/>
                <a:cxnLst/>
                <a:rect l="l" t="t" r="r" b="b"/>
                <a:pathLst>
                  <a:path w="391" h="249">
                    <a:moveTo>
                      <a:pt x="378" y="0"/>
                    </a:moveTo>
                    <a:cubicBezTo>
                      <a:pt x="0" y="0"/>
                      <a:pt x="0" y="0"/>
                      <a:pt x="0" y="0"/>
                    </a:cubicBezTo>
                    <a:cubicBezTo>
                      <a:pt x="0" y="238"/>
                      <a:pt x="0" y="238"/>
                      <a:pt x="0" y="238"/>
                    </a:cubicBezTo>
                    <a:cubicBezTo>
                      <a:pt x="0" y="244"/>
                      <a:pt x="5" y="249"/>
                      <a:pt x="11" y="249"/>
                    </a:cubicBezTo>
                    <a:cubicBezTo>
                      <a:pt x="391" y="249"/>
                      <a:pt x="391" y="249"/>
                      <a:pt x="391" y="249"/>
                    </a:cubicBezTo>
                    <a:cubicBezTo>
                      <a:pt x="391" y="14"/>
                      <a:pt x="391" y="14"/>
                      <a:pt x="391" y="14"/>
                    </a:cubicBezTo>
                    <a:cubicBezTo>
                      <a:pt x="391" y="6"/>
                      <a:pt x="385" y="0"/>
                      <a:pt x="378" y="0"/>
                    </a:cubicBezTo>
                  </a:path>
                </a:pathLst>
              </a:custGeom>
              <a:solidFill>
                <a:srgbClr val="507BE6">
                  <a:alpha val="100000"/>
                </a:srgbClr>
              </a:solidFill>
              <a:ln>
                <a:headEnd type="none"/>
                <a:tailEnd type="none"/>
              </a:ln>
            </p:spPr>
          </p:sp>
          <p:sp>
            <p:nvSpPr>
              <p:cNvPr id="21" name="AutoShape 21"/>
              <p:cNvSpPr/>
              <p:nvPr/>
            </p:nvSpPr>
            <p:spPr>
              <a:xfrm>
                <a:off x="4962526" y="1858963"/>
                <a:ext cx="3470275" cy="2200275"/>
              </a:xfrm>
              <a:custGeom>
                <a:avLst/>
                <a:gdLst/>
                <a:ahLst/>
                <a:cxnLst/>
                <a:rect l="l" t="t" r="r" b="b"/>
                <a:pathLst>
                  <a:path w="483" h="307">
                    <a:moveTo>
                      <a:pt x="473" y="307"/>
                    </a:moveTo>
                    <a:cubicBezTo>
                      <a:pt x="11" y="307"/>
                      <a:pt x="11" y="307"/>
                      <a:pt x="11" y="307"/>
                    </a:cubicBezTo>
                    <a:cubicBezTo>
                      <a:pt x="5" y="307"/>
                      <a:pt x="0" y="302"/>
                      <a:pt x="0" y="296"/>
                    </a:cubicBezTo>
                    <a:cubicBezTo>
                      <a:pt x="0" y="11"/>
                      <a:pt x="0" y="11"/>
                      <a:pt x="0" y="11"/>
                    </a:cubicBezTo>
                    <a:cubicBezTo>
                      <a:pt x="0" y="5"/>
                      <a:pt x="5" y="0"/>
                      <a:pt x="11" y="0"/>
                    </a:cubicBezTo>
                    <a:cubicBezTo>
                      <a:pt x="473" y="0"/>
                      <a:pt x="473" y="0"/>
                      <a:pt x="473" y="0"/>
                    </a:cubicBezTo>
                    <a:cubicBezTo>
                      <a:pt x="479" y="0"/>
                      <a:pt x="484" y="5"/>
                      <a:pt x="484" y="11"/>
                    </a:cubicBezTo>
                    <a:cubicBezTo>
                      <a:pt x="484" y="296"/>
                      <a:pt x="484" y="296"/>
                      <a:pt x="484" y="296"/>
                    </a:cubicBezTo>
                    <a:cubicBezTo>
                      <a:pt x="484" y="302"/>
                      <a:pt x="479" y="307"/>
                      <a:pt x="473" y="307"/>
                    </a:cubicBezTo>
                    <a:close/>
                  </a:path>
                </a:pathLst>
              </a:custGeom>
              <a:solidFill>
                <a:srgbClr val="F9FBFC">
                  <a:alpha val="100000"/>
                </a:srgbClr>
              </a:solidFill>
              <a:ln>
                <a:headEnd type="none"/>
                <a:tailEnd type="none"/>
              </a:ln>
            </p:spPr>
          </p:sp>
          <p:sp>
            <p:nvSpPr>
              <p:cNvPr id="22" name="AutoShape 22"/>
              <p:cNvSpPr/>
              <p:nvPr/>
            </p:nvSpPr>
            <p:spPr>
              <a:xfrm>
                <a:off x="3924301" y="2890838"/>
                <a:ext cx="450850" cy="473075"/>
              </a:xfrm>
              <a:custGeom>
                <a:avLst/>
                <a:gdLst/>
                <a:ahLst/>
                <a:cxnLst/>
                <a:rect l="l" t="t" r="r" b="b"/>
                <a:pathLst>
                  <a:path w="62" h="66">
                    <a:moveTo>
                      <a:pt x="56" y="0"/>
                    </a:moveTo>
                    <a:cubicBezTo>
                      <a:pt x="7" y="0"/>
                      <a:pt x="7" y="0"/>
                      <a:pt x="7" y="0"/>
                    </a:cubicBezTo>
                    <a:cubicBezTo>
                      <a:pt x="3" y="0"/>
                      <a:pt x="0" y="3"/>
                      <a:pt x="0" y="7"/>
                    </a:cubicBezTo>
                    <a:cubicBezTo>
                      <a:pt x="0" y="59"/>
                      <a:pt x="0" y="59"/>
                      <a:pt x="0" y="59"/>
                    </a:cubicBezTo>
                    <a:cubicBezTo>
                      <a:pt x="0" y="63"/>
                      <a:pt x="3" y="66"/>
                      <a:pt x="7" y="66"/>
                    </a:cubicBezTo>
                    <a:cubicBezTo>
                      <a:pt x="56" y="66"/>
                      <a:pt x="56" y="66"/>
                      <a:pt x="56" y="66"/>
                    </a:cubicBezTo>
                    <a:cubicBezTo>
                      <a:pt x="59" y="66"/>
                      <a:pt x="63" y="63"/>
                      <a:pt x="63" y="59"/>
                    </a:cubicBezTo>
                    <a:cubicBezTo>
                      <a:pt x="63" y="7"/>
                      <a:pt x="63" y="7"/>
                      <a:pt x="63" y="7"/>
                    </a:cubicBezTo>
                    <a:cubicBezTo>
                      <a:pt x="63" y="3"/>
                      <a:pt x="59" y="0"/>
                      <a:pt x="56" y="0"/>
                    </a:cubicBezTo>
                  </a:path>
                </a:pathLst>
              </a:custGeom>
              <a:solidFill>
                <a:srgbClr val="285DDF">
                  <a:alpha val="100000"/>
                </a:srgbClr>
              </a:solidFill>
              <a:ln>
                <a:headEnd type="none"/>
                <a:tailEnd type="none"/>
              </a:ln>
            </p:spPr>
          </p:sp>
          <p:sp>
            <p:nvSpPr>
              <p:cNvPr id="23" name="AutoShape 23"/>
              <p:cNvSpPr/>
              <p:nvPr/>
            </p:nvSpPr>
            <p:spPr>
              <a:xfrm>
                <a:off x="3895726" y="3571875"/>
                <a:ext cx="450850" cy="473075"/>
              </a:xfrm>
              <a:custGeom>
                <a:avLst/>
                <a:gdLst/>
                <a:ahLst/>
                <a:cxnLst/>
                <a:rect l="l" t="t" r="r" b="b"/>
                <a:pathLst>
                  <a:path w="62" h="66">
                    <a:moveTo>
                      <a:pt x="56" y="66"/>
                    </a:moveTo>
                    <a:cubicBezTo>
                      <a:pt x="7" y="66"/>
                      <a:pt x="7" y="66"/>
                      <a:pt x="7" y="66"/>
                    </a:cubicBezTo>
                    <a:cubicBezTo>
                      <a:pt x="3" y="66"/>
                      <a:pt x="0" y="63"/>
                      <a:pt x="0" y="59"/>
                    </a:cubicBezTo>
                    <a:cubicBezTo>
                      <a:pt x="0" y="7"/>
                      <a:pt x="0" y="7"/>
                      <a:pt x="0" y="7"/>
                    </a:cubicBezTo>
                    <a:cubicBezTo>
                      <a:pt x="0" y="3"/>
                      <a:pt x="3" y="0"/>
                      <a:pt x="7" y="0"/>
                    </a:cubicBezTo>
                    <a:cubicBezTo>
                      <a:pt x="56" y="0"/>
                      <a:pt x="56" y="0"/>
                      <a:pt x="56" y="0"/>
                    </a:cubicBezTo>
                    <a:cubicBezTo>
                      <a:pt x="60" y="0"/>
                      <a:pt x="63" y="3"/>
                      <a:pt x="63" y="7"/>
                    </a:cubicBezTo>
                    <a:cubicBezTo>
                      <a:pt x="63" y="59"/>
                      <a:pt x="63" y="59"/>
                      <a:pt x="63" y="59"/>
                    </a:cubicBezTo>
                    <a:cubicBezTo>
                      <a:pt x="63" y="63"/>
                      <a:pt x="60" y="66"/>
                      <a:pt x="56" y="66"/>
                    </a:cubicBezTo>
                    <a:close/>
                  </a:path>
                </a:pathLst>
              </a:custGeom>
              <a:solidFill>
                <a:srgbClr val="6DB8FF">
                  <a:alpha val="100000"/>
                </a:srgbClr>
              </a:solidFill>
              <a:ln>
                <a:headEnd type="none"/>
                <a:tailEnd type="none"/>
              </a:ln>
            </p:spPr>
          </p:sp>
          <p:sp>
            <p:nvSpPr>
              <p:cNvPr id="24" name="AutoShape 24"/>
              <p:cNvSpPr/>
              <p:nvPr/>
            </p:nvSpPr>
            <p:spPr>
              <a:xfrm>
                <a:off x="3895726" y="4246563"/>
                <a:ext cx="450850" cy="465138"/>
              </a:xfrm>
              <a:custGeom>
                <a:avLst/>
                <a:gdLst/>
                <a:ahLst/>
                <a:cxnLst/>
                <a:rect l="l" t="t" r="r" b="b"/>
                <a:pathLst>
                  <a:path w="62" h="65">
                    <a:moveTo>
                      <a:pt x="56" y="65"/>
                    </a:moveTo>
                    <a:cubicBezTo>
                      <a:pt x="7" y="65"/>
                      <a:pt x="7" y="65"/>
                      <a:pt x="7" y="65"/>
                    </a:cubicBezTo>
                    <a:cubicBezTo>
                      <a:pt x="3" y="65"/>
                      <a:pt x="0" y="62"/>
                      <a:pt x="0" y="58"/>
                    </a:cubicBezTo>
                    <a:cubicBezTo>
                      <a:pt x="0" y="7"/>
                      <a:pt x="0" y="7"/>
                      <a:pt x="0" y="7"/>
                    </a:cubicBezTo>
                    <a:cubicBezTo>
                      <a:pt x="0" y="3"/>
                      <a:pt x="3" y="0"/>
                      <a:pt x="7" y="0"/>
                    </a:cubicBezTo>
                    <a:cubicBezTo>
                      <a:pt x="56" y="0"/>
                      <a:pt x="56" y="0"/>
                      <a:pt x="56" y="0"/>
                    </a:cubicBezTo>
                    <a:cubicBezTo>
                      <a:pt x="60" y="0"/>
                      <a:pt x="63" y="3"/>
                      <a:pt x="63" y="7"/>
                    </a:cubicBezTo>
                    <a:cubicBezTo>
                      <a:pt x="63" y="58"/>
                      <a:pt x="63" y="58"/>
                      <a:pt x="63" y="58"/>
                    </a:cubicBezTo>
                    <a:cubicBezTo>
                      <a:pt x="63" y="62"/>
                      <a:pt x="60" y="65"/>
                      <a:pt x="56" y="65"/>
                    </a:cubicBezTo>
                    <a:close/>
                  </a:path>
                </a:pathLst>
              </a:custGeom>
              <a:solidFill>
                <a:srgbClr val="6DB8FF">
                  <a:alpha val="100000"/>
                </a:srgbClr>
              </a:solidFill>
              <a:ln>
                <a:headEnd type="none"/>
                <a:tailEnd type="none"/>
              </a:ln>
            </p:spPr>
          </p:sp>
          <p:sp>
            <p:nvSpPr>
              <p:cNvPr id="25" name="AutoShape 25"/>
              <p:cNvSpPr/>
              <p:nvPr/>
            </p:nvSpPr>
            <p:spPr>
              <a:xfrm>
                <a:off x="3987801" y="4318000"/>
                <a:ext cx="244475" cy="314325"/>
              </a:xfrm>
              <a:custGeom>
                <a:avLst/>
                <a:gdLst/>
                <a:ahLst/>
                <a:cxnLst/>
                <a:rect l="l" t="t" r="r" b="b"/>
                <a:pathLst>
                  <a:path w="34" h="44">
                    <a:moveTo>
                      <a:pt x="32" y="15"/>
                    </a:moveTo>
                    <a:cubicBezTo>
                      <a:pt x="32" y="7"/>
                      <a:pt x="25" y="0"/>
                      <a:pt x="17" y="0"/>
                    </a:cubicBezTo>
                    <a:cubicBezTo>
                      <a:pt x="9" y="0"/>
                      <a:pt x="2" y="7"/>
                      <a:pt x="2" y="15"/>
                    </a:cubicBezTo>
                    <a:cubicBezTo>
                      <a:pt x="2" y="15"/>
                      <a:pt x="0" y="31"/>
                      <a:pt x="17" y="44"/>
                    </a:cubicBezTo>
                    <a:cubicBezTo>
                      <a:pt x="34" y="31"/>
                      <a:pt x="32" y="15"/>
                      <a:pt x="32" y="15"/>
                    </a:cubicBezTo>
                    <a:close/>
                  </a:path>
                </a:pathLst>
              </a:custGeom>
              <a:solidFill>
                <a:srgbClr val="9570EE">
                  <a:alpha val="100000"/>
                </a:srgbClr>
              </a:solidFill>
              <a:ln>
                <a:headEnd type="none"/>
                <a:tailEnd type="none"/>
              </a:ln>
            </p:spPr>
          </p:sp>
          <p:sp>
            <p:nvSpPr>
              <p:cNvPr id="26" name="AutoShape 26"/>
              <p:cNvSpPr/>
              <p:nvPr/>
            </p:nvSpPr>
            <p:spPr>
              <a:xfrm>
                <a:off x="4030663" y="4346575"/>
                <a:ext cx="165100" cy="165100"/>
              </a:xfrm>
              <a:custGeom>
                <a:avLst/>
                <a:gdLst/>
                <a:ahLst/>
                <a:cxnLst/>
                <a:rect l="l" t="t" r="r" b="b"/>
                <a:pathLst>
                  <a:path w="23" h="23">
                    <a:moveTo>
                      <a:pt x="12" y="22"/>
                    </a:moveTo>
                    <a:cubicBezTo>
                      <a:pt x="5" y="23"/>
                      <a:pt x="0" y="17"/>
                      <a:pt x="0" y="10"/>
                    </a:cubicBezTo>
                    <a:cubicBezTo>
                      <a:pt x="1" y="5"/>
                      <a:pt x="5" y="1"/>
                      <a:pt x="10" y="1"/>
                    </a:cubicBezTo>
                    <a:cubicBezTo>
                      <a:pt x="17" y="0"/>
                      <a:pt x="23" y="6"/>
                      <a:pt x="22" y="12"/>
                    </a:cubicBezTo>
                    <a:cubicBezTo>
                      <a:pt x="22" y="17"/>
                      <a:pt x="17" y="22"/>
                      <a:pt x="12" y="22"/>
                    </a:cubicBezTo>
                    <a:close/>
                  </a:path>
                </a:pathLst>
              </a:custGeom>
              <a:solidFill>
                <a:srgbClr val="F9FBFC">
                  <a:alpha val="100000"/>
                </a:srgbClr>
              </a:solidFill>
              <a:ln>
                <a:headEnd type="none"/>
                <a:tailEnd type="none"/>
              </a:ln>
            </p:spPr>
          </p:sp>
          <p:sp>
            <p:nvSpPr>
              <p:cNvPr id="27" name="AutoShape 27"/>
              <p:cNvSpPr/>
              <p:nvPr/>
            </p:nvSpPr>
            <p:spPr>
              <a:xfrm>
                <a:off x="3959226" y="3657600"/>
                <a:ext cx="301625" cy="293688"/>
              </a:xfrm>
              <a:prstGeom prst="ellipse">
                <a:avLst/>
              </a:prstGeom>
              <a:solidFill>
                <a:srgbClr val="9570EE">
                  <a:alpha val="100000"/>
                </a:srgbClr>
              </a:solidFill>
              <a:ln>
                <a:headEnd type="none"/>
                <a:tailEnd type="none"/>
              </a:ln>
            </p:spPr>
          </p:sp>
          <p:sp>
            <p:nvSpPr>
              <p:cNvPr id="28" name="AutoShape 28"/>
              <p:cNvSpPr/>
              <p:nvPr/>
            </p:nvSpPr>
            <p:spPr>
              <a:xfrm>
                <a:off x="3987801" y="3686175"/>
                <a:ext cx="244475" cy="236538"/>
              </a:xfrm>
              <a:prstGeom prst="ellipse">
                <a:avLst/>
              </a:prstGeom>
              <a:solidFill>
                <a:srgbClr val="F9FBFC">
                  <a:alpha val="100000"/>
                </a:srgbClr>
              </a:solidFill>
              <a:ln>
                <a:headEnd type="none"/>
                <a:tailEnd type="none"/>
              </a:ln>
            </p:spPr>
          </p:sp>
          <p:sp>
            <p:nvSpPr>
              <p:cNvPr id="29" name="AutoShape 29"/>
              <p:cNvSpPr/>
              <p:nvPr/>
            </p:nvSpPr>
            <p:spPr>
              <a:xfrm>
                <a:off x="3987801" y="3671888"/>
                <a:ext cx="244475" cy="101600"/>
              </a:xfrm>
              <a:custGeom>
                <a:avLst/>
                <a:gdLst/>
                <a:ahLst/>
                <a:cxnLst/>
                <a:rect l="l" t="t" r="r" b="b"/>
                <a:pathLst>
                  <a:path w="34" h="14">
                    <a:moveTo>
                      <a:pt x="17" y="2"/>
                    </a:moveTo>
                    <a:cubicBezTo>
                      <a:pt x="24" y="2"/>
                      <a:pt x="31" y="7"/>
                      <a:pt x="33" y="14"/>
                    </a:cubicBezTo>
                    <a:cubicBezTo>
                      <a:pt x="34" y="14"/>
                      <a:pt x="34" y="14"/>
                      <a:pt x="34" y="14"/>
                    </a:cubicBezTo>
                    <a:cubicBezTo>
                      <a:pt x="34" y="14"/>
                      <a:pt x="34" y="14"/>
                      <a:pt x="34" y="13"/>
                    </a:cubicBezTo>
                    <a:cubicBezTo>
                      <a:pt x="32" y="6"/>
                      <a:pt x="25" y="0"/>
                      <a:pt x="17" y="0"/>
                    </a:cubicBezTo>
                    <a:cubicBezTo>
                      <a:pt x="9" y="0"/>
                      <a:pt x="2" y="6"/>
                      <a:pt x="0" y="13"/>
                    </a:cubicBezTo>
                    <a:cubicBezTo>
                      <a:pt x="0" y="14"/>
                      <a:pt x="0" y="14"/>
                      <a:pt x="0" y="14"/>
                    </a:cubicBezTo>
                    <a:cubicBezTo>
                      <a:pt x="1" y="14"/>
                      <a:pt x="1" y="14"/>
                      <a:pt x="1" y="14"/>
                    </a:cubicBezTo>
                    <a:cubicBezTo>
                      <a:pt x="3" y="7"/>
                      <a:pt x="9" y="2"/>
                      <a:pt x="17" y="2"/>
                    </a:cubicBezTo>
                    <a:close/>
                  </a:path>
                </a:pathLst>
              </a:custGeom>
              <a:solidFill>
                <a:srgbClr val="BB87EE">
                  <a:alpha val="100000"/>
                </a:srgbClr>
              </a:solidFill>
              <a:ln>
                <a:headEnd type="none"/>
                <a:tailEnd type="none"/>
              </a:ln>
            </p:spPr>
          </p:sp>
          <p:sp>
            <p:nvSpPr>
              <p:cNvPr id="30" name="AutoShape 30"/>
              <p:cNvSpPr/>
              <p:nvPr/>
            </p:nvSpPr>
            <p:spPr>
              <a:xfrm>
                <a:off x="3959226" y="3808413"/>
                <a:ext cx="301625" cy="142875"/>
              </a:xfrm>
              <a:custGeom>
                <a:avLst/>
                <a:gdLst/>
                <a:ahLst/>
                <a:cxnLst/>
                <a:rect l="l" t="t" r="r" b="b"/>
                <a:pathLst>
                  <a:path w="42" h="20">
                    <a:moveTo>
                      <a:pt x="39" y="0"/>
                    </a:moveTo>
                    <a:cubicBezTo>
                      <a:pt x="38" y="0"/>
                      <a:pt x="38" y="1"/>
                      <a:pt x="37" y="2"/>
                    </a:cubicBezTo>
                    <a:cubicBezTo>
                      <a:pt x="36" y="10"/>
                      <a:pt x="29" y="16"/>
                      <a:pt x="21" y="16"/>
                    </a:cubicBezTo>
                    <a:cubicBezTo>
                      <a:pt x="12" y="16"/>
                      <a:pt x="5" y="10"/>
                      <a:pt x="4" y="2"/>
                    </a:cubicBezTo>
                    <a:cubicBezTo>
                      <a:pt x="4" y="1"/>
                      <a:pt x="3" y="0"/>
                      <a:pt x="2" y="0"/>
                    </a:cubicBezTo>
                    <a:cubicBezTo>
                      <a:pt x="1" y="0"/>
                      <a:pt x="0" y="1"/>
                      <a:pt x="0" y="2"/>
                    </a:cubicBezTo>
                    <a:cubicBezTo>
                      <a:pt x="2" y="12"/>
                      <a:pt x="10" y="20"/>
                      <a:pt x="21" y="20"/>
                    </a:cubicBezTo>
                    <a:cubicBezTo>
                      <a:pt x="31" y="20"/>
                      <a:pt x="40" y="12"/>
                      <a:pt x="41" y="2"/>
                    </a:cubicBezTo>
                    <a:cubicBezTo>
                      <a:pt x="42" y="1"/>
                      <a:pt x="41" y="0"/>
                      <a:pt x="39" y="0"/>
                    </a:cubicBezTo>
                    <a:close/>
                  </a:path>
                </a:pathLst>
              </a:custGeom>
              <a:solidFill>
                <a:srgbClr val="7F57EE">
                  <a:alpha val="100000"/>
                </a:srgbClr>
              </a:solidFill>
              <a:ln>
                <a:headEnd type="none"/>
                <a:tailEnd type="none"/>
              </a:ln>
            </p:spPr>
          </p:sp>
          <p:sp>
            <p:nvSpPr>
              <p:cNvPr id="31" name="AutoShape 31"/>
              <p:cNvSpPr/>
              <p:nvPr/>
            </p:nvSpPr>
            <p:spPr>
              <a:xfrm>
                <a:off x="3987801" y="3686175"/>
                <a:ext cx="244475" cy="236538"/>
              </a:xfrm>
              <a:prstGeom prst="ellipse">
                <a:avLst/>
              </a:prstGeom>
              <a:solidFill>
                <a:srgbClr val="F9FBFC">
                  <a:alpha val="100000"/>
                </a:srgbClr>
              </a:solidFill>
              <a:ln>
                <a:headEnd type="none"/>
                <a:tailEnd type="none"/>
              </a:ln>
            </p:spPr>
          </p:sp>
          <p:sp>
            <p:nvSpPr>
              <p:cNvPr id="32" name="AutoShape 32"/>
              <p:cNvSpPr/>
              <p:nvPr/>
            </p:nvSpPr>
            <p:spPr>
              <a:xfrm>
                <a:off x="3987801" y="3844925"/>
                <a:ext cx="244475" cy="85725"/>
              </a:xfrm>
              <a:custGeom>
                <a:avLst/>
                <a:gdLst/>
                <a:ahLst/>
                <a:cxnLst/>
                <a:rect l="l" t="t" r="r" b="b"/>
                <a:pathLst>
                  <a:path w="34" h="12">
                    <a:moveTo>
                      <a:pt x="33" y="0"/>
                    </a:moveTo>
                    <a:cubicBezTo>
                      <a:pt x="33" y="0"/>
                      <a:pt x="33" y="0"/>
                      <a:pt x="33" y="0"/>
                    </a:cubicBezTo>
                    <a:cubicBezTo>
                      <a:pt x="30" y="7"/>
                      <a:pt x="24" y="11"/>
                      <a:pt x="17" y="11"/>
                    </a:cubicBezTo>
                    <a:cubicBezTo>
                      <a:pt x="10" y="11"/>
                      <a:pt x="4" y="7"/>
                      <a:pt x="1" y="0"/>
                    </a:cubicBezTo>
                    <a:cubicBezTo>
                      <a:pt x="1" y="0"/>
                      <a:pt x="1" y="0"/>
                      <a:pt x="1" y="0"/>
                    </a:cubicBezTo>
                    <a:cubicBezTo>
                      <a:pt x="0" y="0"/>
                      <a:pt x="0" y="0"/>
                      <a:pt x="0" y="1"/>
                    </a:cubicBezTo>
                    <a:cubicBezTo>
                      <a:pt x="3" y="8"/>
                      <a:pt x="9" y="12"/>
                      <a:pt x="17" y="12"/>
                    </a:cubicBezTo>
                    <a:cubicBezTo>
                      <a:pt x="25" y="12"/>
                      <a:pt x="31" y="8"/>
                      <a:pt x="34" y="1"/>
                    </a:cubicBezTo>
                    <a:cubicBezTo>
                      <a:pt x="34" y="0"/>
                      <a:pt x="34" y="0"/>
                      <a:pt x="33" y="0"/>
                    </a:cubicBezTo>
                    <a:close/>
                  </a:path>
                </a:pathLst>
              </a:custGeom>
              <a:solidFill>
                <a:srgbClr val="9570EE">
                  <a:alpha val="100000"/>
                </a:srgbClr>
              </a:solidFill>
              <a:ln>
                <a:headEnd type="none"/>
                <a:tailEnd type="none"/>
              </a:ln>
            </p:spPr>
          </p:sp>
          <p:sp>
            <p:nvSpPr>
              <p:cNvPr id="33" name="AutoShape 33"/>
              <p:cNvSpPr/>
              <p:nvPr/>
            </p:nvSpPr>
            <p:spPr>
              <a:xfrm>
                <a:off x="4103688" y="3714750"/>
                <a:ext cx="14288" cy="101600"/>
              </a:xfrm>
              <a:custGeom>
                <a:avLst/>
                <a:gdLst/>
                <a:ahLst/>
                <a:cxnLst/>
                <a:rect l="l" t="t" r="r" b="b"/>
                <a:pathLst>
                  <a:path w="2" h="14">
                    <a:moveTo>
                      <a:pt x="1" y="14"/>
                    </a:moveTo>
                    <a:cubicBezTo>
                      <a:pt x="1" y="14"/>
                      <a:pt x="1" y="14"/>
                      <a:pt x="1" y="14"/>
                    </a:cubicBezTo>
                    <a:cubicBezTo>
                      <a:pt x="0" y="14"/>
                      <a:pt x="0" y="13"/>
                      <a:pt x="0" y="13"/>
                    </a:cubicBezTo>
                    <a:cubicBezTo>
                      <a:pt x="0" y="1"/>
                      <a:pt x="0" y="1"/>
                      <a:pt x="0" y="1"/>
                    </a:cubicBezTo>
                    <a:cubicBezTo>
                      <a:pt x="0" y="1"/>
                      <a:pt x="0" y="0"/>
                      <a:pt x="1" y="0"/>
                    </a:cubicBezTo>
                    <a:cubicBezTo>
                      <a:pt x="1" y="0"/>
                      <a:pt x="2" y="1"/>
                      <a:pt x="2" y="1"/>
                    </a:cubicBezTo>
                    <a:cubicBezTo>
                      <a:pt x="2" y="13"/>
                      <a:pt x="2" y="13"/>
                      <a:pt x="2" y="13"/>
                    </a:cubicBezTo>
                    <a:cubicBezTo>
                      <a:pt x="2" y="13"/>
                      <a:pt x="1" y="14"/>
                      <a:pt x="1" y="14"/>
                    </a:cubicBezTo>
                    <a:close/>
                  </a:path>
                </a:pathLst>
              </a:custGeom>
              <a:solidFill>
                <a:srgbClr val="9570EE">
                  <a:alpha val="100000"/>
                </a:srgbClr>
              </a:solidFill>
              <a:ln>
                <a:headEnd type="none"/>
                <a:tailEnd type="none"/>
              </a:ln>
            </p:spPr>
          </p:sp>
          <p:sp>
            <p:nvSpPr>
              <p:cNvPr id="34" name="AutoShape 34"/>
              <p:cNvSpPr/>
              <p:nvPr/>
            </p:nvSpPr>
            <p:spPr>
              <a:xfrm>
                <a:off x="4103688" y="3802063"/>
                <a:ext cx="63500" cy="57150"/>
              </a:xfrm>
              <a:custGeom>
                <a:avLst/>
                <a:gdLst/>
                <a:ahLst/>
                <a:cxnLst/>
                <a:rect l="l" t="t" r="r" b="b"/>
                <a:pathLst>
                  <a:path w="40" h="36">
                    <a:moveTo>
                      <a:pt x="0" y="4"/>
                    </a:moveTo>
                    <a:lnTo>
                      <a:pt x="0" y="4"/>
                    </a:lnTo>
                    <a:lnTo>
                      <a:pt x="4" y="0"/>
                    </a:lnTo>
                    <a:lnTo>
                      <a:pt x="40" y="31"/>
                    </a:lnTo>
                    <a:lnTo>
                      <a:pt x="40" y="36"/>
                    </a:lnTo>
                    <a:lnTo>
                      <a:pt x="36" y="36"/>
                    </a:lnTo>
                    <a:lnTo>
                      <a:pt x="0" y="9"/>
                    </a:lnTo>
                    <a:lnTo>
                      <a:pt x="0" y="4"/>
                    </a:lnTo>
                    <a:close/>
                  </a:path>
                </a:pathLst>
              </a:custGeom>
              <a:solidFill>
                <a:srgbClr val="9570EE">
                  <a:alpha val="100000"/>
                </a:srgbClr>
              </a:solidFill>
              <a:ln>
                <a:headEnd type="none"/>
                <a:tailEnd type="none"/>
              </a:ln>
            </p:spPr>
          </p:sp>
          <p:sp>
            <p:nvSpPr>
              <p:cNvPr id="35" name="AutoShape 35"/>
              <p:cNvSpPr/>
              <p:nvPr/>
            </p:nvSpPr>
            <p:spPr>
              <a:xfrm>
                <a:off x="4103688" y="3694113"/>
                <a:ext cx="6350" cy="6350"/>
              </a:xfrm>
              <a:prstGeom prst="rect">
                <a:avLst/>
              </a:prstGeom>
              <a:solidFill>
                <a:srgbClr val="CED6FF">
                  <a:alpha val="100000"/>
                </a:srgbClr>
              </a:solidFill>
              <a:ln>
                <a:headEnd type="none"/>
                <a:tailEnd type="none"/>
              </a:ln>
            </p:spPr>
          </p:sp>
          <p:sp>
            <p:nvSpPr>
              <p:cNvPr id="36" name="AutoShape 36"/>
              <p:cNvSpPr/>
              <p:nvPr/>
            </p:nvSpPr>
            <p:spPr>
              <a:xfrm>
                <a:off x="4103688" y="3902075"/>
                <a:ext cx="6350" cy="14288"/>
              </a:xfrm>
              <a:prstGeom prst="rect">
                <a:avLst/>
              </a:prstGeom>
              <a:solidFill>
                <a:srgbClr val="CED6FF">
                  <a:alpha val="100000"/>
                </a:srgbClr>
              </a:solidFill>
              <a:ln>
                <a:headEnd type="none"/>
                <a:tailEnd type="none"/>
              </a:ln>
            </p:spPr>
          </p:sp>
          <p:sp>
            <p:nvSpPr>
              <p:cNvPr id="37" name="AutoShape 37"/>
              <p:cNvSpPr/>
              <p:nvPr/>
            </p:nvSpPr>
            <p:spPr>
              <a:xfrm>
                <a:off x="3995738" y="3802063"/>
                <a:ext cx="14288" cy="6350"/>
              </a:xfrm>
              <a:prstGeom prst="rect">
                <a:avLst/>
              </a:prstGeom>
              <a:solidFill>
                <a:srgbClr val="CED6FF">
                  <a:alpha val="100000"/>
                </a:srgbClr>
              </a:solidFill>
              <a:ln>
                <a:headEnd type="none"/>
                <a:tailEnd type="none"/>
              </a:ln>
            </p:spPr>
          </p:sp>
          <p:sp>
            <p:nvSpPr>
              <p:cNvPr id="38" name="AutoShape 38"/>
              <p:cNvSpPr/>
              <p:nvPr/>
            </p:nvSpPr>
            <p:spPr>
              <a:xfrm>
                <a:off x="4210051" y="3802063"/>
                <a:ext cx="7938" cy="6350"/>
              </a:xfrm>
              <a:prstGeom prst="rect">
                <a:avLst/>
              </a:prstGeom>
              <a:solidFill>
                <a:srgbClr val="CED6FF">
                  <a:alpha val="100000"/>
                </a:srgbClr>
              </a:solidFill>
              <a:ln>
                <a:headEnd type="none"/>
                <a:tailEnd type="none"/>
              </a:ln>
            </p:spPr>
          </p:sp>
          <p:sp>
            <p:nvSpPr>
              <p:cNvPr id="39" name="AutoShape 39"/>
              <p:cNvSpPr/>
              <p:nvPr/>
            </p:nvSpPr>
            <p:spPr>
              <a:xfrm>
                <a:off x="4030663" y="3722688"/>
                <a:ext cx="7938" cy="14288"/>
              </a:xfrm>
              <a:custGeom>
                <a:avLst/>
                <a:gdLst/>
                <a:ahLst/>
                <a:cxnLst/>
                <a:rect l="l" t="t" r="r" b="b"/>
                <a:pathLst>
                  <a:path w="5" h="9">
                    <a:moveTo>
                      <a:pt x="5" y="5"/>
                    </a:moveTo>
                    <a:lnTo>
                      <a:pt x="5" y="9"/>
                    </a:lnTo>
                    <a:lnTo>
                      <a:pt x="0" y="5"/>
                    </a:lnTo>
                    <a:lnTo>
                      <a:pt x="0" y="0"/>
                    </a:lnTo>
                    <a:lnTo>
                      <a:pt x="5" y="5"/>
                    </a:lnTo>
                    <a:close/>
                  </a:path>
                </a:pathLst>
              </a:custGeom>
              <a:solidFill>
                <a:srgbClr val="CED6FF">
                  <a:alpha val="100000"/>
                </a:srgbClr>
              </a:solidFill>
              <a:ln>
                <a:headEnd type="none"/>
                <a:tailEnd type="none"/>
              </a:ln>
            </p:spPr>
          </p:sp>
          <p:sp>
            <p:nvSpPr>
              <p:cNvPr id="40" name="AutoShape 40"/>
              <p:cNvSpPr/>
              <p:nvPr/>
            </p:nvSpPr>
            <p:spPr>
              <a:xfrm>
                <a:off x="4175126" y="3873500"/>
                <a:ext cx="14288" cy="6350"/>
              </a:xfrm>
              <a:custGeom>
                <a:avLst/>
                <a:gdLst/>
                <a:ahLst/>
                <a:cxnLst/>
                <a:rect l="l" t="t" r="r" b="b"/>
                <a:pathLst>
                  <a:path w="9" h="4">
                    <a:moveTo>
                      <a:pt x="9" y="4"/>
                    </a:moveTo>
                    <a:lnTo>
                      <a:pt x="4" y="4"/>
                    </a:lnTo>
                    <a:lnTo>
                      <a:pt x="0" y="0"/>
                    </a:lnTo>
                    <a:lnTo>
                      <a:pt x="4" y="0"/>
                    </a:lnTo>
                    <a:lnTo>
                      <a:pt x="9" y="4"/>
                    </a:lnTo>
                    <a:close/>
                  </a:path>
                </a:pathLst>
              </a:custGeom>
              <a:solidFill>
                <a:srgbClr val="CED6FF">
                  <a:alpha val="100000"/>
                </a:srgbClr>
              </a:solidFill>
              <a:ln>
                <a:headEnd type="none"/>
                <a:tailEnd type="none"/>
              </a:ln>
            </p:spPr>
          </p:sp>
          <p:sp>
            <p:nvSpPr>
              <p:cNvPr id="41" name="AutoShape 41"/>
              <p:cNvSpPr/>
              <p:nvPr/>
            </p:nvSpPr>
            <p:spPr>
              <a:xfrm>
                <a:off x="4030663" y="3873500"/>
                <a:ext cx="7938" cy="6350"/>
              </a:xfrm>
              <a:custGeom>
                <a:avLst/>
                <a:gdLst/>
                <a:ahLst/>
                <a:cxnLst/>
                <a:rect l="l" t="t" r="r" b="b"/>
                <a:pathLst>
                  <a:path w="5" h="4">
                    <a:moveTo>
                      <a:pt x="5" y="0"/>
                    </a:moveTo>
                    <a:lnTo>
                      <a:pt x="5" y="0"/>
                    </a:lnTo>
                    <a:lnTo>
                      <a:pt x="0" y="4"/>
                    </a:lnTo>
                    <a:lnTo>
                      <a:pt x="0" y="4"/>
                    </a:lnTo>
                    <a:lnTo>
                      <a:pt x="5" y="0"/>
                    </a:lnTo>
                    <a:close/>
                  </a:path>
                </a:pathLst>
              </a:custGeom>
              <a:solidFill>
                <a:srgbClr val="CED6FF">
                  <a:alpha val="100000"/>
                </a:srgbClr>
              </a:solidFill>
              <a:ln>
                <a:headEnd type="none"/>
                <a:tailEnd type="none"/>
              </a:ln>
            </p:spPr>
          </p:sp>
          <p:sp>
            <p:nvSpPr>
              <p:cNvPr id="42" name="AutoShape 42"/>
              <p:cNvSpPr/>
              <p:nvPr/>
            </p:nvSpPr>
            <p:spPr>
              <a:xfrm>
                <a:off x="4175126" y="3722688"/>
                <a:ext cx="14288" cy="14288"/>
              </a:xfrm>
              <a:custGeom>
                <a:avLst/>
                <a:gdLst/>
                <a:ahLst/>
                <a:cxnLst/>
                <a:rect l="l" t="t" r="r" b="b"/>
                <a:pathLst>
                  <a:path w="9" h="9">
                    <a:moveTo>
                      <a:pt x="4" y="0"/>
                    </a:moveTo>
                    <a:lnTo>
                      <a:pt x="9" y="5"/>
                    </a:lnTo>
                    <a:lnTo>
                      <a:pt x="4" y="9"/>
                    </a:lnTo>
                    <a:lnTo>
                      <a:pt x="0" y="5"/>
                    </a:lnTo>
                    <a:lnTo>
                      <a:pt x="4" y="0"/>
                    </a:lnTo>
                    <a:close/>
                  </a:path>
                </a:pathLst>
              </a:custGeom>
              <a:solidFill>
                <a:srgbClr val="CED6FF">
                  <a:alpha val="100000"/>
                </a:srgbClr>
              </a:solidFill>
              <a:ln>
                <a:headEnd type="none"/>
                <a:tailEnd type="none"/>
              </a:ln>
            </p:spPr>
          </p:sp>
          <p:sp>
            <p:nvSpPr>
              <p:cNvPr id="43" name="AutoShape 43"/>
              <p:cNvSpPr/>
              <p:nvPr/>
            </p:nvSpPr>
            <p:spPr>
              <a:xfrm>
                <a:off x="3895726" y="2876550"/>
                <a:ext cx="450850" cy="473075"/>
              </a:xfrm>
              <a:custGeom>
                <a:avLst/>
                <a:gdLst/>
                <a:ahLst/>
                <a:cxnLst/>
                <a:rect l="l" t="t" r="r" b="b"/>
                <a:pathLst>
                  <a:path w="62" h="66">
                    <a:moveTo>
                      <a:pt x="56" y="66"/>
                    </a:moveTo>
                    <a:cubicBezTo>
                      <a:pt x="7" y="66"/>
                      <a:pt x="7" y="66"/>
                      <a:pt x="7" y="66"/>
                    </a:cubicBezTo>
                    <a:cubicBezTo>
                      <a:pt x="3" y="66"/>
                      <a:pt x="0" y="63"/>
                      <a:pt x="0" y="59"/>
                    </a:cubicBezTo>
                    <a:cubicBezTo>
                      <a:pt x="0" y="7"/>
                      <a:pt x="0" y="7"/>
                      <a:pt x="0" y="7"/>
                    </a:cubicBezTo>
                    <a:cubicBezTo>
                      <a:pt x="0" y="3"/>
                      <a:pt x="3" y="0"/>
                      <a:pt x="7" y="0"/>
                    </a:cubicBezTo>
                    <a:cubicBezTo>
                      <a:pt x="56" y="0"/>
                      <a:pt x="56" y="0"/>
                      <a:pt x="56" y="0"/>
                    </a:cubicBezTo>
                    <a:cubicBezTo>
                      <a:pt x="60" y="0"/>
                      <a:pt x="63" y="3"/>
                      <a:pt x="63" y="7"/>
                    </a:cubicBezTo>
                    <a:cubicBezTo>
                      <a:pt x="63" y="59"/>
                      <a:pt x="63" y="59"/>
                      <a:pt x="63" y="59"/>
                    </a:cubicBezTo>
                    <a:cubicBezTo>
                      <a:pt x="63" y="63"/>
                      <a:pt x="60" y="66"/>
                      <a:pt x="56" y="66"/>
                    </a:cubicBezTo>
                    <a:close/>
                  </a:path>
                </a:pathLst>
              </a:custGeom>
              <a:solidFill>
                <a:srgbClr val="6DB8FF">
                  <a:alpha val="100000"/>
                </a:srgbClr>
              </a:solidFill>
              <a:ln>
                <a:headEnd type="none"/>
                <a:tailEnd type="none"/>
              </a:ln>
            </p:spPr>
          </p:sp>
          <p:sp>
            <p:nvSpPr>
              <p:cNvPr id="44" name="AutoShape 44"/>
              <p:cNvSpPr/>
              <p:nvPr/>
            </p:nvSpPr>
            <p:spPr>
              <a:xfrm>
                <a:off x="3852863" y="3121025"/>
                <a:ext cx="71438" cy="179388"/>
              </a:xfrm>
              <a:custGeom>
                <a:avLst/>
                <a:gdLst/>
                <a:ahLst/>
                <a:cxnLst/>
                <a:rect l="l" t="t" r="r" b="b"/>
                <a:pathLst>
                  <a:path w="45" h="113">
                    <a:moveTo>
                      <a:pt x="13" y="113"/>
                    </a:moveTo>
                    <a:lnTo>
                      <a:pt x="36" y="95"/>
                    </a:lnTo>
                    <a:lnTo>
                      <a:pt x="45" y="59"/>
                    </a:lnTo>
                    <a:lnTo>
                      <a:pt x="36" y="54"/>
                    </a:lnTo>
                    <a:lnTo>
                      <a:pt x="27" y="68"/>
                    </a:lnTo>
                    <a:lnTo>
                      <a:pt x="36" y="0"/>
                    </a:lnTo>
                    <a:lnTo>
                      <a:pt x="22" y="4"/>
                    </a:lnTo>
                    <a:lnTo>
                      <a:pt x="13" y="68"/>
                    </a:lnTo>
                    <a:lnTo>
                      <a:pt x="0" y="99"/>
                    </a:lnTo>
                    <a:lnTo>
                      <a:pt x="9" y="108"/>
                    </a:lnTo>
                    <a:lnTo>
                      <a:pt x="13" y="113"/>
                    </a:lnTo>
                    <a:close/>
                  </a:path>
                </a:pathLst>
              </a:custGeom>
              <a:solidFill>
                <a:srgbClr val="F7D3A9">
                  <a:alpha val="100000"/>
                </a:srgbClr>
              </a:solidFill>
              <a:ln>
                <a:headEnd type="none"/>
                <a:tailEnd type="none"/>
              </a:ln>
            </p:spPr>
          </p:sp>
          <p:sp>
            <p:nvSpPr>
              <p:cNvPr id="45" name="AutoShape 45"/>
              <p:cNvSpPr/>
              <p:nvPr/>
            </p:nvSpPr>
            <p:spPr>
              <a:xfrm>
                <a:off x="3852863" y="3121025"/>
                <a:ext cx="71438" cy="179388"/>
              </a:xfrm>
              <a:custGeom>
                <a:avLst/>
                <a:gdLst/>
                <a:ahLst/>
                <a:cxnLst/>
                <a:rect l="l" t="t" r="r" b="b"/>
                <a:pathLst>
                  <a:path w="45" h="113">
                    <a:moveTo>
                      <a:pt x="13" y="113"/>
                    </a:moveTo>
                    <a:lnTo>
                      <a:pt x="36" y="95"/>
                    </a:lnTo>
                    <a:lnTo>
                      <a:pt x="45" y="59"/>
                    </a:lnTo>
                    <a:lnTo>
                      <a:pt x="36" y="54"/>
                    </a:lnTo>
                    <a:lnTo>
                      <a:pt x="27" y="68"/>
                    </a:lnTo>
                    <a:lnTo>
                      <a:pt x="36" y="0"/>
                    </a:lnTo>
                    <a:lnTo>
                      <a:pt x="22" y="4"/>
                    </a:lnTo>
                    <a:lnTo>
                      <a:pt x="13" y="68"/>
                    </a:lnTo>
                    <a:lnTo>
                      <a:pt x="0" y="99"/>
                    </a:lnTo>
                    <a:lnTo>
                      <a:pt x="9" y="108"/>
                    </a:lnTo>
                  </a:path>
                </a:pathLst>
              </a:custGeom>
              <a:ln>
                <a:headEnd type="none"/>
                <a:tailEnd type="none"/>
              </a:ln>
            </p:spPr>
          </p:sp>
          <p:sp>
            <p:nvSpPr>
              <p:cNvPr id="46" name="AutoShape 46"/>
              <p:cNvSpPr/>
              <p:nvPr/>
            </p:nvSpPr>
            <p:spPr>
              <a:xfrm>
                <a:off x="4095751" y="3306763"/>
                <a:ext cx="150813" cy="114300"/>
              </a:xfrm>
              <a:custGeom>
                <a:avLst/>
                <a:gdLst/>
                <a:ahLst/>
                <a:cxnLst/>
                <a:rect l="l" t="t" r="r" b="b"/>
                <a:pathLst>
                  <a:path w="95" h="72">
                    <a:moveTo>
                      <a:pt x="0" y="63"/>
                    </a:moveTo>
                    <a:lnTo>
                      <a:pt x="0" y="36"/>
                    </a:lnTo>
                    <a:lnTo>
                      <a:pt x="36" y="0"/>
                    </a:lnTo>
                    <a:lnTo>
                      <a:pt x="45" y="14"/>
                    </a:lnTo>
                    <a:lnTo>
                      <a:pt x="32" y="27"/>
                    </a:lnTo>
                    <a:lnTo>
                      <a:pt x="95" y="9"/>
                    </a:lnTo>
                    <a:lnTo>
                      <a:pt x="95" y="27"/>
                    </a:lnTo>
                    <a:lnTo>
                      <a:pt x="36" y="50"/>
                    </a:lnTo>
                    <a:lnTo>
                      <a:pt x="23" y="72"/>
                    </a:lnTo>
                    <a:lnTo>
                      <a:pt x="0" y="63"/>
                    </a:lnTo>
                    <a:close/>
                  </a:path>
                </a:pathLst>
              </a:custGeom>
              <a:solidFill>
                <a:srgbClr val="F7D3A9">
                  <a:alpha val="100000"/>
                </a:srgbClr>
              </a:solidFill>
              <a:ln>
                <a:headEnd type="none"/>
                <a:tailEnd type="none"/>
              </a:ln>
            </p:spPr>
          </p:sp>
          <p:sp>
            <p:nvSpPr>
              <p:cNvPr id="47" name="AutoShape 47"/>
              <p:cNvSpPr/>
              <p:nvPr/>
            </p:nvSpPr>
            <p:spPr>
              <a:xfrm>
                <a:off x="3414713" y="4511675"/>
                <a:ext cx="358775" cy="987425"/>
              </a:xfrm>
              <a:custGeom>
                <a:avLst/>
                <a:gdLst/>
                <a:ahLst/>
                <a:cxnLst/>
                <a:rect l="l" t="t" r="r" b="b"/>
                <a:pathLst>
                  <a:path w="226" h="622">
                    <a:moveTo>
                      <a:pt x="0" y="0"/>
                    </a:moveTo>
                    <a:lnTo>
                      <a:pt x="127" y="622"/>
                    </a:lnTo>
                    <a:lnTo>
                      <a:pt x="226" y="613"/>
                    </a:lnTo>
                    <a:lnTo>
                      <a:pt x="158" y="591"/>
                    </a:lnTo>
                    <a:lnTo>
                      <a:pt x="181" y="582"/>
                    </a:lnTo>
                    <a:lnTo>
                      <a:pt x="149" y="0"/>
                    </a:lnTo>
                    <a:lnTo>
                      <a:pt x="0" y="0"/>
                    </a:lnTo>
                    <a:close/>
                  </a:path>
                </a:pathLst>
              </a:custGeom>
              <a:solidFill>
                <a:srgbClr val="544DB8">
                  <a:alpha val="100000"/>
                </a:srgbClr>
              </a:solidFill>
              <a:ln>
                <a:headEnd type="none"/>
                <a:tailEnd type="none"/>
              </a:ln>
            </p:spPr>
          </p:sp>
          <p:sp>
            <p:nvSpPr>
              <p:cNvPr id="48" name="AutoShape 48"/>
              <p:cNvSpPr/>
              <p:nvPr/>
            </p:nvSpPr>
            <p:spPr>
              <a:xfrm>
                <a:off x="3471863" y="4438650"/>
                <a:ext cx="523875" cy="1011238"/>
              </a:xfrm>
              <a:custGeom>
                <a:avLst/>
                <a:gdLst/>
                <a:ahLst/>
                <a:cxnLst/>
                <a:rect l="l" t="t" r="r" b="b"/>
                <a:pathLst>
                  <a:path w="73" h="141">
                    <a:moveTo>
                      <a:pt x="37" y="8"/>
                    </a:moveTo>
                    <a:cubicBezTo>
                      <a:pt x="37" y="8"/>
                      <a:pt x="73" y="41"/>
                      <a:pt x="68" y="82"/>
                    </a:cubicBezTo>
                    <a:cubicBezTo>
                      <a:pt x="62" y="114"/>
                      <a:pt x="49" y="126"/>
                      <a:pt x="49" y="126"/>
                    </a:cubicBezTo>
                    <a:cubicBezTo>
                      <a:pt x="45" y="125"/>
                      <a:pt x="45" y="125"/>
                      <a:pt x="45" y="125"/>
                    </a:cubicBezTo>
                    <a:cubicBezTo>
                      <a:pt x="51" y="141"/>
                      <a:pt x="51" y="141"/>
                      <a:pt x="51" y="141"/>
                    </a:cubicBezTo>
                    <a:cubicBezTo>
                      <a:pt x="33" y="123"/>
                      <a:pt x="33" y="123"/>
                      <a:pt x="33" y="123"/>
                    </a:cubicBezTo>
                    <a:cubicBezTo>
                      <a:pt x="33" y="123"/>
                      <a:pt x="55" y="94"/>
                      <a:pt x="41" y="63"/>
                    </a:cubicBezTo>
                    <a:cubicBezTo>
                      <a:pt x="28" y="33"/>
                      <a:pt x="0" y="22"/>
                      <a:pt x="0" y="22"/>
                    </a:cubicBezTo>
                    <a:cubicBezTo>
                      <a:pt x="0" y="22"/>
                      <a:pt x="24" y="0"/>
                      <a:pt x="26" y="0"/>
                    </a:cubicBezTo>
                    <a:cubicBezTo>
                      <a:pt x="28" y="1"/>
                      <a:pt x="37" y="8"/>
                      <a:pt x="37" y="8"/>
                    </a:cubicBezTo>
                    <a:close/>
                  </a:path>
                </a:pathLst>
              </a:custGeom>
              <a:solidFill>
                <a:srgbClr val="544DB8">
                  <a:alpha val="100000"/>
                </a:srgbClr>
              </a:solidFill>
              <a:ln>
                <a:headEnd type="none"/>
                <a:tailEnd type="none"/>
              </a:ln>
            </p:spPr>
          </p:sp>
          <p:sp>
            <p:nvSpPr>
              <p:cNvPr id="49" name="AutoShape 49"/>
              <p:cNvSpPr/>
              <p:nvPr/>
            </p:nvSpPr>
            <p:spPr>
              <a:xfrm>
                <a:off x="3357563" y="3263900"/>
                <a:ext cx="544513" cy="1282700"/>
              </a:xfrm>
              <a:custGeom>
                <a:avLst/>
                <a:gdLst/>
                <a:ahLst/>
                <a:cxnLst/>
                <a:rect l="l" t="t" r="r" b="b"/>
                <a:pathLst>
                  <a:path w="76" h="179">
                    <a:moveTo>
                      <a:pt x="68" y="0"/>
                    </a:moveTo>
                    <a:cubicBezTo>
                      <a:pt x="68" y="0"/>
                      <a:pt x="9" y="71"/>
                      <a:pt x="2" y="86"/>
                    </a:cubicBezTo>
                    <a:cubicBezTo>
                      <a:pt x="2" y="86"/>
                      <a:pt x="0" y="91"/>
                      <a:pt x="0" y="106"/>
                    </a:cubicBezTo>
                    <a:cubicBezTo>
                      <a:pt x="0" y="121"/>
                      <a:pt x="5" y="176"/>
                      <a:pt x="5" y="176"/>
                    </a:cubicBezTo>
                    <a:cubicBezTo>
                      <a:pt x="65" y="179"/>
                      <a:pt x="65" y="179"/>
                      <a:pt x="65" y="179"/>
                    </a:cubicBezTo>
                    <a:cubicBezTo>
                      <a:pt x="65" y="179"/>
                      <a:pt x="45" y="112"/>
                      <a:pt x="45" y="110"/>
                    </a:cubicBezTo>
                    <a:cubicBezTo>
                      <a:pt x="44" y="109"/>
                      <a:pt x="35" y="98"/>
                      <a:pt x="25" y="96"/>
                    </a:cubicBezTo>
                    <a:cubicBezTo>
                      <a:pt x="76" y="5"/>
                      <a:pt x="76" y="5"/>
                      <a:pt x="76" y="5"/>
                    </a:cubicBezTo>
                    <a:lnTo>
                      <a:pt x="68" y="0"/>
                    </a:lnTo>
                    <a:close/>
                  </a:path>
                </a:pathLst>
              </a:custGeom>
              <a:solidFill>
                <a:srgbClr val="FF8B40">
                  <a:alpha val="100000"/>
                </a:srgbClr>
              </a:solidFill>
              <a:ln>
                <a:headEnd type="none"/>
                <a:tailEnd type="none"/>
              </a:ln>
            </p:spPr>
          </p:sp>
          <p:sp>
            <p:nvSpPr>
              <p:cNvPr id="50" name="AutoShape 50"/>
              <p:cNvSpPr/>
              <p:nvPr/>
            </p:nvSpPr>
            <p:spPr>
              <a:xfrm>
                <a:off x="3486151" y="3865563"/>
                <a:ext cx="122238" cy="122238"/>
              </a:xfrm>
              <a:custGeom>
                <a:avLst/>
                <a:gdLst/>
                <a:ahLst/>
                <a:cxnLst/>
                <a:rect l="l" t="t" r="r" b="b"/>
                <a:pathLst>
                  <a:path w="17" h="17">
                    <a:moveTo>
                      <a:pt x="13" y="5"/>
                    </a:moveTo>
                    <a:cubicBezTo>
                      <a:pt x="13" y="5"/>
                      <a:pt x="15" y="12"/>
                      <a:pt x="17" y="17"/>
                    </a:cubicBezTo>
                    <a:cubicBezTo>
                      <a:pt x="17" y="17"/>
                      <a:pt x="5" y="17"/>
                      <a:pt x="0" y="11"/>
                    </a:cubicBezTo>
                    <a:cubicBezTo>
                      <a:pt x="5" y="0"/>
                      <a:pt x="5" y="0"/>
                      <a:pt x="5" y="0"/>
                    </a:cubicBezTo>
                    <a:lnTo>
                      <a:pt x="13" y="5"/>
                    </a:lnTo>
                    <a:close/>
                  </a:path>
                </a:pathLst>
              </a:custGeom>
              <a:solidFill>
                <a:srgbClr val="F7D3A9">
                  <a:alpha val="100000"/>
                </a:srgbClr>
              </a:solidFill>
              <a:ln>
                <a:headEnd type="none"/>
                <a:tailEnd type="none"/>
              </a:ln>
            </p:spPr>
          </p:sp>
          <p:sp>
            <p:nvSpPr>
              <p:cNvPr id="51" name="AutoShape 51"/>
              <p:cNvSpPr/>
              <p:nvPr/>
            </p:nvSpPr>
            <p:spPr>
              <a:xfrm>
                <a:off x="3451226" y="3643313"/>
                <a:ext cx="222250" cy="315913"/>
              </a:xfrm>
              <a:custGeom>
                <a:avLst/>
                <a:gdLst/>
                <a:ahLst/>
                <a:cxnLst/>
                <a:rect l="l" t="t" r="r" b="b"/>
                <a:pathLst>
                  <a:path w="31" h="44">
                    <a:moveTo>
                      <a:pt x="27" y="13"/>
                    </a:moveTo>
                    <a:cubicBezTo>
                      <a:pt x="27" y="13"/>
                      <a:pt x="31" y="34"/>
                      <a:pt x="27" y="39"/>
                    </a:cubicBezTo>
                    <a:cubicBezTo>
                      <a:pt x="24" y="44"/>
                      <a:pt x="11" y="35"/>
                      <a:pt x="6" y="28"/>
                    </a:cubicBezTo>
                    <a:cubicBezTo>
                      <a:pt x="1" y="20"/>
                      <a:pt x="0" y="3"/>
                      <a:pt x="9" y="1"/>
                    </a:cubicBezTo>
                    <a:cubicBezTo>
                      <a:pt x="17" y="0"/>
                      <a:pt x="25" y="5"/>
                      <a:pt x="27" y="13"/>
                    </a:cubicBezTo>
                    <a:close/>
                  </a:path>
                </a:pathLst>
              </a:custGeom>
              <a:solidFill>
                <a:srgbClr val="F7D3A9">
                  <a:alpha val="100000"/>
                </a:srgbClr>
              </a:solidFill>
              <a:ln>
                <a:headEnd type="none"/>
                <a:tailEnd type="none"/>
              </a:ln>
            </p:spPr>
          </p:sp>
          <p:sp>
            <p:nvSpPr>
              <p:cNvPr id="52" name="AutoShape 52"/>
              <p:cNvSpPr/>
              <p:nvPr/>
            </p:nvSpPr>
            <p:spPr>
              <a:xfrm>
                <a:off x="3565526" y="3392488"/>
                <a:ext cx="581025" cy="809625"/>
              </a:xfrm>
              <a:custGeom>
                <a:avLst/>
                <a:gdLst/>
                <a:ahLst/>
                <a:cxnLst/>
                <a:rect l="l" t="t" r="r" b="b"/>
                <a:pathLst>
                  <a:path w="81" h="113">
                    <a:moveTo>
                      <a:pt x="6" y="87"/>
                    </a:moveTo>
                    <a:cubicBezTo>
                      <a:pt x="6" y="87"/>
                      <a:pt x="53" y="57"/>
                      <a:pt x="57" y="51"/>
                    </a:cubicBezTo>
                    <a:cubicBezTo>
                      <a:pt x="61" y="45"/>
                      <a:pt x="71" y="0"/>
                      <a:pt x="71" y="0"/>
                    </a:cubicBezTo>
                    <a:cubicBezTo>
                      <a:pt x="81" y="2"/>
                      <a:pt x="81" y="2"/>
                      <a:pt x="81" y="2"/>
                    </a:cubicBezTo>
                    <a:cubicBezTo>
                      <a:pt x="81" y="2"/>
                      <a:pt x="75" y="53"/>
                      <a:pt x="74" y="58"/>
                    </a:cubicBezTo>
                    <a:cubicBezTo>
                      <a:pt x="72" y="63"/>
                      <a:pt x="26" y="113"/>
                      <a:pt x="15" y="113"/>
                    </a:cubicBezTo>
                    <a:cubicBezTo>
                      <a:pt x="4" y="113"/>
                      <a:pt x="0" y="99"/>
                      <a:pt x="6" y="87"/>
                    </a:cubicBezTo>
                    <a:close/>
                  </a:path>
                </a:pathLst>
              </a:custGeom>
              <a:solidFill>
                <a:srgbClr val="FF8B40">
                  <a:alpha val="100000"/>
                </a:srgbClr>
              </a:solidFill>
              <a:ln>
                <a:headEnd type="none"/>
                <a:tailEnd type="none"/>
              </a:ln>
            </p:spPr>
          </p:sp>
          <p:sp>
            <p:nvSpPr>
              <p:cNvPr id="53" name="AutoShape 53"/>
              <p:cNvSpPr/>
              <p:nvPr/>
            </p:nvSpPr>
            <p:spPr>
              <a:xfrm>
                <a:off x="3422651" y="3600450"/>
                <a:ext cx="265113" cy="307975"/>
              </a:xfrm>
              <a:custGeom>
                <a:avLst/>
                <a:gdLst/>
                <a:ahLst/>
                <a:cxnLst/>
                <a:rect l="l" t="t" r="r" b="b"/>
                <a:pathLst>
                  <a:path w="37" h="43">
                    <a:moveTo>
                      <a:pt x="6" y="8"/>
                    </a:moveTo>
                    <a:cubicBezTo>
                      <a:pt x="6" y="8"/>
                      <a:pt x="12" y="0"/>
                      <a:pt x="23" y="2"/>
                    </a:cubicBezTo>
                    <a:cubicBezTo>
                      <a:pt x="34" y="4"/>
                      <a:pt x="37" y="1"/>
                      <a:pt x="37" y="1"/>
                    </a:cubicBezTo>
                    <a:cubicBezTo>
                      <a:pt x="37" y="1"/>
                      <a:pt x="35" y="13"/>
                      <a:pt x="27" y="16"/>
                    </a:cubicBezTo>
                    <a:cubicBezTo>
                      <a:pt x="19" y="19"/>
                      <a:pt x="17" y="18"/>
                      <a:pt x="17" y="18"/>
                    </a:cubicBezTo>
                    <a:cubicBezTo>
                      <a:pt x="17" y="18"/>
                      <a:pt x="21" y="22"/>
                      <a:pt x="22" y="25"/>
                    </a:cubicBezTo>
                    <a:cubicBezTo>
                      <a:pt x="23" y="29"/>
                      <a:pt x="19" y="22"/>
                      <a:pt x="17" y="24"/>
                    </a:cubicBezTo>
                    <a:cubicBezTo>
                      <a:pt x="16" y="26"/>
                      <a:pt x="17" y="32"/>
                      <a:pt x="21" y="31"/>
                    </a:cubicBezTo>
                    <a:cubicBezTo>
                      <a:pt x="24" y="31"/>
                      <a:pt x="22" y="34"/>
                      <a:pt x="21" y="36"/>
                    </a:cubicBezTo>
                    <a:cubicBezTo>
                      <a:pt x="19" y="39"/>
                      <a:pt x="17" y="43"/>
                      <a:pt x="15" y="42"/>
                    </a:cubicBezTo>
                    <a:cubicBezTo>
                      <a:pt x="13" y="41"/>
                      <a:pt x="6" y="36"/>
                      <a:pt x="3" y="28"/>
                    </a:cubicBezTo>
                    <a:cubicBezTo>
                      <a:pt x="0" y="19"/>
                      <a:pt x="0" y="11"/>
                      <a:pt x="6" y="8"/>
                    </a:cubicBezTo>
                    <a:close/>
                  </a:path>
                </a:pathLst>
              </a:custGeom>
              <a:solidFill>
                <a:srgbClr val="544DB8">
                  <a:alpha val="100000"/>
                </a:srgbClr>
              </a:solidFill>
              <a:ln>
                <a:headEnd type="none"/>
                <a:tailEnd type="none"/>
              </a:ln>
            </p:spPr>
          </p:sp>
          <p:sp>
            <p:nvSpPr>
              <p:cNvPr id="54" name="AutoShape 54"/>
              <p:cNvSpPr/>
              <p:nvPr/>
            </p:nvSpPr>
            <p:spPr>
              <a:xfrm>
                <a:off x="5178426" y="2089150"/>
                <a:ext cx="1039813" cy="1755775"/>
              </a:xfrm>
              <a:custGeom>
                <a:avLst/>
                <a:gdLst/>
                <a:ahLst/>
                <a:cxnLst/>
                <a:rect l="l" t="t" r="r" b="b"/>
                <a:pathLst>
                  <a:path w="145" h="245">
                    <a:moveTo>
                      <a:pt x="140" y="245"/>
                    </a:moveTo>
                    <a:cubicBezTo>
                      <a:pt x="5" y="245"/>
                      <a:pt x="5" y="245"/>
                      <a:pt x="5" y="245"/>
                    </a:cubicBezTo>
                    <a:cubicBezTo>
                      <a:pt x="2" y="245"/>
                      <a:pt x="0" y="243"/>
                      <a:pt x="0" y="240"/>
                    </a:cubicBezTo>
                    <a:cubicBezTo>
                      <a:pt x="0" y="6"/>
                      <a:pt x="0" y="6"/>
                      <a:pt x="0" y="6"/>
                    </a:cubicBezTo>
                    <a:cubicBezTo>
                      <a:pt x="0" y="3"/>
                      <a:pt x="2" y="0"/>
                      <a:pt x="5" y="0"/>
                    </a:cubicBezTo>
                    <a:cubicBezTo>
                      <a:pt x="140" y="0"/>
                      <a:pt x="140" y="0"/>
                      <a:pt x="140" y="0"/>
                    </a:cubicBezTo>
                    <a:cubicBezTo>
                      <a:pt x="143" y="0"/>
                      <a:pt x="145" y="3"/>
                      <a:pt x="145" y="6"/>
                    </a:cubicBezTo>
                    <a:cubicBezTo>
                      <a:pt x="145" y="240"/>
                      <a:pt x="145" y="240"/>
                      <a:pt x="145" y="240"/>
                    </a:cubicBezTo>
                    <a:cubicBezTo>
                      <a:pt x="145" y="243"/>
                      <a:pt x="143" y="245"/>
                      <a:pt x="140" y="245"/>
                    </a:cubicBezTo>
                    <a:close/>
                  </a:path>
                </a:pathLst>
              </a:custGeom>
              <a:solidFill>
                <a:srgbClr val="E3EAFF">
                  <a:alpha val="100000"/>
                </a:srgbClr>
              </a:solidFill>
              <a:ln>
                <a:headEnd type="none"/>
                <a:tailEnd type="none"/>
              </a:ln>
            </p:spPr>
          </p:sp>
          <p:sp>
            <p:nvSpPr>
              <p:cNvPr id="55" name="AutoShape 55"/>
              <p:cNvSpPr/>
              <p:nvPr/>
            </p:nvSpPr>
            <p:spPr>
              <a:xfrm>
                <a:off x="5357813" y="2232025"/>
                <a:ext cx="673100" cy="150813"/>
              </a:xfrm>
              <a:custGeom>
                <a:avLst/>
                <a:gdLst/>
                <a:ahLst/>
                <a:cxnLst/>
                <a:rect l="l" t="t" r="r" b="b"/>
                <a:pathLst>
                  <a:path w="94" h="21">
                    <a:moveTo>
                      <a:pt x="89" y="21"/>
                    </a:moveTo>
                    <a:cubicBezTo>
                      <a:pt x="4" y="21"/>
                      <a:pt x="4" y="21"/>
                      <a:pt x="4" y="21"/>
                    </a:cubicBezTo>
                    <a:cubicBezTo>
                      <a:pt x="1" y="21"/>
                      <a:pt x="0" y="19"/>
                      <a:pt x="0" y="17"/>
                    </a:cubicBezTo>
                    <a:cubicBezTo>
                      <a:pt x="0" y="4"/>
                      <a:pt x="0" y="4"/>
                      <a:pt x="0" y="4"/>
                    </a:cubicBezTo>
                    <a:cubicBezTo>
                      <a:pt x="0" y="2"/>
                      <a:pt x="1" y="0"/>
                      <a:pt x="4" y="0"/>
                    </a:cubicBezTo>
                    <a:cubicBezTo>
                      <a:pt x="89" y="0"/>
                      <a:pt x="89" y="0"/>
                      <a:pt x="89" y="0"/>
                    </a:cubicBezTo>
                    <a:cubicBezTo>
                      <a:pt x="92" y="0"/>
                      <a:pt x="94" y="2"/>
                      <a:pt x="94" y="4"/>
                    </a:cubicBezTo>
                    <a:cubicBezTo>
                      <a:pt x="94" y="17"/>
                      <a:pt x="94" y="17"/>
                      <a:pt x="94" y="17"/>
                    </a:cubicBezTo>
                    <a:cubicBezTo>
                      <a:pt x="94" y="19"/>
                      <a:pt x="92" y="21"/>
                      <a:pt x="89" y="21"/>
                    </a:cubicBezTo>
                    <a:close/>
                  </a:path>
                </a:pathLst>
              </a:custGeom>
              <a:solidFill>
                <a:srgbClr val="6DB8FF">
                  <a:alpha val="100000"/>
                </a:srgbClr>
              </a:solidFill>
              <a:ln>
                <a:headEnd type="none"/>
                <a:tailEnd type="none"/>
              </a:ln>
            </p:spPr>
          </p:sp>
          <p:sp>
            <p:nvSpPr>
              <p:cNvPr id="56" name="AutoShape 56"/>
              <p:cNvSpPr/>
              <p:nvPr/>
            </p:nvSpPr>
            <p:spPr>
              <a:xfrm>
                <a:off x="5386388" y="3092450"/>
                <a:ext cx="250825" cy="114300"/>
              </a:xfrm>
              <a:custGeom>
                <a:avLst/>
                <a:gdLst/>
                <a:ahLst/>
                <a:cxnLst/>
                <a:rect l="l" t="t" r="r" b="b"/>
                <a:pathLst>
                  <a:path w="35" h="16">
                    <a:moveTo>
                      <a:pt x="27" y="16"/>
                    </a:moveTo>
                    <a:cubicBezTo>
                      <a:pt x="8" y="16"/>
                      <a:pt x="8" y="16"/>
                      <a:pt x="8" y="16"/>
                    </a:cubicBezTo>
                    <a:cubicBezTo>
                      <a:pt x="4" y="16"/>
                      <a:pt x="0" y="13"/>
                      <a:pt x="0" y="8"/>
                    </a:cubicBezTo>
                    <a:cubicBezTo>
                      <a:pt x="0" y="4"/>
                      <a:pt x="4" y="0"/>
                      <a:pt x="8" y="0"/>
                    </a:cubicBezTo>
                    <a:cubicBezTo>
                      <a:pt x="27" y="0"/>
                      <a:pt x="27" y="0"/>
                      <a:pt x="27" y="0"/>
                    </a:cubicBezTo>
                    <a:cubicBezTo>
                      <a:pt x="31" y="0"/>
                      <a:pt x="35" y="4"/>
                      <a:pt x="35" y="8"/>
                    </a:cubicBezTo>
                    <a:cubicBezTo>
                      <a:pt x="35" y="13"/>
                      <a:pt x="31" y="16"/>
                      <a:pt x="27" y="16"/>
                    </a:cubicBezTo>
                    <a:close/>
                  </a:path>
                </a:pathLst>
              </a:custGeom>
              <a:solidFill>
                <a:srgbClr val="6DB8FF">
                  <a:alpha val="100000"/>
                </a:srgbClr>
              </a:solidFill>
              <a:ln>
                <a:headEnd type="none"/>
                <a:tailEnd type="none"/>
              </a:ln>
            </p:spPr>
          </p:sp>
          <p:sp>
            <p:nvSpPr>
              <p:cNvPr id="57" name="AutoShape 57"/>
              <p:cNvSpPr/>
              <p:nvPr/>
            </p:nvSpPr>
            <p:spPr>
              <a:xfrm>
                <a:off x="5773738" y="3092450"/>
                <a:ext cx="250825" cy="114300"/>
              </a:xfrm>
              <a:custGeom>
                <a:avLst/>
                <a:gdLst/>
                <a:ahLst/>
                <a:cxnLst/>
                <a:rect l="l" t="t" r="r" b="b"/>
                <a:pathLst>
                  <a:path w="35" h="16">
                    <a:moveTo>
                      <a:pt x="27" y="16"/>
                    </a:moveTo>
                    <a:cubicBezTo>
                      <a:pt x="8" y="16"/>
                      <a:pt x="8" y="16"/>
                      <a:pt x="8" y="16"/>
                    </a:cubicBezTo>
                    <a:cubicBezTo>
                      <a:pt x="4" y="16"/>
                      <a:pt x="0" y="13"/>
                      <a:pt x="0" y="8"/>
                    </a:cubicBezTo>
                    <a:cubicBezTo>
                      <a:pt x="0" y="4"/>
                      <a:pt x="4" y="0"/>
                      <a:pt x="8" y="0"/>
                    </a:cubicBezTo>
                    <a:cubicBezTo>
                      <a:pt x="27" y="0"/>
                      <a:pt x="27" y="0"/>
                      <a:pt x="27" y="0"/>
                    </a:cubicBezTo>
                    <a:cubicBezTo>
                      <a:pt x="31" y="0"/>
                      <a:pt x="35" y="4"/>
                      <a:pt x="35" y="8"/>
                    </a:cubicBezTo>
                    <a:cubicBezTo>
                      <a:pt x="35" y="13"/>
                      <a:pt x="31" y="16"/>
                      <a:pt x="27" y="16"/>
                    </a:cubicBezTo>
                    <a:close/>
                  </a:path>
                </a:pathLst>
              </a:custGeom>
              <a:solidFill>
                <a:srgbClr val="9570EE">
                  <a:alpha val="100000"/>
                </a:srgbClr>
              </a:solidFill>
              <a:ln>
                <a:headEnd type="none"/>
                <a:tailEnd type="none"/>
              </a:ln>
            </p:spPr>
          </p:sp>
          <p:sp>
            <p:nvSpPr>
              <p:cNvPr id="58" name="AutoShape 58"/>
              <p:cNvSpPr/>
              <p:nvPr/>
            </p:nvSpPr>
            <p:spPr>
              <a:xfrm>
                <a:off x="5335588" y="2533650"/>
                <a:ext cx="723900" cy="106363"/>
              </a:xfrm>
              <a:prstGeom prst="rect">
                <a:avLst/>
              </a:prstGeom>
              <a:solidFill>
                <a:srgbClr val="F9FBFC">
                  <a:alpha val="100000"/>
                </a:srgbClr>
              </a:solidFill>
              <a:ln>
                <a:headEnd type="none"/>
                <a:tailEnd type="none"/>
              </a:ln>
            </p:spPr>
          </p:sp>
          <p:sp>
            <p:nvSpPr>
              <p:cNvPr id="59" name="AutoShape 59"/>
              <p:cNvSpPr/>
              <p:nvPr/>
            </p:nvSpPr>
            <p:spPr>
              <a:xfrm>
                <a:off x="5335588" y="2727325"/>
                <a:ext cx="723900" cy="106363"/>
              </a:xfrm>
              <a:prstGeom prst="rect">
                <a:avLst/>
              </a:prstGeom>
              <a:solidFill>
                <a:srgbClr val="F9FBFC">
                  <a:alpha val="100000"/>
                </a:srgbClr>
              </a:solidFill>
              <a:ln>
                <a:headEnd type="none"/>
                <a:tailEnd type="none"/>
              </a:ln>
            </p:spPr>
          </p:sp>
          <p:sp>
            <p:nvSpPr>
              <p:cNvPr id="60" name="AutoShape 60"/>
              <p:cNvSpPr/>
              <p:nvPr/>
            </p:nvSpPr>
            <p:spPr>
              <a:xfrm>
                <a:off x="5494338" y="2905125"/>
                <a:ext cx="414338" cy="28575"/>
              </a:xfrm>
              <a:prstGeom prst="rect">
                <a:avLst/>
              </a:prstGeom>
              <a:solidFill>
                <a:srgbClr val="CDD4FF">
                  <a:alpha val="100000"/>
                </a:srgbClr>
              </a:solidFill>
              <a:ln>
                <a:headEnd type="none"/>
                <a:tailEnd type="none"/>
              </a:ln>
            </p:spPr>
          </p:sp>
          <p:sp>
            <p:nvSpPr>
              <p:cNvPr id="61" name="AutoShape 61"/>
              <p:cNvSpPr/>
              <p:nvPr/>
            </p:nvSpPr>
            <p:spPr>
              <a:xfrm>
                <a:off x="6913563" y="3228975"/>
                <a:ext cx="1590675" cy="293688"/>
              </a:xfrm>
              <a:custGeom>
                <a:avLst/>
                <a:gdLst/>
                <a:ahLst/>
                <a:cxnLst/>
                <a:rect l="l" t="t" r="r" b="b"/>
                <a:pathLst>
                  <a:path w="221" h="41">
                    <a:moveTo>
                      <a:pt x="202" y="41"/>
                    </a:moveTo>
                    <a:cubicBezTo>
                      <a:pt x="21" y="41"/>
                      <a:pt x="21" y="41"/>
                      <a:pt x="21" y="41"/>
                    </a:cubicBezTo>
                    <a:cubicBezTo>
                      <a:pt x="9" y="41"/>
                      <a:pt x="0" y="32"/>
                      <a:pt x="0" y="21"/>
                    </a:cubicBezTo>
                    <a:cubicBezTo>
                      <a:pt x="0" y="9"/>
                      <a:pt x="9" y="0"/>
                      <a:pt x="21" y="0"/>
                    </a:cubicBezTo>
                    <a:cubicBezTo>
                      <a:pt x="202" y="0"/>
                      <a:pt x="202" y="0"/>
                      <a:pt x="202" y="0"/>
                    </a:cubicBezTo>
                    <a:cubicBezTo>
                      <a:pt x="213" y="0"/>
                      <a:pt x="222" y="9"/>
                      <a:pt x="222" y="21"/>
                    </a:cubicBezTo>
                    <a:cubicBezTo>
                      <a:pt x="222" y="32"/>
                      <a:pt x="213" y="41"/>
                      <a:pt x="202" y="41"/>
                    </a:cubicBezTo>
                    <a:close/>
                  </a:path>
                </a:pathLst>
              </a:custGeom>
              <a:solidFill>
                <a:srgbClr val="9570EE">
                  <a:alpha val="100000"/>
                </a:srgbClr>
              </a:solidFill>
              <a:ln>
                <a:headEnd type="none"/>
                <a:tailEnd type="none"/>
              </a:ln>
            </p:spPr>
          </p:sp>
          <p:sp>
            <p:nvSpPr>
              <p:cNvPr id="62" name="AutoShape 62"/>
              <p:cNvSpPr/>
              <p:nvPr/>
            </p:nvSpPr>
            <p:spPr>
              <a:xfrm>
                <a:off x="6303963" y="2052638"/>
                <a:ext cx="1046163" cy="236538"/>
              </a:xfrm>
              <a:custGeom>
                <a:avLst/>
                <a:gdLst/>
                <a:ahLst/>
                <a:cxnLst/>
                <a:rect l="l" t="t" r="r" b="b"/>
                <a:pathLst>
                  <a:path w="146" h="33">
                    <a:moveTo>
                      <a:pt x="130" y="33"/>
                    </a:moveTo>
                    <a:cubicBezTo>
                      <a:pt x="17" y="33"/>
                      <a:pt x="17" y="33"/>
                      <a:pt x="17" y="33"/>
                    </a:cubicBezTo>
                    <a:cubicBezTo>
                      <a:pt x="8" y="33"/>
                      <a:pt x="0" y="26"/>
                      <a:pt x="0" y="17"/>
                    </a:cubicBezTo>
                    <a:cubicBezTo>
                      <a:pt x="0" y="8"/>
                      <a:pt x="8" y="0"/>
                      <a:pt x="17" y="0"/>
                    </a:cubicBezTo>
                    <a:cubicBezTo>
                      <a:pt x="130" y="0"/>
                      <a:pt x="130" y="0"/>
                      <a:pt x="130" y="0"/>
                    </a:cubicBezTo>
                    <a:cubicBezTo>
                      <a:pt x="139" y="0"/>
                      <a:pt x="146" y="8"/>
                      <a:pt x="146" y="17"/>
                    </a:cubicBezTo>
                    <a:cubicBezTo>
                      <a:pt x="146" y="26"/>
                      <a:pt x="139" y="33"/>
                      <a:pt x="130" y="33"/>
                    </a:cubicBezTo>
                    <a:close/>
                  </a:path>
                </a:pathLst>
              </a:custGeom>
              <a:solidFill>
                <a:srgbClr val="E3EAFF">
                  <a:alpha val="100000"/>
                </a:srgbClr>
              </a:solidFill>
              <a:ln>
                <a:headEnd type="none"/>
                <a:tailEnd type="none"/>
              </a:ln>
            </p:spPr>
          </p:sp>
          <p:sp>
            <p:nvSpPr>
              <p:cNvPr id="63" name="AutoShape 63"/>
              <p:cNvSpPr/>
              <p:nvPr/>
            </p:nvSpPr>
            <p:spPr>
              <a:xfrm>
                <a:off x="6540501" y="2138363"/>
                <a:ext cx="79375" cy="73025"/>
              </a:xfrm>
              <a:prstGeom prst="ellipse">
                <a:avLst/>
              </a:prstGeom>
              <a:solidFill>
                <a:srgbClr val="FFC240">
                  <a:alpha val="100000"/>
                </a:srgbClr>
              </a:solidFill>
              <a:ln>
                <a:headEnd type="none"/>
                <a:tailEnd type="none"/>
              </a:ln>
            </p:spPr>
          </p:sp>
          <p:sp>
            <p:nvSpPr>
              <p:cNvPr id="64" name="AutoShape 64"/>
              <p:cNvSpPr/>
              <p:nvPr/>
            </p:nvSpPr>
            <p:spPr>
              <a:xfrm>
                <a:off x="6797676" y="2138363"/>
                <a:ext cx="73025" cy="73025"/>
              </a:xfrm>
              <a:prstGeom prst="ellipse">
                <a:avLst/>
              </a:prstGeom>
              <a:solidFill>
                <a:srgbClr val="90C240">
                  <a:alpha val="100000"/>
                </a:srgbClr>
              </a:solidFill>
              <a:ln>
                <a:headEnd type="none"/>
                <a:tailEnd type="none"/>
              </a:ln>
            </p:spPr>
          </p:sp>
          <p:sp>
            <p:nvSpPr>
              <p:cNvPr id="65" name="AutoShape 65"/>
              <p:cNvSpPr/>
              <p:nvPr/>
            </p:nvSpPr>
            <p:spPr>
              <a:xfrm>
                <a:off x="7034213" y="2138363"/>
                <a:ext cx="73025" cy="73025"/>
              </a:xfrm>
              <a:prstGeom prst="ellipse">
                <a:avLst/>
              </a:prstGeom>
              <a:solidFill>
                <a:srgbClr val="EB4F24">
                  <a:alpha val="100000"/>
                </a:srgbClr>
              </a:solidFill>
              <a:ln>
                <a:headEnd type="none"/>
                <a:tailEnd type="none"/>
              </a:ln>
            </p:spPr>
          </p:sp>
          <p:sp>
            <p:nvSpPr>
              <p:cNvPr id="66" name="AutoShape 66"/>
              <p:cNvSpPr/>
              <p:nvPr/>
            </p:nvSpPr>
            <p:spPr>
              <a:xfrm>
                <a:off x="4024313" y="3049588"/>
                <a:ext cx="179388" cy="179388"/>
              </a:xfrm>
              <a:prstGeom prst="ellipse">
                <a:avLst/>
              </a:prstGeom>
              <a:solidFill>
                <a:srgbClr val="FFFFFF">
                  <a:alpha val="100000"/>
                </a:srgbClr>
              </a:solidFill>
              <a:ln>
                <a:headEnd type="none"/>
                <a:tailEnd type="none"/>
              </a:ln>
            </p:spPr>
          </p:sp>
          <p:sp>
            <p:nvSpPr>
              <p:cNvPr id="67" name="AutoShape 67"/>
              <p:cNvSpPr/>
              <p:nvPr/>
            </p:nvSpPr>
            <p:spPr>
              <a:xfrm>
                <a:off x="3981451" y="2992438"/>
                <a:ext cx="271463" cy="257175"/>
              </a:xfrm>
              <a:custGeom>
                <a:avLst/>
                <a:gdLst/>
                <a:ahLst/>
                <a:cxnLst/>
                <a:rect l="l" t="t" r="r" b="b"/>
                <a:pathLst>
                  <a:path w="38" h="36">
                    <a:moveTo>
                      <a:pt x="32" y="6"/>
                    </a:moveTo>
                    <a:cubicBezTo>
                      <a:pt x="30" y="6"/>
                      <a:pt x="30" y="6"/>
                      <a:pt x="30" y="6"/>
                    </a:cubicBezTo>
                    <a:cubicBezTo>
                      <a:pt x="26" y="1"/>
                      <a:pt x="26" y="1"/>
                      <a:pt x="26" y="1"/>
                    </a:cubicBezTo>
                    <a:cubicBezTo>
                      <a:pt x="26" y="1"/>
                      <a:pt x="26" y="0"/>
                      <a:pt x="25" y="0"/>
                    </a:cubicBezTo>
                    <a:cubicBezTo>
                      <a:pt x="13" y="0"/>
                      <a:pt x="13" y="0"/>
                      <a:pt x="13" y="0"/>
                    </a:cubicBezTo>
                    <a:cubicBezTo>
                      <a:pt x="12" y="0"/>
                      <a:pt x="12" y="1"/>
                      <a:pt x="11" y="1"/>
                    </a:cubicBezTo>
                    <a:cubicBezTo>
                      <a:pt x="8" y="6"/>
                      <a:pt x="8" y="6"/>
                      <a:pt x="8" y="6"/>
                    </a:cubicBezTo>
                    <a:cubicBezTo>
                      <a:pt x="6" y="6"/>
                      <a:pt x="6" y="6"/>
                      <a:pt x="6" y="6"/>
                    </a:cubicBezTo>
                    <a:cubicBezTo>
                      <a:pt x="3" y="6"/>
                      <a:pt x="0" y="8"/>
                      <a:pt x="0" y="12"/>
                    </a:cubicBezTo>
                    <a:cubicBezTo>
                      <a:pt x="0" y="30"/>
                      <a:pt x="0" y="30"/>
                      <a:pt x="0" y="30"/>
                    </a:cubicBezTo>
                    <a:cubicBezTo>
                      <a:pt x="0" y="34"/>
                      <a:pt x="3" y="36"/>
                      <a:pt x="6" y="36"/>
                    </a:cubicBezTo>
                    <a:cubicBezTo>
                      <a:pt x="32" y="36"/>
                      <a:pt x="32" y="36"/>
                      <a:pt x="32" y="36"/>
                    </a:cubicBezTo>
                    <a:cubicBezTo>
                      <a:pt x="35" y="36"/>
                      <a:pt x="38" y="34"/>
                      <a:pt x="38" y="30"/>
                    </a:cubicBezTo>
                    <a:cubicBezTo>
                      <a:pt x="38" y="12"/>
                      <a:pt x="38" y="12"/>
                      <a:pt x="38" y="12"/>
                    </a:cubicBezTo>
                    <a:cubicBezTo>
                      <a:pt x="38" y="8"/>
                      <a:pt x="35" y="6"/>
                      <a:pt x="32" y="6"/>
                    </a:cubicBezTo>
                    <a:close/>
                    <a:moveTo>
                      <a:pt x="19" y="30"/>
                    </a:moveTo>
                    <a:cubicBezTo>
                      <a:pt x="14" y="30"/>
                      <a:pt x="10" y="26"/>
                      <a:pt x="10" y="21"/>
                    </a:cubicBezTo>
                    <a:cubicBezTo>
                      <a:pt x="10" y="16"/>
                      <a:pt x="14" y="12"/>
                      <a:pt x="19" y="12"/>
                    </a:cubicBezTo>
                    <a:cubicBezTo>
                      <a:pt x="24" y="12"/>
                      <a:pt x="28" y="16"/>
                      <a:pt x="28" y="21"/>
                    </a:cubicBezTo>
                    <a:cubicBezTo>
                      <a:pt x="28" y="26"/>
                      <a:pt x="24" y="30"/>
                      <a:pt x="19" y="30"/>
                    </a:cubicBezTo>
                    <a:close/>
                  </a:path>
                </a:pathLst>
              </a:custGeom>
              <a:solidFill>
                <a:srgbClr val="9570EE">
                  <a:alpha val="100000"/>
                </a:srgbClr>
              </a:solidFill>
              <a:ln>
                <a:headEnd type="none"/>
                <a:tailEnd type="none"/>
              </a:ln>
            </p:spPr>
          </p:sp>
          <p:sp>
            <p:nvSpPr>
              <p:cNvPr id="68" name="AutoShape 68"/>
              <p:cNvSpPr/>
              <p:nvPr/>
            </p:nvSpPr>
            <p:spPr>
              <a:xfrm>
                <a:off x="4075113" y="3098800"/>
                <a:ext cx="85725" cy="85725"/>
              </a:xfrm>
              <a:prstGeom prst="ellipse">
                <a:avLst/>
              </a:prstGeom>
              <a:solidFill>
                <a:srgbClr val="6DB8FF">
                  <a:alpha val="100000"/>
                </a:srgbClr>
              </a:solidFill>
              <a:ln>
                <a:headEnd type="none"/>
                <a:tailEnd type="none"/>
              </a:ln>
            </p:spPr>
          </p:sp>
          <p:sp>
            <p:nvSpPr>
              <p:cNvPr id="69" name="AutoShape 69"/>
              <p:cNvSpPr/>
              <p:nvPr/>
            </p:nvSpPr>
            <p:spPr>
              <a:xfrm>
                <a:off x="6611938" y="2533650"/>
                <a:ext cx="795338" cy="522288"/>
              </a:xfrm>
              <a:custGeom>
                <a:avLst/>
                <a:gdLst/>
                <a:ahLst/>
                <a:cxnLst/>
                <a:rect l="l" t="t" r="r" b="b"/>
                <a:pathLst>
                  <a:path w="110" h="73">
                    <a:moveTo>
                      <a:pt x="103" y="73"/>
                    </a:moveTo>
                    <a:cubicBezTo>
                      <a:pt x="8" y="73"/>
                      <a:pt x="8" y="73"/>
                      <a:pt x="8" y="73"/>
                    </a:cubicBezTo>
                    <a:cubicBezTo>
                      <a:pt x="4" y="73"/>
                      <a:pt x="0" y="70"/>
                      <a:pt x="0" y="65"/>
                    </a:cubicBezTo>
                    <a:cubicBezTo>
                      <a:pt x="0" y="9"/>
                      <a:pt x="0" y="9"/>
                      <a:pt x="0" y="9"/>
                    </a:cubicBezTo>
                    <a:cubicBezTo>
                      <a:pt x="0" y="4"/>
                      <a:pt x="4" y="0"/>
                      <a:pt x="8" y="0"/>
                    </a:cubicBezTo>
                    <a:cubicBezTo>
                      <a:pt x="103" y="0"/>
                      <a:pt x="103" y="0"/>
                      <a:pt x="103" y="0"/>
                    </a:cubicBezTo>
                    <a:cubicBezTo>
                      <a:pt x="108" y="0"/>
                      <a:pt x="111" y="4"/>
                      <a:pt x="111" y="9"/>
                    </a:cubicBezTo>
                    <a:cubicBezTo>
                      <a:pt x="111" y="65"/>
                      <a:pt x="111" y="65"/>
                      <a:pt x="111" y="65"/>
                    </a:cubicBezTo>
                    <a:cubicBezTo>
                      <a:pt x="111" y="70"/>
                      <a:pt x="108" y="73"/>
                      <a:pt x="103" y="73"/>
                    </a:cubicBezTo>
                    <a:close/>
                  </a:path>
                </a:pathLst>
              </a:custGeom>
              <a:solidFill>
                <a:srgbClr val="E3EAFF">
                  <a:alpha val="100000"/>
                </a:srgbClr>
              </a:solidFill>
              <a:ln>
                <a:headEnd type="none"/>
                <a:tailEnd type="none"/>
              </a:ln>
            </p:spPr>
          </p:sp>
          <p:sp>
            <p:nvSpPr>
              <p:cNvPr id="70" name="AutoShape 70"/>
              <p:cNvSpPr/>
              <p:nvPr/>
            </p:nvSpPr>
            <p:spPr>
              <a:xfrm>
                <a:off x="6683376" y="2576513"/>
                <a:ext cx="660400" cy="214313"/>
              </a:xfrm>
              <a:custGeom>
                <a:avLst/>
                <a:gdLst/>
                <a:ahLst/>
                <a:cxnLst/>
                <a:rect l="l" t="t" r="r" b="b"/>
                <a:pathLst>
                  <a:path w="92" h="30">
                    <a:moveTo>
                      <a:pt x="46" y="30"/>
                    </a:moveTo>
                    <a:cubicBezTo>
                      <a:pt x="46" y="30"/>
                      <a:pt x="46" y="30"/>
                      <a:pt x="46" y="30"/>
                    </a:cubicBezTo>
                    <a:cubicBezTo>
                      <a:pt x="45" y="30"/>
                      <a:pt x="45" y="30"/>
                      <a:pt x="44" y="30"/>
                    </a:cubicBezTo>
                    <a:cubicBezTo>
                      <a:pt x="1" y="6"/>
                      <a:pt x="1" y="6"/>
                      <a:pt x="1" y="6"/>
                    </a:cubicBezTo>
                    <a:cubicBezTo>
                      <a:pt x="0" y="5"/>
                      <a:pt x="0" y="4"/>
                      <a:pt x="0" y="2"/>
                    </a:cubicBezTo>
                    <a:cubicBezTo>
                      <a:pt x="1" y="1"/>
                      <a:pt x="3" y="0"/>
                      <a:pt x="4" y="1"/>
                    </a:cubicBezTo>
                    <a:cubicBezTo>
                      <a:pt x="46" y="24"/>
                      <a:pt x="46" y="24"/>
                      <a:pt x="46" y="24"/>
                    </a:cubicBezTo>
                    <a:cubicBezTo>
                      <a:pt x="87" y="1"/>
                      <a:pt x="87" y="1"/>
                      <a:pt x="87" y="1"/>
                    </a:cubicBezTo>
                    <a:cubicBezTo>
                      <a:pt x="89" y="0"/>
                      <a:pt x="91" y="1"/>
                      <a:pt x="91" y="2"/>
                    </a:cubicBezTo>
                    <a:cubicBezTo>
                      <a:pt x="92" y="4"/>
                      <a:pt x="92" y="5"/>
                      <a:pt x="90" y="6"/>
                    </a:cubicBezTo>
                    <a:cubicBezTo>
                      <a:pt x="47" y="30"/>
                      <a:pt x="47" y="30"/>
                      <a:pt x="47" y="30"/>
                    </a:cubicBezTo>
                    <a:cubicBezTo>
                      <a:pt x="47" y="30"/>
                      <a:pt x="46" y="30"/>
                      <a:pt x="46" y="30"/>
                    </a:cubicBezTo>
                    <a:close/>
                  </a:path>
                </a:pathLst>
              </a:custGeom>
              <a:solidFill>
                <a:srgbClr val="FD4940">
                  <a:alpha val="100000"/>
                </a:srgbClr>
              </a:solidFill>
              <a:ln>
                <a:headEnd type="none"/>
                <a:tailEnd type="none"/>
              </a:ln>
            </p:spPr>
          </p:sp>
          <p:sp>
            <p:nvSpPr>
              <p:cNvPr id="71" name="AutoShape 71"/>
              <p:cNvSpPr/>
              <p:nvPr/>
            </p:nvSpPr>
            <p:spPr>
              <a:xfrm>
                <a:off x="7594601" y="1730375"/>
                <a:ext cx="989013" cy="1276350"/>
              </a:xfrm>
              <a:custGeom>
                <a:avLst/>
                <a:gdLst/>
                <a:ahLst/>
                <a:cxnLst/>
                <a:rect l="l" t="t" r="r" b="b"/>
                <a:pathLst>
                  <a:path w="138" h="178">
                    <a:moveTo>
                      <a:pt x="130" y="178"/>
                    </a:moveTo>
                    <a:cubicBezTo>
                      <a:pt x="7" y="178"/>
                      <a:pt x="7" y="178"/>
                      <a:pt x="7" y="178"/>
                    </a:cubicBezTo>
                    <a:cubicBezTo>
                      <a:pt x="3" y="178"/>
                      <a:pt x="0" y="175"/>
                      <a:pt x="0" y="171"/>
                    </a:cubicBezTo>
                    <a:cubicBezTo>
                      <a:pt x="0" y="7"/>
                      <a:pt x="0" y="7"/>
                      <a:pt x="0" y="7"/>
                    </a:cubicBezTo>
                    <a:cubicBezTo>
                      <a:pt x="0" y="3"/>
                      <a:pt x="3" y="0"/>
                      <a:pt x="7" y="0"/>
                    </a:cubicBezTo>
                    <a:cubicBezTo>
                      <a:pt x="130" y="0"/>
                      <a:pt x="130" y="0"/>
                      <a:pt x="130" y="0"/>
                    </a:cubicBezTo>
                    <a:cubicBezTo>
                      <a:pt x="134" y="0"/>
                      <a:pt x="138" y="3"/>
                      <a:pt x="138" y="7"/>
                    </a:cubicBezTo>
                    <a:cubicBezTo>
                      <a:pt x="138" y="171"/>
                      <a:pt x="138" y="171"/>
                      <a:pt x="138" y="171"/>
                    </a:cubicBezTo>
                    <a:cubicBezTo>
                      <a:pt x="138" y="175"/>
                      <a:pt x="134" y="178"/>
                      <a:pt x="130" y="178"/>
                    </a:cubicBezTo>
                    <a:close/>
                  </a:path>
                </a:pathLst>
              </a:custGeom>
              <a:solidFill>
                <a:srgbClr val="544DB8">
                  <a:alpha val="100000"/>
                </a:srgbClr>
              </a:solidFill>
              <a:ln>
                <a:headEnd type="none"/>
                <a:tailEnd type="none"/>
              </a:ln>
            </p:spPr>
          </p:sp>
          <p:sp>
            <p:nvSpPr>
              <p:cNvPr id="72" name="AutoShape 72"/>
              <p:cNvSpPr/>
              <p:nvPr/>
            </p:nvSpPr>
            <p:spPr>
              <a:xfrm>
                <a:off x="7737476" y="1873250"/>
                <a:ext cx="79375" cy="22225"/>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00CCFF">
                  <a:alpha val="100000"/>
                </a:srgbClr>
              </a:solidFill>
              <a:ln>
                <a:headEnd type="none"/>
                <a:tailEnd type="none"/>
              </a:ln>
            </p:spPr>
          </p:sp>
          <p:sp>
            <p:nvSpPr>
              <p:cNvPr id="73" name="AutoShape 73"/>
              <p:cNvSpPr/>
              <p:nvPr/>
            </p:nvSpPr>
            <p:spPr>
              <a:xfrm>
                <a:off x="7837488" y="1873250"/>
                <a:ext cx="387350" cy="22225"/>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00CCFF">
                  <a:alpha val="100000"/>
                </a:srgbClr>
              </a:solidFill>
              <a:ln>
                <a:headEnd type="none"/>
                <a:tailEnd type="none"/>
              </a:ln>
            </p:spPr>
          </p:sp>
          <p:sp>
            <p:nvSpPr>
              <p:cNvPr id="74" name="AutoShape 74"/>
              <p:cNvSpPr/>
              <p:nvPr/>
            </p:nvSpPr>
            <p:spPr>
              <a:xfrm>
                <a:off x="7837488" y="1924050"/>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FF56A9">
                  <a:alpha val="100000"/>
                </a:srgbClr>
              </a:solidFill>
              <a:ln>
                <a:headEnd type="none"/>
                <a:tailEnd type="none"/>
              </a:ln>
            </p:spPr>
          </p:sp>
          <p:sp>
            <p:nvSpPr>
              <p:cNvPr id="75" name="AutoShape 75"/>
              <p:cNvSpPr/>
              <p:nvPr/>
            </p:nvSpPr>
            <p:spPr>
              <a:xfrm>
                <a:off x="7980363" y="1924050"/>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sp>
          <p:sp>
            <p:nvSpPr>
              <p:cNvPr id="76" name="AutoShape 76"/>
              <p:cNvSpPr/>
              <p:nvPr/>
            </p:nvSpPr>
            <p:spPr>
              <a:xfrm>
                <a:off x="7837488" y="2182813"/>
                <a:ext cx="387350" cy="28575"/>
              </a:xfrm>
              <a:custGeom>
                <a:avLst/>
                <a:gdLst/>
                <a:ahLst/>
                <a:cxnLst/>
                <a:rect l="l" t="t" r="r" b="b"/>
                <a:pathLst>
                  <a:path w="54" h="4">
                    <a:moveTo>
                      <a:pt x="53" y="4"/>
                    </a:moveTo>
                    <a:cubicBezTo>
                      <a:pt x="1" y="4"/>
                      <a:pt x="1" y="4"/>
                      <a:pt x="1" y="4"/>
                    </a:cubicBezTo>
                    <a:cubicBezTo>
                      <a:pt x="0" y="4"/>
                      <a:pt x="0" y="3"/>
                      <a:pt x="0" y="2"/>
                    </a:cubicBezTo>
                    <a:cubicBezTo>
                      <a:pt x="0" y="1"/>
                      <a:pt x="0" y="0"/>
                      <a:pt x="1" y="0"/>
                    </a:cubicBezTo>
                    <a:cubicBezTo>
                      <a:pt x="53" y="0"/>
                      <a:pt x="53" y="0"/>
                      <a:pt x="53" y="0"/>
                    </a:cubicBezTo>
                    <a:cubicBezTo>
                      <a:pt x="54" y="0"/>
                      <a:pt x="54" y="1"/>
                      <a:pt x="54" y="2"/>
                    </a:cubicBezTo>
                    <a:cubicBezTo>
                      <a:pt x="54" y="3"/>
                      <a:pt x="54" y="4"/>
                      <a:pt x="53" y="4"/>
                    </a:cubicBezTo>
                    <a:close/>
                  </a:path>
                </a:pathLst>
              </a:custGeom>
              <a:solidFill>
                <a:srgbClr val="E3EAFF">
                  <a:alpha val="100000"/>
                </a:srgbClr>
              </a:solidFill>
              <a:ln>
                <a:headEnd type="none"/>
                <a:tailEnd type="none"/>
              </a:ln>
            </p:spPr>
          </p:sp>
          <p:sp>
            <p:nvSpPr>
              <p:cNvPr id="77" name="AutoShape 77"/>
              <p:cNvSpPr/>
              <p:nvPr/>
            </p:nvSpPr>
            <p:spPr>
              <a:xfrm>
                <a:off x="7737476" y="2232025"/>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00CCFF">
                  <a:alpha val="100000"/>
                </a:srgbClr>
              </a:solidFill>
              <a:ln>
                <a:headEnd type="none"/>
                <a:tailEnd type="none"/>
              </a:ln>
            </p:spPr>
          </p:sp>
          <p:sp>
            <p:nvSpPr>
              <p:cNvPr id="78" name="AutoShape 78"/>
              <p:cNvSpPr/>
              <p:nvPr/>
            </p:nvSpPr>
            <p:spPr>
              <a:xfrm>
                <a:off x="7837488" y="2232025"/>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E3EAFF">
                  <a:alpha val="100000"/>
                </a:srgbClr>
              </a:solidFill>
              <a:ln>
                <a:headEnd type="none"/>
                <a:tailEnd type="none"/>
              </a:ln>
            </p:spPr>
          </p:sp>
          <p:sp>
            <p:nvSpPr>
              <p:cNvPr id="79" name="AutoShape 79"/>
              <p:cNvSpPr/>
              <p:nvPr/>
            </p:nvSpPr>
            <p:spPr>
              <a:xfrm>
                <a:off x="7980363" y="2232025"/>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FF56A9">
                  <a:alpha val="100000"/>
                </a:srgbClr>
              </a:solidFill>
              <a:ln>
                <a:headEnd type="none"/>
                <a:tailEnd type="none"/>
              </a:ln>
            </p:spPr>
          </p:sp>
          <p:sp>
            <p:nvSpPr>
              <p:cNvPr id="80" name="AutoShape 80"/>
              <p:cNvSpPr/>
              <p:nvPr/>
            </p:nvSpPr>
            <p:spPr>
              <a:xfrm>
                <a:off x="7837488" y="1981200"/>
                <a:ext cx="481013" cy="22225"/>
              </a:xfrm>
              <a:custGeom>
                <a:avLst/>
                <a:gdLst/>
                <a:ahLst/>
                <a:cxnLst/>
                <a:rect l="l" t="t" r="r" b="b"/>
                <a:pathLst>
                  <a:path w="67" h="3">
                    <a:moveTo>
                      <a:pt x="66" y="3"/>
                    </a:moveTo>
                    <a:cubicBezTo>
                      <a:pt x="1" y="3"/>
                      <a:pt x="1" y="3"/>
                      <a:pt x="1" y="3"/>
                    </a:cubicBezTo>
                    <a:cubicBezTo>
                      <a:pt x="0" y="3"/>
                      <a:pt x="0" y="2"/>
                      <a:pt x="0" y="1"/>
                    </a:cubicBezTo>
                    <a:cubicBezTo>
                      <a:pt x="0" y="0"/>
                      <a:pt x="0" y="0"/>
                      <a:pt x="1" y="0"/>
                    </a:cubicBezTo>
                    <a:cubicBezTo>
                      <a:pt x="66" y="0"/>
                      <a:pt x="66" y="0"/>
                      <a:pt x="66" y="0"/>
                    </a:cubicBezTo>
                    <a:cubicBezTo>
                      <a:pt x="67" y="0"/>
                      <a:pt x="67" y="0"/>
                      <a:pt x="67" y="1"/>
                    </a:cubicBezTo>
                    <a:cubicBezTo>
                      <a:pt x="67" y="2"/>
                      <a:pt x="67" y="3"/>
                      <a:pt x="66" y="3"/>
                    </a:cubicBezTo>
                    <a:close/>
                  </a:path>
                </a:pathLst>
              </a:custGeom>
              <a:solidFill>
                <a:srgbClr val="FF56A9">
                  <a:alpha val="100000"/>
                </a:srgbClr>
              </a:solidFill>
              <a:ln>
                <a:headEnd type="none"/>
                <a:tailEnd type="none"/>
              </a:ln>
            </p:spPr>
          </p:sp>
          <p:sp>
            <p:nvSpPr>
              <p:cNvPr id="81" name="AutoShape 81"/>
              <p:cNvSpPr/>
              <p:nvPr/>
            </p:nvSpPr>
            <p:spPr>
              <a:xfrm>
                <a:off x="8096251" y="2032000"/>
                <a:ext cx="128588" cy="28575"/>
              </a:xfrm>
              <a:custGeom>
                <a:avLst/>
                <a:gdLst/>
                <a:ahLst/>
                <a:cxnLst/>
                <a:rect l="l" t="t" r="r" b="b"/>
                <a:pathLst>
                  <a:path w="18" h="4">
                    <a:moveTo>
                      <a:pt x="17" y="4"/>
                    </a:moveTo>
                    <a:cubicBezTo>
                      <a:pt x="1" y="4"/>
                      <a:pt x="1" y="4"/>
                      <a:pt x="1" y="4"/>
                    </a:cubicBezTo>
                    <a:cubicBezTo>
                      <a:pt x="1" y="4"/>
                      <a:pt x="0" y="3"/>
                      <a:pt x="0" y="3"/>
                    </a:cubicBezTo>
                    <a:cubicBezTo>
                      <a:pt x="0" y="1"/>
                      <a:pt x="0" y="1"/>
                      <a:pt x="0" y="1"/>
                    </a:cubicBezTo>
                    <a:cubicBezTo>
                      <a:pt x="0" y="0"/>
                      <a:pt x="1" y="0"/>
                      <a:pt x="1" y="0"/>
                    </a:cubicBezTo>
                    <a:cubicBezTo>
                      <a:pt x="17" y="0"/>
                      <a:pt x="17" y="0"/>
                      <a:pt x="17" y="0"/>
                    </a:cubicBezTo>
                    <a:cubicBezTo>
                      <a:pt x="17" y="0"/>
                      <a:pt x="18" y="0"/>
                      <a:pt x="18" y="1"/>
                    </a:cubicBezTo>
                    <a:cubicBezTo>
                      <a:pt x="18" y="3"/>
                      <a:pt x="18" y="3"/>
                      <a:pt x="18" y="3"/>
                    </a:cubicBezTo>
                    <a:cubicBezTo>
                      <a:pt x="18" y="3"/>
                      <a:pt x="17" y="4"/>
                      <a:pt x="17" y="4"/>
                    </a:cubicBezTo>
                    <a:close/>
                  </a:path>
                </a:pathLst>
              </a:custGeom>
              <a:solidFill>
                <a:srgbClr val="00CCFF">
                  <a:alpha val="100000"/>
                </a:srgbClr>
              </a:solidFill>
              <a:ln>
                <a:headEnd type="none"/>
                <a:tailEnd type="none"/>
              </a:ln>
            </p:spPr>
          </p:sp>
          <p:sp>
            <p:nvSpPr>
              <p:cNvPr id="82" name="AutoShape 82"/>
              <p:cNvSpPr/>
              <p:nvPr/>
            </p:nvSpPr>
            <p:spPr>
              <a:xfrm>
                <a:off x="7837488" y="2032000"/>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sp>
          <p:sp>
            <p:nvSpPr>
              <p:cNvPr id="83" name="AutoShape 83"/>
              <p:cNvSpPr/>
              <p:nvPr/>
            </p:nvSpPr>
            <p:spPr>
              <a:xfrm>
                <a:off x="8016876" y="2032000"/>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00CCFF">
                  <a:alpha val="100000"/>
                </a:srgbClr>
              </a:solidFill>
              <a:ln>
                <a:headEnd type="none"/>
                <a:tailEnd type="none"/>
              </a:ln>
            </p:spPr>
          </p:sp>
          <p:sp>
            <p:nvSpPr>
              <p:cNvPr id="84" name="AutoShape 84"/>
              <p:cNvSpPr/>
              <p:nvPr/>
            </p:nvSpPr>
            <p:spPr>
              <a:xfrm>
                <a:off x="7737476" y="208121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sp>
          <p:sp>
            <p:nvSpPr>
              <p:cNvPr id="85" name="AutoShape 85"/>
              <p:cNvSpPr/>
              <p:nvPr/>
            </p:nvSpPr>
            <p:spPr>
              <a:xfrm>
                <a:off x="7837488" y="2081213"/>
                <a:ext cx="481013" cy="28575"/>
              </a:xfrm>
              <a:custGeom>
                <a:avLst/>
                <a:gdLst/>
                <a:ahLst/>
                <a:cxnLst/>
                <a:rect l="l" t="t" r="r" b="b"/>
                <a:pathLst>
                  <a:path w="67" h="4">
                    <a:moveTo>
                      <a:pt x="66" y="4"/>
                    </a:moveTo>
                    <a:cubicBezTo>
                      <a:pt x="1" y="4"/>
                      <a:pt x="1" y="4"/>
                      <a:pt x="1" y="4"/>
                    </a:cubicBezTo>
                    <a:cubicBezTo>
                      <a:pt x="0" y="4"/>
                      <a:pt x="0" y="3"/>
                      <a:pt x="0" y="2"/>
                    </a:cubicBezTo>
                    <a:cubicBezTo>
                      <a:pt x="0" y="1"/>
                      <a:pt x="0" y="0"/>
                      <a:pt x="1" y="0"/>
                    </a:cubicBezTo>
                    <a:cubicBezTo>
                      <a:pt x="66" y="0"/>
                      <a:pt x="66" y="0"/>
                      <a:pt x="66" y="0"/>
                    </a:cubicBezTo>
                    <a:cubicBezTo>
                      <a:pt x="67" y="0"/>
                      <a:pt x="67" y="1"/>
                      <a:pt x="67" y="2"/>
                    </a:cubicBezTo>
                    <a:cubicBezTo>
                      <a:pt x="67" y="3"/>
                      <a:pt x="67" y="4"/>
                      <a:pt x="66" y="4"/>
                    </a:cubicBezTo>
                    <a:close/>
                  </a:path>
                </a:pathLst>
              </a:custGeom>
              <a:solidFill>
                <a:srgbClr val="E3EAFF">
                  <a:alpha val="100000"/>
                </a:srgbClr>
              </a:solidFill>
              <a:ln>
                <a:headEnd type="none"/>
                <a:tailEnd type="none"/>
              </a:ln>
            </p:spPr>
          </p:sp>
          <p:sp>
            <p:nvSpPr>
              <p:cNvPr id="86" name="AutoShape 86"/>
              <p:cNvSpPr/>
              <p:nvPr/>
            </p:nvSpPr>
            <p:spPr>
              <a:xfrm>
                <a:off x="7737476" y="2282825"/>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sp>
          <p:sp>
            <p:nvSpPr>
              <p:cNvPr id="87" name="AutoShape 87"/>
              <p:cNvSpPr/>
              <p:nvPr/>
            </p:nvSpPr>
            <p:spPr>
              <a:xfrm>
                <a:off x="8096251" y="2282825"/>
                <a:ext cx="171450" cy="28575"/>
              </a:xfrm>
              <a:custGeom>
                <a:avLst/>
                <a:gdLst/>
                <a:ahLst/>
                <a:cxnLst/>
                <a:rect l="l" t="t" r="r" b="b"/>
                <a:pathLst>
                  <a:path w="24" h="4">
                    <a:moveTo>
                      <a:pt x="23" y="4"/>
                    </a:moveTo>
                    <a:cubicBezTo>
                      <a:pt x="2" y="4"/>
                      <a:pt x="2" y="4"/>
                      <a:pt x="2" y="4"/>
                    </a:cubicBezTo>
                    <a:cubicBezTo>
                      <a:pt x="1" y="4"/>
                      <a:pt x="0" y="3"/>
                      <a:pt x="0" y="3"/>
                    </a:cubicBezTo>
                    <a:cubicBezTo>
                      <a:pt x="0" y="1"/>
                      <a:pt x="0" y="1"/>
                      <a:pt x="0" y="1"/>
                    </a:cubicBezTo>
                    <a:cubicBezTo>
                      <a:pt x="0" y="1"/>
                      <a:pt x="1" y="0"/>
                      <a:pt x="2" y="0"/>
                    </a:cubicBezTo>
                    <a:cubicBezTo>
                      <a:pt x="23" y="0"/>
                      <a:pt x="23" y="0"/>
                      <a:pt x="23" y="0"/>
                    </a:cubicBezTo>
                    <a:cubicBezTo>
                      <a:pt x="24" y="0"/>
                      <a:pt x="24" y="1"/>
                      <a:pt x="24" y="1"/>
                    </a:cubicBezTo>
                    <a:cubicBezTo>
                      <a:pt x="24" y="3"/>
                      <a:pt x="24" y="3"/>
                      <a:pt x="24" y="3"/>
                    </a:cubicBezTo>
                    <a:cubicBezTo>
                      <a:pt x="24" y="3"/>
                      <a:pt x="24" y="4"/>
                      <a:pt x="23" y="4"/>
                    </a:cubicBezTo>
                    <a:close/>
                  </a:path>
                </a:pathLst>
              </a:custGeom>
              <a:solidFill>
                <a:srgbClr val="E3EAFF">
                  <a:alpha val="100000"/>
                </a:srgbClr>
              </a:solidFill>
              <a:ln>
                <a:headEnd type="none"/>
                <a:tailEnd type="none"/>
              </a:ln>
            </p:spPr>
          </p:sp>
          <p:sp>
            <p:nvSpPr>
              <p:cNvPr id="88" name="AutoShape 88"/>
              <p:cNvSpPr/>
              <p:nvPr/>
            </p:nvSpPr>
            <p:spPr>
              <a:xfrm>
                <a:off x="7837488" y="2282825"/>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sp>
          <p:sp>
            <p:nvSpPr>
              <p:cNvPr id="89" name="AutoShape 89"/>
              <p:cNvSpPr/>
              <p:nvPr/>
            </p:nvSpPr>
            <p:spPr>
              <a:xfrm>
                <a:off x="8016876" y="2282825"/>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E3EAFF">
                  <a:alpha val="100000"/>
                </a:srgbClr>
              </a:solidFill>
              <a:ln>
                <a:headEnd type="none"/>
                <a:tailEnd type="none"/>
              </a:ln>
            </p:spPr>
          </p:sp>
          <p:sp>
            <p:nvSpPr>
              <p:cNvPr id="90" name="AutoShape 90"/>
              <p:cNvSpPr/>
              <p:nvPr/>
            </p:nvSpPr>
            <p:spPr>
              <a:xfrm>
                <a:off x="7737476" y="2332038"/>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C359">
                  <a:alpha val="100000"/>
                </a:srgbClr>
              </a:solidFill>
              <a:ln>
                <a:headEnd type="none"/>
                <a:tailEnd type="none"/>
              </a:ln>
            </p:spPr>
          </p:sp>
          <p:sp>
            <p:nvSpPr>
              <p:cNvPr id="91" name="AutoShape 91"/>
              <p:cNvSpPr/>
              <p:nvPr/>
            </p:nvSpPr>
            <p:spPr>
              <a:xfrm>
                <a:off x="7837488" y="2332038"/>
                <a:ext cx="93663" cy="28575"/>
              </a:xfrm>
              <a:custGeom>
                <a:avLst/>
                <a:gdLst/>
                <a:ahLst/>
                <a:cxnLst/>
                <a:rect l="l" t="t" r="r" b="b"/>
                <a:pathLst>
                  <a:path w="13" h="4">
                    <a:moveTo>
                      <a:pt x="12" y="4"/>
                    </a:moveTo>
                    <a:cubicBezTo>
                      <a:pt x="1" y="4"/>
                      <a:pt x="1" y="4"/>
                      <a:pt x="1" y="4"/>
                    </a:cubicBezTo>
                    <a:cubicBezTo>
                      <a:pt x="0" y="4"/>
                      <a:pt x="0" y="3"/>
                      <a:pt x="0" y="2"/>
                    </a:cubicBezTo>
                    <a:cubicBezTo>
                      <a:pt x="0" y="1"/>
                      <a:pt x="0" y="0"/>
                      <a:pt x="1" y="0"/>
                    </a:cubicBezTo>
                    <a:cubicBezTo>
                      <a:pt x="12" y="0"/>
                      <a:pt x="12" y="0"/>
                      <a:pt x="12" y="0"/>
                    </a:cubicBezTo>
                    <a:cubicBezTo>
                      <a:pt x="13" y="0"/>
                      <a:pt x="13" y="1"/>
                      <a:pt x="13" y="2"/>
                    </a:cubicBezTo>
                    <a:cubicBezTo>
                      <a:pt x="13" y="3"/>
                      <a:pt x="13" y="4"/>
                      <a:pt x="12" y="4"/>
                    </a:cubicBezTo>
                    <a:close/>
                  </a:path>
                </a:pathLst>
              </a:custGeom>
              <a:solidFill>
                <a:srgbClr val="00CCFF">
                  <a:alpha val="100000"/>
                </a:srgbClr>
              </a:solidFill>
              <a:ln>
                <a:headEnd type="none"/>
                <a:tailEnd type="none"/>
              </a:ln>
            </p:spPr>
          </p:sp>
          <p:sp>
            <p:nvSpPr>
              <p:cNvPr id="92" name="AutoShape 92"/>
              <p:cNvSpPr/>
              <p:nvPr/>
            </p:nvSpPr>
            <p:spPr>
              <a:xfrm>
                <a:off x="7737476" y="2132013"/>
                <a:ext cx="79375" cy="28575"/>
              </a:xfrm>
              <a:custGeom>
                <a:avLst/>
                <a:gdLst/>
                <a:ahLst/>
                <a:cxnLst/>
                <a:rect l="l" t="t" r="r" b="b"/>
                <a:pathLst>
                  <a:path w="11" h="4">
                    <a:moveTo>
                      <a:pt x="1" y="4"/>
                    </a:move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path>
                </a:pathLst>
              </a:custGeom>
              <a:solidFill>
                <a:srgbClr val="00CCFF">
                  <a:alpha val="100000"/>
                </a:srgbClr>
              </a:solidFill>
              <a:ln>
                <a:headEnd type="none"/>
                <a:tailEnd type="none"/>
              </a:ln>
            </p:spPr>
          </p:sp>
          <p:sp>
            <p:nvSpPr>
              <p:cNvPr id="93" name="AutoShape 93"/>
              <p:cNvSpPr/>
              <p:nvPr/>
            </p:nvSpPr>
            <p:spPr>
              <a:xfrm>
                <a:off x="8096251" y="2132013"/>
                <a:ext cx="193675" cy="28575"/>
              </a:xfrm>
              <a:custGeom>
                <a:avLst/>
                <a:gdLst/>
                <a:ahLst/>
                <a:cxnLst/>
                <a:rect l="l" t="t" r="r" b="b"/>
                <a:pathLst>
                  <a:path w="27" h="4">
                    <a:moveTo>
                      <a:pt x="26" y="4"/>
                    </a:moveTo>
                    <a:cubicBezTo>
                      <a:pt x="2" y="4"/>
                      <a:pt x="2" y="4"/>
                      <a:pt x="2" y="4"/>
                    </a:cubicBezTo>
                    <a:cubicBezTo>
                      <a:pt x="1" y="4"/>
                      <a:pt x="0" y="3"/>
                      <a:pt x="0" y="3"/>
                    </a:cubicBezTo>
                    <a:cubicBezTo>
                      <a:pt x="0" y="2"/>
                      <a:pt x="0" y="2"/>
                      <a:pt x="0" y="2"/>
                    </a:cubicBezTo>
                    <a:cubicBezTo>
                      <a:pt x="0" y="1"/>
                      <a:pt x="1" y="0"/>
                      <a:pt x="2" y="0"/>
                    </a:cubicBezTo>
                    <a:cubicBezTo>
                      <a:pt x="26" y="0"/>
                      <a:pt x="26" y="0"/>
                      <a:pt x="26" y="0"/>
                    </a:cubicBezTo>
                    <a:cubicBezTo>
                      <a:pt x="27" y="0"/>
                      <a:pt x="27" y="1"/>
                      <a:pt x="27" y="2"/>
                    </a:cubicBezTo>
                    <a:cubicBezTo>
                      <a:pt x="27" y="3"/>
                      <a:pt x="27" y="3"/>
                      <a:pt x="27" y="3"/>
                    </a:cubicBezTo>
                    <a:cubicBezTo>
                      <a:pt x="27" y="3"/>
                      <a:pt x="27" y="4"/>
                      <a:pt x="26" y="4"/>
                    </a:cubicBezTo>
                    <a:close/>
                  </a:path>
                </a:pathLst>
              </a:custGeom>
              <a:solidFill>
                <a:srgbClr val="E3EAFF">
                  <a:alpha val="100000"/>
                </a:srgbClr>
              </a:solidFill>
              <a:ln>
                <a:headEnd type="none"/>
                <a:tailEnd type="none"/>
              </a:ln>
            </p:spPr>
          </p:sp>
          <p:sp>
            <p:nvSpPr>
              <p:cNvPr id="94" name="AutoShape 94"/>
              <p:cNvSpPr/>
              <p:nvPr/>
            </p:nvSpPr>
            <p:spPr>
              <a:xfrm>
                <a:off x="7837488" y="2132013"/>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FFC359">
                  <a:alpha val="100000"/>
                </a:srgbClr>
              </a:solidFill>
              <a:ln>
                <a:headEnd type="none"/>
                <a:tailEnd type="none"/>
              </a:ln>
            </p:spPr>
          </p:sp>
          <p:sp>
            <p:nvSpPr>
              <p:cNvPr id="95" name="AutoShape 95"/>
              <p:cNvSpPr/>
              <p:nvPr/>
            </p:nvSpPr>
            <p:spPr>
              <a:xfrm>
                <a:off x="8016876" y="2132013"/>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FFC359">
                  <a:alpha val="100000"/>
                </a:srgbClr>
              </a:solidFill>
              <a:ln>
                <a:headEnd type="none"/>
                <a:tailEnd type="none"/>
              </a:ln>
            </p:spPr>
          </p:sp>
          <p:sp>
            <p:nvSpPr>
              <p:cNvPr id="96" name="AutoShape 96"/>
              <p:cNvSpPr/>
              <p:nvPr/>
            </p:nvSpPr>
            <p:spPr>
              <a:xfrm>
                <a:off x="7837488" y="2389188"/>
                <a:ext cx="387350" cy="22225"/>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E3EAFF">
                  <a:alpha val="100000"/>
                </a:srgbClr>
              </a:solidFill>
              <a:ln>
                <a:headEnd type="none"/>
                <a:tailEnd type="none"/>
              </a:ln>
            </p:spPr>
          </p:sp>
          <p:sp>
            <p:nvSpPr>
              <p:cNvPr id="97" name="AutoShape 97"/>
              <p:cNvSpPr/>
              <p:nvPr/>
            </p:nvSpPr>
            <p:spPr>
              <a:xfrm>
                <a:off x="7837488" y="2439988"/>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E3EAFF">
                  <a:alpha val="100000"/>
                </a:srgbClr>
              </a:solidFill>
              <a:ln>
                <a:headEnd type="none"/>
                <a:tailEnd type="none"/>
              </a:ln>
            </p:spPr>
          </p:sp>
          <p:sp>
            <p:nvSpPr>
              <p:cNvPr id="98" name="AutoShape 98"/>
              <p:cNvSpPr/>
              <p:nvPr/>
            </p:nvSpPr>
            <p:spPr>
              <a:xfrm>
                <a:off x="7980363" y="2439988"/>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sp>
          <p:sp>
            <p:nvSpPr>
              <p:cNvPr id="99" name="AutoShape 99"/>
              <p:cNvSpPr/>
              <p:nvPr/>
            </p:nvSpPr>
            <p:spPr>
              <a:xfrm>
                <a:off x="7837488" y="2698750"/>
                <a:ext cx="387350" cy="20638"/>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E3EAFF">
                  <a:alpha val="100000"/>
                </a:srgbClr>
              </a:solidFill>
              <a:ln>
                <a:headEnd type="none"/>
                <a:tailEnd type="none"/>
              </a:ln>
            </p:spPr>
          </p:sp>
          <p:sp>
            <p:nvSpPr>
              <p:cNvPr id="100" name="AutoShape 100"/>
              <p:cNvSpPr/>
              <p:nvPr/>
            </p:nvSpPr>
            <p:spPr>
              <a:xfrm>
                <a:off x="7737476" y="274796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56A9">
                  <a:alpha val="100000"/>
                </a:srgbClr>
              </a:solidFill>
              <a:ln>
                <a:headEnd type="none"/>
                <a:tailEnd type="none"/>
              </a:ln>
            </p:spPr>
          </p:sp>
          <p:sp>
            <p:nvSpPr>
              <p:cNvPr id="101" name="AutoShape 101"/>
              <p:cNvSpPr/>
              <p:nvPr/>
            </p:nvSpPr>
            <p:spPr>
              <a:xfrm>
                <a:off x="7837488" y="2747963"/>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00CCFF">
                  <a:alpha val="100000"/>
                </a:srgbClr>
              </a:solidFill>
              <a:ln>
                <a:headEnd type="none"/>
                <a:tailEnd type="none"/>
              </a:ln>
            </p:spPr>
          </p:sp>
          <p:sp>
            <p:nvSpPr>
              <p:cNvPr id="102" name="AutoShape 102"/>
              <p:cNvSpPr/>
              <p:nvPr/>
            </p:nvSpPr>
            <p:spPr>
              <a:xfrm>
                <a:off x="7980363" y="2747963"/>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sp>
          <p:sp>
            <p:nvSpPr>
              <p:cNvPr id="103" name="AutoShape 103"/>
              <p:cNvSpPr/>
              <p:nvPr/>
            </p:nvSpPr>
            <p:spPr>
              <a:xfrm>
                <a:off x="7737476" y="2490788"/>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56A9">
                  <a:alpha val="100000"/>
                </a:srgbClr>
              </a:solidFill>
              <a:ln>
                <a:headEnd type="none"/>
                <a:tailEnd type="none"/>
              </a:ln>
            </p:spPr>
          </p:sp>
          <p:sp>
            <p:nvSpPr>
              <p:cNvPr id="104" name="AutoShape 104"/>
              <p:cNvSpPr/>
              <p:nvPr/>
            </p:nvSpPr>
            <p:spPr>
              <a:xfrm>
                <a:off x="7837488" y="2490788"/>
                <a:ext cx="350838" cy="28575"/>
              </a:xfrm>
              <a:custGeom>
                <a:avLst/>
                <a:gdLst/>
                <a:ahLst/>
                <a:cxnLst/>
                <a:rect l="l" t="t" r="r" b="b"/>
                <a:pathLst>
                  <a:path w="49" h="4">
                    <a:moveTo>
                      <a:pt x="48" y="4"/>
                    </a:moveTo>
                    <a:cubicBezTo>
                      <a:pt x="1" y="4"/>
                      <a:pt x="1" y="4"/>
                      <a:pt x="1" y="4"/>
                    </a:cubicBezTo>
                    <a:cubicBezTo>
                      <a:pt x="0" y="4"/>
                      <a:pt x="0" y="4"/>
                      <a:pt x="0" y="3"/>
                    </a:cubicBezTo>
                    <a:cubicBezTo>
                      <a:pt x="0" y="2"/>
                      <a:pt x="0" y="2"/>
                      <a:pt x="0" y="2"/>
                    </a:cubicBezTo>
                    <a:cubicBezTo>
                      <a:pt x="0" y="1"/>
                      <a:pt x="0" y="0"/>
                      <a:pt x="1" y="0"/>
                    </a:cubicBezTo>
                    <a:cubicBezTo>
                      <a:pt x="48" y="0"/>
                      <a:pt x="48" y="0"/>
                      <a:pt x="48" y="0"/>
                    </a:cubicBezTo>
                    <a:cubicBezTo>
                      <a:pt x="48" y="0"/>
                      <a:pt x="49" y="1"/>
                      <a:pt x="49" y="2"/>
                    </a:cubicBezTo>
                    <a:cubicBezTo>
                      <a:pt x="49" y="3"/>
                      <a:pt x="49" y="3"/>
                      <a:pt x="49" y="3"/>
                    </a:cubicBezTo>
                    <a:cubicBezTo>
                      <a:pt x="49" y="4"/>
                      <a:pt x="48" y="4"/>
                      <a:pt x="48" y="4"/>
                    </a:cubicBezTo>
                    <a:close/>
                  </a:path>
                </a:pathLst>
              </a:custGeom>
              <a:solidFill>
                <a:srgbClr val="FF56A9">
                  <a:alpha val="100000"/>
                </a:srgbClr>
              </a:solidFill>
              <a:ln>
                <a:headEnd type="none"/>
                <a:tailEnd type="none"/>
              </a:ln>
            </p:spPr>
          </p:sp>
          <p:sp>
            <p:nvSpPr>
              <p:cNvPr id="105" name="AutoShape 105"/>
              <p:cNvSpPr/>
              <p:nvPr/>
            </p:nvSpPr>
            <p:spPr>
              <a:xfrm>
                <a:off x="7737476" y="2547938"/>
                <a:ext cx="79375" cy="20638"/>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E3EAFF">
                  <a:alpha val="100000"/>
                </a:srgbClr>
              </a:solidFill>
              <a:ln>
                <a:headEnd type="none"/>
                <a:tailEnd type="none"/>
              </a:ln>
            </p:spPr>
          </p:sp>
          <p:sp>
            <p:nvSpPr>
              <p:cNvPr id="106" name="AutoShape 106"/>
              <p:cNvSpPr/>
              <p:nvPr/>
            </p:nvSpPr>
            <p:spPr>
              <a:xfrm>
                <a:off x="7837488" y="2547938"/>
                <a:ext cx="165100" cy="20638"/>
              </a:xfrm>
              <a:custGeom>
                <a:avLst/>
                <a:gdLst/>
                <a:ahLst/>
                <a:cxnLst/>
                <a:rect l="l" t="t" r="r" b="b"/>
                <a:pathLst>
                  <a:path w="23" h="3">
                    <a:moveTo>
                      <a:pt x="23" y="3"/>
                    </a:moveTo>
                    <a:cubicBezTo>
                      <a:pt x="1" y="3"/>
                      <a:pt x="1" y="3"/>
                      <a:pt x="1" y="3"/>
                    </a:cubicBezTo>
                    <a:cubicBezTo>
                      <a:pt x="0" y="3"/>
                      <a:pt x="0" y="3"/>
                      <a:pt x="0" y="2"/>
                    </a:cubicBezTo>
                    <a:cubicBezTo>
                      <a:pt x="0" y="1"/>
                      <a:pt x="0" y="0"/>
                      <a:pt x="1" y="0"/>
                    </a:cubicBezTo>
                    <a:cubicBezTo>
                      <a:pt x="23" y="0"/>
                      <a:pt x="23" y="0"/>
                      <a:pt x="23" y="0"/>
                    </a:cubicBezTo>
                    <a:cubicBezTo>
                      <a:pt x="23" y="0"/>
                      <a:pt x="23" y="1"/>
                      <a:pt x="23" y="2"/>
                    </a:cubicBezTo>
                    <a:cubicBezTo>
                      <a:pt x="23" y="3"/>
                      <a:pt x="23" y="3"/>
                      <a:pt x="23" y="3"/>
                    </a:cubicBezTo>
                    <a:close/>
                  </a:path>
                </a:pathLst>
              </a:custGeom>
              <a:solidFill>
                <a:srgbClr val="E3EAFF">
                  <a:alpha val="100000"/>
                </a:srgbClr>
              </a:solidFill>
              <a:ln>
                <a:headEnd type="none"/>
                <a:tailEnd type="none"/>
              </a:ln>
            </p:spPr>
          </p:sp>
          <p:sp>
            <p:nvSpPr>
              <p:cNvPr id="107" name="AutoShape 107"/>
              <p:cNvSpPr/>
              <p:nvPr/>
            </p:nvSpPr>
            <p:spPr>
              <a:xfrm>
                <a:off x="8016876" y="2547938"/>
                <a:ext cx="71438" cy="20638"/>
              </a:xfrm>
              <a:custGeom>
                <a:avLst/>
                <a:gdLst/>
                <a:ahLst/>
                <a:cxnLst/>
                <a:rect l="l" t="t" r="r" b="b"/>
                <a:pathLst>
                  <a:path w="10" h="3">
                    <a:moveTo>
                      <a:pt x="9" y="3"/>
                    </a:moveTo>
                    <a:cubicBezTo>
                      <a:pt x="1" y="3"/>
                      <a:pt x="1" y="3"/>
                      <a:pt x="1" y="3"/>
                    </a:cubicBezTo>
                    <a:cubicBezTo>
                      <a:pt x="0" y="3"/>
                      <a:pt x="0" y="3"/>
                      <a:pt x="0" y="2"/>
                    </a:cubicBezTo>
                    <a:cubicBezTo>
                      <a:pt x="0" y="1"/>
                      <a:pt x="0" y="0"/>
                      <a:pt x="1" y="0"/>
                    </a:cubicBezTo>
                    <a:cubicBezTo>
                      <a:pt x="9" y="0"/>
                      <a:pt x="9" y="0"/>
                      <a:pt x="9" y="0"/>
                    </a:cubicBezTo>
                    <a:cubicBezTo>
                      <a:pt x="10" y="0"/>
                      <a:pt x="10" y="1"/>
                      <a:pt x="10" y="2"/>
                    </a:cubicBezTo>
                    <a:cubicBezTo>
                      <a:pt x="10" y="3"/>
                      <a:pt x="10" y="3"/>
                      <a:pt x="9" y="3"/>
                    </a:cubicBezTo>
                    <a:close/>
                  </a:path>
                </a:pathLst>
              </a:custGeom>
              <a:solidFill>
                <a:srgbClr val="E3EAFF">
                  <a:alpha val="100000"/>
                </a:srgbClr>
              </a:solidFill>
              <a:ln>
                <a:headEnd type="none"/>
                <a:tailEnd type="none"/>
              </a:ln>
            </p:spPr>
          </p:sp>
          <p:sp>
            <p:nvSpPr>
              <p:cNvPr id="108" name="AutoShape 108"/>
              <p:cNvSpPr/>
              <p:nvPr/>
            </p:nvSpPr>
            <p:spPr>
              <a:xfrm>
                <a:off x="7737476" y="2597150"/>
                <a:ext cx="79375" cy="22225"/>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E3EAFF">
                  <a:alpha val="100000"/>
                </a:srgbClr>
              </a:solidFill>
              <a:ln>
                <a:headEnd type="none"/>
                <a:tailEnd type="none"/>
              </a:ln>
            </p:spPr>
          </p:sp>
          <p:sp>
            <p:nvSpPr>
              <p:cNvPr id="109" name="AutoShape 109"/>
              <p:cNvSpPr/>
              <p:nvPr/>
            </p:nvSpPr>
            <p:spPr>
              <a:xfrm>
                <a:off x="7837488" y="2597150"/>
                <a:ext cx="438150" cy="22225"/>
              </a:xfrm>
              <a:custGeom>
                <a:avLst/>
                <a:gdLst/>
                <a:ahLst/>
                <a:cxnLst/>
                <a:rect l="l" t="t" r="r" b="b"/>
                <a:pathLst>
                  <a:path w="61" h="3">
                    <a:moveTo>
                      <a:pt x="60" y="3"/>
                    </a:moveTo>
                    <a:cubicBezTo>
                      <a:pt x="1" y="3"/>
                      <a:pt x="1" y="3"/>
                      <a:pt x="1" y="3"/>
                    </a:cubicBezTo>
                    <a:cubicBezTo>
                      <a:pt x="0" y="3"/>
                      <a:pt x="0" y="3"/>
                      <a:pt x="0" y="2"/>
                    </a:cubicBezTo>
                    <a:cubicBezTo>
                      <a:pt x="0" y="1"/>
                      <a:pt x="0" y="1"/>
                      <a:pt x="0" y="1"/>
                    </a:cubicBezTo>
                    <a:cubicBezTo>
                      <a:pt x="0" y="0"/>
                      <a:pt x="0" y="0"/>
                      <a:pt x="1" y="0"/>
                    </a:cubicBezTo>
                    <a:cubicBezTo>
                      <a:pt x="60" y="0"/>
                      <a:pt x="60" y="0"/>
                      <a:pt x="60" y="0"/>
                    </a:cubicBezTo>
                    <a:cubicBezTo>
                      <a:pt x="61" y="0"/>
                      <a:pt x="61" y="0"/>
                      <a:pt x="61" y="1"/>
                    </a:cubicBezTo>
                    <a:cubicBezTo>
                      <a:pt x="61" y="2"/>
                      <a:pt x="61" y="2"/>
                      <a:pt x="61" y="2"/>
                    </a:cubicBezTo>
                    <a:cubicBezTo>
                      <a:pt x="61" y="3"/>
                      <a:pt x="61" y="3"/>
                      <a:pt x="60" y="3"/>
                    </a:cubicBezTo>
                    <a:close/>
                  </a:path>
                </a:pathLst>
              </a:custGeom>
              <a:solidFill>
                <a:srgbClr val="E3EAFF">
                  <a:alpha val="100000"/>
                </a:srgbClr>
              </a:solidFill>
              <a:ln>
                <a:headEnd type="none"/>
                <a:tailEnd type="none"/>
              </a:ln>
            </p:spPr>
          </p:sp>
          <p:sp>
            <p:nvSpPr>
              <p:cNvPr id="110" name="AutoShape 110"/>
              <p:cNvSpPr/>
              <p:nvPr/>
            </p:nvSpPr>
            <p:spPr>
              <a:xfrm>
                <a:off x="7737476" y="279876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sp>
          <p:sp>
            <p:nvSpPr>
              <p:cNvPr id="111" name="AutoShape 111"/>
              <p:cNvSpPr/>
              <p:nvPr/>
            </p:nvSpPr>
            <p:spPr>
              <a:xfrm>
                <a:off x="8096251" y="2798763"/>
                <a:ext cx="222250" cy="28575"/>
              </a:xfrm>
              <a:custGeom>
                <a:avLst/>
                <a:gdLst/>
                <a:ahLst/>
                <a:cxnLst/>
                <a:rect l="l" t="t" r="r" b="b"/>
                <a:pathLst>
                  <a:path w="31" h="4">
                    <a:moveTo>
                      <a:pt x="30" y="4"/>
                    </a:moveTo>
                    <a:cubicBezTo>
                      <a:pt x="1" y="4"/>
                      <a:pt x="1" y="4"/>
                      <a:pt x="1" y="4"/>
                    </a:cubicBezTo>
                    <a:cubicBezTo>
                      <a:pt x="1" y="4"/>
                      <a:pt x="0" y="3"/>
                      <a:pt x="0" y="2"/>
                    </a:cubicBezTo>
                    <a:cubicBezTo>
                      <a:pt x="0" y="1"/>
                      <a:pt x="1" y="0"/>
                      <a:pt x="1" y="0"/>
                    </a:cubicBezTo>
                    <a:cubicBezTo>
                      <a:pt x="30" y="0"/>
                      <a:pt x="30" y="0"/>
                      <a:pt x="30" y="0"/>
                    </a:cubicBezTo>
                    <a:cubicBezTo>
                      <a:pt x="31" y="0"/>
                      <a:pt x="31" y="1"/>
                      <a:pt x="31" y="2"/>
                    </a:cubicBezTo>
                    <a:cubicBezTo>
                      <a:pt x="31" y="3"/>
                      <a:pt x="31" y="4"/>
                      <a:pt x="30" y="4"/>
                    </a:cubicBezTo>
                    <a:close/>
                  </a:path>
                </a:pathLst>
              </a:custGeom>
              <a:solidFill>
                <a:srgbClr val="E3EAFF">
                  <a:alpha val="100000"/>
                </a:srgbClr>
              </a:solidFill>
              <a:ln>
                <a:headEnd type="none"/>
                <a:tailEnd type="none"/>
              </a:ln>
            </p:spPr>
          </p:sp>
          <p:sp>
            <p:nvSpPr>
              <p:cNvPr id="112" name="AutoShape 112"/>
              <p:cNvSpPr/>
              <p:nvPr/>
            </p:nvSpPr>
            <p:spPr>
              <a:xfrm>
                <a:off x="7837488" y="2798763"/>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sp>
          <p:sp>
            <p:nvSpPr>
              <p:cNvPr id="113" name="AutoShape 113"/>
              <p:cNvSpPr/>
              <p:nvPr/>
            </p:nvSpPr>
            <p:spPr>
              <a:xfrm>
                <a:off x="8016876" y="2798763"/>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E3EAFF">
                  <a:alpha val="100000"/>
                </a:srgbClr>
              </a:solidFill>
              <a:ln>
                <a:headEnd type="none"/>
                <a:tailEnd type="none"/>
              </a:ln>
            </p:spPr>
          </p:sp>
          <p:sp>
            <p:nvSpPr>
              <p:cNvPr id="114" name="AutoShape 114"/>
              <p:cNvSpPr/>
              <p:nvPr/>
            </p:nvSpPr>
            <p:spPr>
              <a:xfrm>
                <a:off x="7837488" y="2847975"/>
                <a:ext cx="293688" cy="28575"/>
              </a:xfrm>
              <a:custGeom>
                <a:avLst/>
                <a:gdLst/>
                <a:ahLst/>
                <a:cxnLst/>
                <a:rect l="l" t="t" r="r" b="b"/>
                <a:pathLst>
                  <a:path w="41" h="4">
                    <a:moveTo>
                      <a:pt x="40" y="4"/>
                    </a:moveTo>
                    <a:cubicBezTo>
                      <a:pt x="1" y="4"/>
                      <a:pt x="1" y="4"/>
                      <a:pt x="1" y="4"/>
                    </a:cubicBezTo>
                    <a:cubicBezTo>
                      <a:pt x="0" y="4"/>
                      <a:pt x="0" y="3"/>
                      <a:pt x="0" y="3"/>
                    </a:cubicBezTo>
                    <a:cubicBezTo>
                      <a:pt x="0" y="1"/>
                      <a:pt x="0" y="1"/>
                      <a:pt x="0" y="1"/>
                    </a:cubicBezTo>
                    <a:cubicBezTo>
                      <a:pt x="0" y="1"/>
                      <a:pt x="0" y="0"/>
                      <a:pt x="1" y="0"/>
                    </a:cubicBezTo>
                    <a:cubicBezTo>
                      <a:pt x="40" y="0"/>
                      <a:pt x="40" y="0"/>
                      <a:pt x="40" y="0"/>
                    </a:cubicBezTo>
                    <a:cubicBezTo>
                      <a:pt x="40" y="0"/>
                      <a:pt x="41" y="1"/>
                      <a:pt x="41" y="1"/>
                    </a:cubicBezTo>
                    <a:cubicBezTo>
                      <a:pt x="41" y="3"/>
                      <a:pt x="41" y="3"/>
                      <a:pt x="41" y="3"/>
                    </a:cubicBezTo>
                    <a:cubicBezTo>
                      <a:pt x="41" y="3"/>
                      <a:pt x="40" y="4"/>
                      <a:pt x="40" y="4"/>
                    </a:cubicBezTo>
                    <a:close/>
                  </a:path>
                </a:pathLst>
              </a:custGeom>
              <a:solidFill>
                <a:srgbClr val="FFC359">
                  <a:alpha val="100000"/>
                </a:srgbClr>
              </a:solidFill>
              <a:ln>
                <a:headEnd type="none"/>
                <a:tailEnd type="none"/>
              </a:ln>
            </p:spPr>
          </p:sp>
          <p:sp>
            <p:nvSpPr>
              <p:cNvPr id="115" name="AutoShape 115"/>
              <p:cNvSpPr/>
              <p:nvPr/>
            </p:nvSpPr>
            <p:spPr>
              <a:xfrm>
                <a:off x="8096251" y="2647950"/>
                <a:ext cx="207963" cy="28575"/>
              </a:xfrm>
              <a:custGeom>
                <a:avLst/>
                <a:gdLst/>
                <a:ahLst/>
                <a:cxnLst/>
                <a:rect l="l" t="t" r="r" b="b"/>
                <a:pathLst>
                  <a:path w="28" h="4">
                    <a:moveTo>
                      <a:pt x="28" y="4"/>
                    </a:moveTo>
                    <a:cubicBezTo>
                      <a:pt x="2" y="4"/>
                      <a:pt x="2" y="4"/>
                      <a:pt x="2" y="4"/>
                    </a:cubicBezTo>
                    <a:cubicBezTo>
                      <a:pt x="1" y="4"/>
                      <a:pt x="0" y="3"/>
                      <a:pt x="0" y="3"/>
                    </a:cubicBezTo>
                    <a:cubicBezTo>
                      <a:pt x="0" y="1"/>
                      <a:pt x="0" y="1"/>
                      <a:pt x="0" y="1"/>
                    </a:cubicBezTo>
                    <a:cubicBezTo>
                      <a:pt x="0" y="1"/>
                      <a:pt x="1" y="0"/>
                      <a:pt x="2" y="0"/>
                    </a:cubicBezTo>
                    <a:cubicBezTo>
                      <a:pt x="28" y="0"/>
                      <a:pt x="28" y="0"/>
                      <a:pt x="28" y="0"/>
                    </a:cubicBezTo>
                    <a:cubicBezTo>
                      <a:pt x="28" y="0"/>
                      <a:pt x="29" y="1"/>
                      <a:pt x="29" y="1"/>
                    </a:cubicBezTo>
                    <a:cubicBezTo>
                      <a:pt x="29" y="3"/>
                      <a:pt x="29" y="3"/>
                      <a:pt x="29" y="3"/>
                    </a:cubicBezTo>
                    <a:cubicBezTo>
                      <a:pt x="29" y="3"/>
                      <a:pt x="28" y="4"/>
                      <a:pt x="28" y="4"/>
                    </a:cubicBezTo>
                    <a:close/>
                  </a:path>
                </a:pathLst>
              </a:custGeom>
              <a:solidFill>
                <a:srgbClr val="FF56A9">
                  <a:alpha val="100000"/>
                </a:srgbClr>
              </a:solidFill>
              <a:ln>
                <a:headEnd type="none"/>
                <a:tailEnd type="none"/>
              </a:ln>
            </p:spPr>
          </p:sp>
          <p:sp>
            <p:nvSpPr>
              <p:cNvPr id="116" name="AutoShape 116"/>
              <p:cNvSpPr/>
              <p:nvPr/>
            </p:nvSpPr>
            <p:spPr>
              <a:xfrm>
                <a:off x="7837488" y="2647950"/>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FFC359">
                  <a:alpha val="100000"/>
                </a:srgbClr>
              </a:solidFill>
              <a:ln>
                <a:headEnd type="none"/>
                <a:tailEnd type="none"/>
              </a:ln>
            </p:spPr>
          </p:sp>
          <p:sp>
            <p:nvSpPr>
              <p:cNvPr id="117" name="AutoShape 117"/>
              <p:cNvSpPr/>
              <p:nvPr/>
            </p:nvSpPr>
            <p:spPr>
              <a:xfrm>
                <a:off x="8016876" y="2647950"/>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FFC359">
                  <a:alpha val="100000"/>
                </a:srgbClr>
              </a:solidFill>
              <a:ln>
                <a:headEnd type="none"/>
                <a:tailEnd type="none"/>
              </a:ln>
            </p:spPr>
          </p:sp>
          <p:sp>
            <p:nvSpPr>
              <p:cNvPr id="118" name="AutoShape 118"/>
              <p:cNvSpPr/>
              <p:nvPr/>
            </p:nvSpPr>
            <p:spPr>
              <a:xfrm>
                <a:off x="8289926" y="1544638"/>
                <a:ext cx="414338" cy="415925"/>
              </a:xfrm>
              <a:prstGeom prst="ellipse">
                <a:avLst/>
              </a:prstGeom>
              <a:solidFill>
                <a:srgbClr val="FF4DD1">
                  <a:alpha val="100000"/>
                </a:srgbClr>
              </a:solidFill>
              <a:ln>
                <a:headEnd type="none"/>
                <a:tailEnd type="none"/>
              </a:ln>
            </p:spPr>
          </p:sp>
          <p:sp>
            <p:nvSpPr>
              <p:cNvPr id="119" name="AutoShape 119"/>
              <p:cNvSpPr/>
              <p:nvPr/>
            </p:nvSpPr>
            <p:spPr>
              <a:xfrm>
                <a:off x="8367713" y="1701800"/>
                <a:ext cx="115888" cy="122238"/>
              </a:xfrm>
              <a:custGeom>
                <a:avLst/>
                <a:gdLst/>
                <a:ahLst/>
                <a:cxnLst/>
                <a:rect l="l" t="t" r="r" b="b"/>
                <a:pathLst>
                  <a:path w="73" h="77">
                    <a:moveTo>
                      <a:pt x="73" y="23"/>
                    </a:moveTo>
                    <a:lnTo>
                      <a:pt x="23" y="41"/>
                    </a:lnTo>
                    <a:lnTo>
                      <a:pt x="73" y="59"/>
                    </a:lnTo>
                    <a:lnTo>
                      <a:pt x="73" y="77"/>
                    </a:lnTo>
                    <a:lnTo>
                      <a:pt x="0" y="50"/>
                    </a:lnTo>
                    <a:lnTo>
                      <a:pt x="0" y="32"/>
                    </a:lnTo>
                    <a:lnTo>
                      <a:pt x="73" y="0"/>
                    </a:lnTo>
                    <a:lnTo>
                      <a:pt x="73" y="23"/>
                    </a:lnTo>
                    <a:close/>
                  </a:path>
                </a:pathLst>
              </a:custGeom>
              <a:solidFill>
                <a:srgbClr val="F9FBFC">
                  <a:alpha val="100000"/>
                </a:srgbClr>
              </a:solidFill>
              <a:ln>
                <a:headEnd type="none"/>
                <a:tailEnd type="none"/>
              </a:ln>
            </p:spPr>
          </p:sp>
          <p:sp>
            <p:nvSpPr>
              <p:cNvPr id="120" name="AutoShape 120"/>
              <p:cNvSpPr/>
              <p:nvPr/>
            </p:nvSpPr>
            <p:spPr>
              <a:xfrm>
                <a:off x="8512176" y="1701800"/>
                <a:ext cx="120650" cy="122238"/>
              </a:xfrm>
              <a:custGeom>
                <a:avLst/>
                <a:gdLst/>
                <a:ahLst/>
                <a:cxnLst/>
                <a:rect l="l" t="t" r="r" b="b"/>
                <a:pathLst>
                  <a:path w="76" h="77">
                    <a:moveTo>
                      <a:pt x="0" y="0"/>
                    </a:moveTo>
                    <a:lnTo>
                      <a:pt x="76" y="32"/>
                    </a:lnTo>
                    <a:lnTo>
                      <a:pt x="76" y="50"/>
                    </a:lnTo>
                    <a:lnTo>
                      <a:pt x="0" y="77"/>
                    </a:lnTo>
                    <a:lnTo>
                      <a:pt x="0" y="59"/>
                    </a:lnTo>
                    <a:lnTo>
                      <a:pt x="54" y="41"/>
                    </a:lnTo>
                    <a:lnTo>
                      <a:pt x="0" y="23"/>
                    </a:lnTo>
                    <a:lnTo>
                      <a:pt x="0" y="0"/>
                    </a:lnTo>
                    <a:close/>
                  </a:path>
                </a:pathLst>
              </a:custGeom>
              <a:solidFill>
                <a:srgbClr val="F9FBFC">
                  <a:alpha val="100000"/>
                </a:srgbClr>
              </a:solidFill>
              <a:ln>
                <a:headEnd type="none"/>
                <a:tailEnd type="none"/>
              </a:ln>
            </p:spPr>
          </p:sp>
          <p:sp>
            <p:nvSpPr>
              <p:cNvPr id="121" name="AutoShape 121"/>
              <p:cNvSpPr/>
              <p:nvPr/>
            </p:nvSpPr>
            <p:spPr>
              <a:xfrm>
                <a:off x="6899276" y="5033963"/>
                <a:ext cx="450850" cy="450850"/>
              </a:xfrm>
              <a:prstGeom prst="ellipse">
                <a:avLst/>
              </a:prstGeom>
              <a:solidFill>
                <a:srgbClr val="FFC240">
                  <a:alpha val="100000"/>
                </a:srgbClr>
              </a:solidFill>
              <a:ln>
                <a:headEnd type="none"/>
                <a:tailEnd type="none"/>
              </a:ln>
            </p:spPr>
          </p:sp>
          <p:sp>
            <p:nvSpPr>
              <p:cNvPr id="122" name="AutoShape 122"/>
              <p:cNvSpPr/>
              <p:nvPr/>
            </p:nvSpPr>
            <p:spPr>
              <a:xfrm>
                <a:off x="7005638" y="5141913"/>
                <a:ext cx="236538" cy="236538"/>
              </a:xfrm>
              <a:custGeom>
                <a:avLst/>
                <a:gdLst/>
                <a:ahLst/>
                <a:cxnLst/>
                <a:rect l="l" t="t" r="r" b="b"/>
                <a:pathLst>
                  <a:path w="33" h="33">
                    <a:moveTo>
                      <a:pt x="33" y="15"/>
                    </a:moveTo>
                    <a:cubicBezTo>
                      <a:pt x="33" y="17"/>
                      <a:pt x="33" y="19"/>
                      <a:pt x="32" y="20"/>
                    </a:cubicBezTo>
                    <a:cubicBezTo>
                      <a:pt x="31" y="22"/>
                      <a:pt x="31" y="23"/>
                      <a:pt x="29" y="24"/>
                    </a:cubicBezTo>
                    <a:cubicBezTo>
                      <a:pt x="28" y="25"/>
                      <a:pt x="27" y="26"/>
                      <a:pt x="25" y="26"/>
                    </a:cubicBezTo>
                    <a:cubicBezTo>
                      <a:pt x="24" y="26"/>
                      <a:pt x="24" y="25"/>
                      <a:pt x="23" y="25"/>
                    </a:cubicBezTo>
                    <a:cubicBezTo>
                      <a:pt x="22" y="24"/>
                      <a:pt x="21" y="24"/>
                      <a:pt x="21" y="23"/>
                    </a:cubicBezTo>
                    <a:cubicBezTo>
                      <a:pt x="21" y="23"/>
                      <a:pt x="21" y="23"/>
                      <a:pt x="21" y="23"/>
                    </a:cubicBezTo>
                    <a:cubicBezTo>
                      <a:pt x="19" y="25"/>
                      <a:pt x="17" y="26"/>
                      <a:pt x="15" y="26"/>
                    </a:cubicBezTo>
                    <a:cubicBezTo>
                      <a:pt x="13" y="26"/>
                      <a:pt x="11" y="25"/>
                      <a:pt x="10" y="23"/>
                    </a:cubicBezTo>
                    <a:cubicBezTo>
                      <a:pt x="8" y="22"/>
                      <a:pt x="7" y="20"/>
                      <a:pt x="7" y="17"/>
                    </a:cubicBezTo>
                    <a:cubicBezTo>
                      <a:pt x="7" y="15"/>
                      <a:pt x="8" y="12"/>
                      <a:pt x="10" y="11"/>
                    </a:cubicBezTo>
                    <a:cubicBezTo>
                      <a:pt x="12" y="9"/>
                      <a:pt x="14" y="8"/>
                      <a:pt x="17" y="8"/>
                    </a:cubicBezTo>
                    <a:cubicBezTo>
                      <a:pt x="18" y="8"/>
                      <a:pt x="20" y="8"/>
                      <a:pt x="21" y="8"/>
                    </a:cubicBezTo>
                    <a:cubicBezTo>
                      <a:pt x="23" y="8"/>
                      <a:pt x="24" y="9"/>
                      <a:pt x="25" y="9"/>
                    </a:cubicBezTo>
                    <a:cubicBezTo>
                      <a:pt x="24" y="19"/>
                      <a:pt x="24" y="19"/>
                      <a:pt x="24" y="19"/>
                    </a:cubicBezTo>
                    <a:cubicBezTo>
                      <a:pt x="24" y="21"/>
                      <a:pt x="25" y="22"/>
                      <a:pt x="26" y="22"/>
                    </a:cubicBezTo>
                    <a:cubicBezTo>
                      <a:pt x="27" y="22"/>
                      <a:pt x="27" y="21"/>
                      <a:pt x="28" y="20"/>
                    </a:cubicBezTo>
                    <a:cubicBezTo>
                      <a:pt x="28" y="19"/>
                      <a:pt x="29" y="17"/>
                      <a:pt x="29" y="15"/>
                    </a:cubicBezTo>
                    <a:cubicBezTo>
                      <a:pt x="29" y="13"/>
                      <a:pt x="28" y="11"/>
                      <a:pt x="27" y="9"/>
                    </a:cubicBezTo>
                    <a:cubicBezTo>
                      <a:pt x="26" y="7"/>
                      <a:pt x="25" y="6"/>
                      <a:pt x="23" y="5"/>
                    </a:cubicBezTo>
                    <a:cubicBezTo>
                      <a:pt x="22" y="4"/>
                      <a:pt x="20" y="4"/>
                      <a:pt x="18" y="4"/>
                    </a:cubicBezTo>
                    <a:cubicBezTo>
                      <a:pt x="15" y="4"/>
                      <a:pt x="13" y="5"/>
                      <a:pt x="11" y="6"/>
                    </a:cubicBezTo>
                    <a:cubicBezTo>
                      <a:pt x="9" y="7"/>
                      <a:pt x="7" y="8"/>
                      <a:pt x="6" y="11"/>
                    </a:cubicBezTo>
                    <a:cubicBezTo>
                      <a:pt x="5" y="13"/>
                      <a:pt x="4" y="15"/>
                      <a:pt x="4" y="18"/>
                    </a:cubicBezTo>
                    <a:cubicBezTo>
                      <a:pt x="4" y="22"/>
                      <a:pt x="5" y="25"/>
                      <a:pt x="7" y="27"/>
                    </a:cubicBezTo>
                    <a:cubicBezTo>
                      <a:pt x="9" y="29"/>
                      <a:pt x="12" y="30"/>
                      <a:pt x="16" y="30"/>
                    </a:cubicBezTo>
                    <a:cubicBezTo>
                      <a:pt x="17" y="30"/>
                      <a:pt x="19" y="29"/>
                      <a:pt x="21" y="29"/>
                    </a:cubicBezTo>
                    <a:cubicBezTo>
                      <a:pt x="22" y="29"/>
                      <a:pt x="24" y="28"/>
                      <a:pt x="26" y="28"/>
                    </a:cubicBezTo>
                    <a:cubicBezTo>
                      <a:pt x="26" y="32"/>
                      <a:pt x="26" y="32"/>
                      <a:pt x="26" y="32"/>
                    </a:cubicBezTo>
                    <a:cubicBezTo>
                      <a:pt x="23" y="33"/>
                      <a:pt x="20" y="33"/>
                      <a:pt x="16" y="33"/>
                    </a:cubicBezTo>
                    <a:cubicBezTo>
                      <a:pt x="11" y="33"/>
                      <a:pt x="7" y="32"/>
                      <a:pt x="4" y="29"/>
                    </a:cubicBezTo>
                    <a:cubicBezTo>
                      <a:pt x="1" y="27"/>
                      <a:pt x="0" y="23"/>
                      <a:pt x="0" y="18"/>
                    </a:cubicBezTo>
                    <a:cubicBezTo>
                      <a:pt x="0" y="15"/>
                      <a:pt x="0" y="12"/>
                      <a:pt x="2" y="9"/>
                    </a:cubicBezTo>
                    <a:cubicBezTo>
                      <a:pt x="3" y="6"/>
                      <a:pt x="6" y="4"/>
                      <a:pt x="8" y="2"/>
                    </a:cubicBezTo>
                    <a:cubicBezTo>
                      <a:pt x="11" y="1"/>
                      <a:pt x="14" y="0"/>
                      <a:pt x="18" y="0"/>
                    </a:cubicBezTo>
                    <a:cubicBezTo>
                      <a:pt x="21" y="0"/>
                      <a:pt x="23" y="1"/>
                      <a:pt x="26" y="2"/>
                    </a:cubicBezTo>
                    <a:cubicBezTo>
                      <a:pt x="28" y="3"/>
                      <a:pt x="30" y="5"/>
                      <a:pt x="31" y="7"/>
                    </a:cubicBezTo>
                    <a:cubicBezTo>
                      <a:pt x="32" y="9"/>
                      <a:pt x="33" y="12"/>
                      <a:pt x="33" y="15"/>
                    </a:cubicBezTo>
                    <a:close/>
                    <a:moveTo>
                      <a:pt x="12" y="18"/>
                    </a:moveTo>
                    <a:cubicBezTo>
                      <a:pt x="12" y="20"/>
                      <a:pt x="13" y="22"/>
                      <a:pt x="16" y="22"/>
                    </a:cubicBezTo>
                    <a:cubicBezTo>
                      <a:pt x="17" y="22"/>
                      <a:pt x="18" y="21"/>
                      <a:pt x="18" y="21"/>
                    </a:cubicBezTo>
                    <a:cubicBezTo>
                      <a:pt x="19" y="20"/>
                      <a:pt x="19" y="18"/>
                      <a:pt x="20" y="16"/>
                    </a:cubicBezTo>
                    <a:cubicBezTo>
                      <a:pt x="20" y="12"/>
                      <a:pt x="20" y="12"/>
                      <a:pt x="20" y="12"/>
                    </a:cubicBezTo>
                    <a:cubicBezTo>
                      <a:pt x="19" y="12"/>
                      <a:pt x="18" y="12"/>
                      <a:pt x="18" y="12"/>
                    </a:cubicBezTo>
                    <a:cubicBezTo>
                      <a:pt x="16" y="12"/>
                      <a:pt x="15" y="12"/>
                      <a:pt x="14" y="13"/>
                    </a:cubicBezTo>
                    <a:cubicBezTo>
                      <a:pt x="13" y="14"/>
                      <a:pt x="12" y="16"/>
                      <a:pt x="12" y="18"/>
                    </a:cubicBezTo>
                    <a:close/>
                  </a:path>
                </a:pathLst>
              </a:custGeom>
              <a:solidFill>
                <a:srgbClr val="FFFFFF">
                  <a:alpha val="100000"/>
                </a:srgbClr>
              </a:solidFill>
              <a:ln>
                <a:headEnd type="none"/>
                <a:tailEnd type="none"/>
              </a:ln>
            </p:spPr>
          </p:sp>
          <p:sp>
            <p:nvSpPr>
              <p:cNvPr id="123" name="AutoShape 123"/>
              <p:cNvSpPr/>
              <p:nvPr/>
            </p:nvSpPr>
            <p:spPr>
              <a:xfrm>
                <a:off x="4368801" y="1357313"/>
                <a:ext cx="1827213" cy="515938"/>
              </a:xfrm>
              <a:custGeom>
                <a:avLst/>
                <a:gdLst/>
                <a:ahLst/>
                <a:cxnLst/>
                <a:rect l="l" t="t" r="r" b="b"/>
                <a:pathLst>
                  <a:path w="255" h="72">
                    <a:moveTo>
                      <a:pt x="226" y="0"/>
                    </a:moveTo>
                    <a:cubicBezTo>
                      <a:pt x="29" y="0"/>
                      <a:pt x="29" y="0"/>
                      <a:pt x="29" y="0"/>
                    </a:cubicBezTo>
                    <a:cubicBezTo>
                      <a:pt x="13" y="0"/>
                      <a:pt x="0" y="13"/>
                      <a:pt x="0" y="29"/>
                    </a:cubicBezTo>
                    <a:cubicBezTo>
                      <a:pt x="0" y="45"/>
                      <a:pt x="13" y="58"/>
                      <a:pt x="29" y="58"/>
                    </a:cubicBezTo>
                    <a:cubicBezTo>
                      <a:pt x="43" y="58"/>
                      <a:pt x="43" y="58"/>
                      <a:pt x="43" y="58"/>
                    </a:cubicBezTo>
                    <a:cubicBezTo>
                      <a:pt x="57" y="72"/>
                      <a:pt x="57" y="72"/>
                      <a:pt x="57" y="72"/>
                    </a:cubicBezTo>
                    <a:cubicBezTo>
                      <a:pt x="71" y="58"/>
                      <a:pt x="71" y="58"/>
                      <a:pt x="71" y="58"/>
                    </a:cubicBezTo>
                    <a:cubicBezTo>
                      <a:pt x="226" y="58"/>
                      <a:pt x="226" y="58"/>
                      <a:pt x="226" y="58"/>
                    </a:cubicBezTo>
                    <a:cubicBezTo>
                      <a:pt x="242" y="58"/>
                      <a:pt x="255" y="45"/>
                      <a:pt x="255" y="29"/>
                    </a:cubicBezTo>
                    <a:cubicBezTo>
                      <a:pt x="255" y="13"/>
                      <a:pt x="242" y="0"/>
                      <a:pt x="226" y="0"/>
                    </a:cubicBezTo>
                    <a:close/>
                  </a:path>
                </a:pathLst>
              </a:custGeom>
              <a:solidFill>
                <a:srgbClr val="9570EE">
                  <a:alpha val="100000"/>
                </a:srgbClr>
              </a:solidFill>
              <a:ln>
                <a:headEnd type="none"/>
                <a:tailEnd type="none"/>
              </a:ln>
            </p:spPr>
          </p:sp>
          <p:sp>
            <p:nvSpPr>
              <p:cNvPr id="124" name="AutoShape 124"/>
              <p:cNvSpPr/>
              <p:nvPr/>
            </p:nvSpPr>
            <p:spPr>
              <a:xfrm>
                <a:off x="4625976" y="1587500"/>
                <a:ext cx="982663" cy="42863"/>
              </a:xfrm>
              <a:custGeom>
                <a:avLst/>
                <a:gdLst/>
                <a:ahLst/>
                <a:cxnLst/>
                <a:rect l="l" t="t" r="r" b="b"/>
                <a:pathLst>
                  <a:path w="137" h="6">
                    <a:moveTo>
                      <a:pt x="134" y="6"/>
                    </a:moveTo>
                    <a:cubicBezTo>
                      <a:pt x="4" y="6"/>
                      <a:pt x="4" y="6"/>
                      <a:pt x="4" y="6"/>
                    </a:cubicBezTo>
                    <a:cubicBezTo>
                      <a:pt x="2" y="6"/>
                      <a:pt x="0" y="5"/>
                      <a:pt x="0" y="3"/>
                    </a:cubicBezTo>
                    <a:cubicBezTo>
                      <a:pt x="0" y="1"/>
                      <a:pt x="2" y="0"/>
                      <a:pt x="4" y="0"/>
                    </a:cubicBezTo>
                    <a:cubicBezTo>
                      <a:pt x="134" y="0"/>
                      <a:pt x="134" y="0"/>
                      <a:pt x="134" y="0"/>
                    </a:cubicBezTo>
                    <a:cubicBezTo>
                      <a:pt x="135" y="0"/>
                      <a:pt x="137" y="1"/>
                      <a:pt x="137" y="3"/>
                    </a:cubicBezTo>
                    <a:cubicBezTo>
                      <a:pt x="137" y="5"/>
                      <a:pt x="135" y="6"/>
                      <a:pt x="134" y="6"/>
                    </a:cubicBezTo>
                    <a:close/>
                  </a:path>
                </a:pathLst>
              </a:custGeom>
              <a:solidFill>
                <a:srgbClr val="FFFFFF">
                  <a:alpha val="100000"/>
                </a:srgbClr>
              </a:solidFill>
              <a:ln>
                <a:headEnd type="none"/>
                <a:tailEnd type="none"/>
              </a:ln>
            </p:spPr>
          </p:sp>
          <p:sp>
            <p:nvSpPr>
              <p:cNvPr id="125" name="AutoShape 125"/>
              <p:cNvSpPr/>
              <p:nvPr/>
            </p:nvSpPr>
            <p:spPr>
              <a:xfrm>
                <a:off x="4625976" y="1458913"/>
                <a:ext cx="688975" cy="42863"/>
              </a:xfrm>
              <a:custGeom>
                <a:avLst/>
                <a:gdLst/>
                <a:ahLst/>
                <a:cxnLst/>
                <a:rect l="l" t="t" r="r" b="b"/>
                <a:pathLst>
                  <a:path w="96" h="6">
                    <a:moveTo>
                      <a:pt x="93" y="6"/>
                    </a:moveTo>
                    <a:cubicBezTo>
                      <a:pt x="4" y="6"/>
                      <a:pt x="4" y="6"/>
                      <a:pt x="4" y="6"/>
                    </a:cubicBezTo>
                    <a:cubicBezTo>
                      <a:pt x="2" y="6"/>
                      <a:pt x="0" y="5"/>
                      <a:pt x="0" y="3"/>
                    </a:cubicBezTo>
                    <a:cubicBezTo>
                      <a:pt x="0" y="1"/>
                      <a:pt x="2" y="0"/>
                      <a:pt x="4" y="0"/>
                    </a:cubicBezTo>
                    <a:cubicBezTo>
                      <a:pt x="93" y="0"/>
                      <a:pt x="93" y="0"/>
                      <a:pt x="93" y="0"/>
                    </a:cubicBezTo>
                    <a:cubicBezTo>
                      <a:pt x="95" y="0"/>
                      <a:pt x="96" y="1"/>
                      <a:pt x="96" y="3"/>
                    </a:cubicBezTo>
                    <a:cubicBezTo>
                      <a:pt x="96" y="5"/>
                      <a:pt x="95" y="6"/>
                      <a:pt x="93" y="6"/>
                    </a:cubicBezTo>
                    <a:close/>
                  </a:path>
                </a:pathLst>
              </a:custGeom>
              <a:solidFill>
                <a:srgbClr val="FFFFFF">
                  <a:alpha val="100000"/>
                </a:srgbClr>
              </a:solidFill>
              <a:ln>
                <a:headEnd type="none"/>
                <a:tailEnd type="none"/>
              </a:ln>
            </p:spPr>
          </p:sp>
          <p:sp>
            <p:nvSpPr>
              <p:cNvPr id="126" name="AutoShape 126"/>
              <p:cNvSpPr/>
              <p:nvPr/>
            </p:nvSpPr>
            <p:spPr>
              <a:xfrm>
                <a:off x="7894638" y="3959225"/>
                <a:ext cx="115888" cy="122238"/>
              </a:xfrm>
              <a:custGeom>
                <a:avLst/>
                <a:gdLst/>
                <a:ahLst/>
                <a:cxnLst/>
                <a:rect l="l" t="t" r="r" b="b"/>
                <a:pathLst>
                  <a:path w="16" h="17">
                    <a:moveTo>
                      <a:pt x="4" y="5"/>
                    </a:moveTo>
                    <a:cubicBezTo>
                      <a:pt x="4" y="5"/>
                      <a:pt x="2" y="12"/>
                      <a:pt x="0" y="17"/>
                    </a:cubicBezTo>
                    <a:cubicBezTo>
                      <a:pt x="0" y="17"/>
                      <a:pt x="12" y="16"/>
                      <a:pt x="16" y="11"/>
                    </a:cubicBezTo>
                    <a:cubicBezTo>
                      <a:pt x="12" y="0"/>
                      <a:pt x="12" y="0"/>
                      <a:pt x="12" y="0"/>
                    </a:cubicBezTo>
                    <a:lnTo>
                      <a:pt x="4" y="5"/>
                    </a:lnTo>
                    <a:close/>
                  </a:path>
                </a:pathLst>
              </a:custGeom>
              <a:solidFill>
                <a:srgbClr val="F7D3A9">
                  <a:alpha val="100000"/>
                </a:srgbClr>
              </a:solidFill>
              <a:ln>
                <a:headEnd type="none"/>
                <a:tailEnd type="none"/>
              </a:ln>
            </p:spPr>
          </p:sp>
          <p:sp>
            <p:nvSpPr>
              <p:cNvPr id="127" name="AutoShape 127"/>
              <p:cNvSpPr/>
              <p:nvPr/>
            </p:nvSpPr>
            <p:spPr>
              <a:xfrm>
                <a:off x="7908926" y="5407025"/>
                <a:ext cx="57150" cy="42863"/>
              </a:xfrm>
              <a:custGeom>
                <a:avLst/>
                <a:gdLst/>
                <a:ahLst/>
                <a:cxnLst/>
                <a:rect l="l" t="t" r="r" b="b"/>
                <a:pathLst>
                  <a:path w="36" h="27">
                    <a:moveTo>
                      <a:pt x="0" y="4"/>
                    </a:moveTo>
                    <a:lnTo>
                      <a:pt x="5" y="22"/>
                    </a:lnTo>
                    <a:lnTo>
                      <a:pt x="36" y="27"/>
                    </a:lnTo>
                    <a:lnTo>
                      <a:pt x="32" y="0"/>
                    </a:lnTo>
                    <a:lnTo>
                      <a:pt x="0" y="4"/>
                    </a:lnTo>
                    <a:close/>
                  </a:path>
                </a:pathLst>
              </a:custGeom>
              <a:solidFill>
                <a:srgbClr val="F79A74">
                  <a:alpha val="100000"/>
                </a:srgbClr>
              </a:solidFill>
              <a:ln>
                <a:headEnd type="none"/>
                <a:tailEnd type="none"/>
              </a:ln>
            </p:spPr>
          </p:sp>
          <p:sp>
            <p:nvSpPr>
              <p:cNvPr id="128" name="AutoShape 128"/>
              <p:cNvSpPr/>
              <p:nvPr/>
            </p:nvSpPr>
            <p:spPr>
              <a:xfrm>
                <a:off x="7837488" y="5441950"/>
                <a:ext cx="136525" cy="50800"/>
              </a:xfrm>
              <a:custGeom>
                <a:avLst/>
                <a:gdLst/>
                <a:ahLst/>
                <a:cxnLst/>
                <a:rect l="l" t="t" r="r" b="b"/>
                <a:pathLst>
                  <a:path w="19" h="7">
                    <a:moveTo>
                      <a:pt x="11" y="0"/>
                    </a:moveTo>
                    <a:cubicBezTo>
                      <a:pt x="11" y="0"/>
                      <a:pt x="0" y="6"/>
                      <a:pt x="1" y="7"/>
                    </a:cubicBezTo>
                    <a:cubicBezTo>
                      <a:pt x="1" y="7"/>
                      <a:pt x="19" y="5"/>
                      <a:pt x="19" y="5"/>
                    </a:cubicBezTo>
                    <a:cubicBezTo>
                      <a:pt x="18" y="1"/>
                      <a:pt x="18" y="1"/>
                      <a:pt x="18" y="1"/>
                    </a:cubicBezTo>
                    <a:lnTo>
                      <a:pt x="11" y="0"/>
                    </a:lnTo>
                    <a:close/>
                  </a:path>
                </a:pathLst>
              </a:custGeom>
              <a:solidFill>
                <a:srgbClr val="544DB8">
                  <a:alpha val="100000"/>
                </a:srgbClr>
              </a:solidFill>
              <a:ln>
                <a:headEnd type="none"/>
                <a:tailEnd type="none"/>
              </a:ln>
            </p:spPr>
          </p:sp>
          <p:sp>
            <p:nvSpPr>
              <p:cNvPr id="129" name="AutoShape 129"/>
              <p:cNvSpPr/>
              <p:nvPr/>
            </p:nvSpPr>
            <p:spPr>
              <a:xfrm>
                <a:off x="8310563" y="5327650"/>
                <a:ext cx="57150" cy="50800"/>
              </a:xfrm>
              <a:custGeom>
                <a:avLst/>
                <a:gdLst/>
                <a:ahLst/>
                <a:cxnLst/>
                <a:rect l="l" t="t" r="r" b="b"/>
                <a:pathLst>
                  <a:path w="36" h="32">
                    <a:moveTo>
                      <a:pt x="0" y="14"/>
                    </a:moveTo>
                    <a:lnTo>
                      <a:pt x="9" y="32"/>
                    </a:lnTo>
                    <a:lnTo>
                      <a:pt x="36" y="23"/>
                    </a:lnTo>
                    <a:lnTo>
                      <a:pt x="23" y="0"/>
                    </a:lnTo>
                    <a:lnTo>
                      <a:pt x="0" y="14"/>
                    </a:lnTo>
                    <a:close/>
                  </a:path>
                </a:pathLst>
              </a:custGeom>
              <a:solidFill>
                <a:srgbClr val="F79A74">
                  <a:alpha val="100000"/>
                </a:srgbClr>
              </a:solidFill>
              <a:ln>
                <a:headEnd type="none"/>
                <a:tailEnd type="none"/>
              </a:ln>
            </p:spPr>
          </p:sp>
          <p:sp>
            <p:nvSpPr>
              <p:cNvPr id="130" name="AutoShape 130"/>
              <p:cNvSpPr/>
              <p:nvPr/>
            </p:nvSpPr>
            <p:spPr>
              <a:xfrm>
                <a:off x="8267701" y="5364163"/>
                <a:ext cx="122238" cy="77788"/>
              </a:xfrm>
              <a:custGeom>
                <a:avLst/>
                <a:gdLst/>
                <a:ahLst/>
                <a:cxnLst/>
                <a:rect l="l" t="t" r="r" b="b"/>
                <a:pathLst>
                  <a:path w="77" h="49">
                    <a:moveTo>
                      <a:pt x="36" y="9"/>
                    </a:moveTo>
                    <a:lnTo>
                      <a:pt x="0" y="49"/>
                    </a:lnTo>
                    <a:lnTo>
                      <a:pt x="77" y="13"/>
                    </a:lnTo>
                    <a:lnTo>
                      <a:pt x="63" y="0"/>
                    </a:lnTo>
                    <a:lnTo>
                      <a:pt x="36" y="9"/>
                    </a:lnTo>
                    <a:close/>
                  </a:path>
                </a:pathLst>
              </a:custGeom>
              <a:solidFill>
                <a:srgbClr val="544DB8">
                  <a:alpha val="100000"/>
                </a:srgbClr>
              </a:solidFill>
              <a:ln>
                <a:headEnd type="none"/>
                <a:tailEnd type="none"/>
              </a:ln>
            </p:spPr>
          </p:sp>
          <p:sp>
            <p:nvSpPr>
              <p:cNvPr id="131" name="AutoShape 131"/>
              <p:cNvSpPr/>
              <p:nvPr/>
            </p:nvSpPr>
            <p:spPr>
              <a:xfrm>
                <a:off x="7686676" y="4554538"/>
                <a:ext cx="315913" cy="866775"/>
              </a:xfrm>
              <a:custGeom>
                <a:avLst/>
                <a:gdLst/>
                <a:ahLst/>
                <a:cxnLst/>
                <a:rect l="l" t="t" r="r" b="b"/>
                <a:pathLst>
                  <a:path w="44" h="120">
                    <a:moveTo>
                      <a:pt x="19" y="1"/>
                    </a:moveTo>
                    <a:cubicBezTo>
                      <a:pt x="19" y="1"/>
                      <a:pt x="0" y="62"/>
                      <a:pt x="30" y="121"/>
                    </a:cubicBezTo>
                    <a:cubicBezTo>
                      <a:pt x="39" y="121"/>
                      <a:pt x="39" y="121"/>
                      <a:pt x="39" y="121"/>
                    </a:cubicBezTo>
                    <a:cubicBezTo>
                      <a:pt x="39" y="121"/>
                      <a:pt x="21" y="54"/>
                      <a:pt x="44" y="0"/>
                    </a:cubicBezTo>
                    <a:lnTo>
                      <a:pt x="19" y="1"/>
                    </a:lnTo>
                    <a:close/>
                  </a:path>
                </a:pathLst>
              </a:custGeom>
              <a:solidFill>
                <a:srgbClr val="FFC240">
                  <a:alpha val="100000"/>
                </a:srgbClr>
              </a:solidFill>
              <a:ln>
                <a:headEnd type="none"/>
                <a:tailEnd type="none"/>
              </a:ln>
            </p:spPr>
          </p:sp>
          <p:sp>
            <p:nvSpPr>
              <p:cNvPr id="132" name="AutoShape 132"/>
              <p:cNvSpPr/>
              <p:nvPr/>
            </p:nvSpPr>
            <p:spPr>
              <a:xfrm>
                <a:off x="7945438" y="4511675"/>
                <a:ext cx="422275" cy="852488"/>
              </a:xfrm>
              <a:custGeom>
                <a:avLst/>
                <a:gdLst/>
                <a:ahLst/>
                <a:cxnLst/>
                <a:rect l="l" t="t" r="r" b="b"/>
                <a:pathLst>
                  <a:path w="59" h="119">
                    <a:moveTo>
                      <a:pt x="0" y="9"/>
                    </a:moveTo>
                    <a:cubicBezTo>
                      <a:pt x="0" y="9"/>
                      <a:pt x="2" y="73"/>
                      <a:pt x="50" y="119"/>
                    </a:cubicBezTo>
                    <a:cubicBezTo>
                      <a:pt x="59" y="116"/>
                      <a:pt x="59" y="116"/>
                      <a:pt x="59" y="116"/>
                    </a:cubicBezTo>
                    <a:cubicBezTo>
                      <a:pt x="59" y="116"/>
                      <a:pt x="20" y="59"/>
                      <a:pt x="22" y="0"/>
                    </a:cubicBezTo>
                    <a:lnTo>
                      <a:pt x="0" y="9"/>
                    </a:lnTo>
                    <a:close/>
                  </a:path>
                </a:pathLst>
              </a:custGeom>
              <a:solidFill>
                <a:srgbClr val="FFC240">
                  <a:alpha val="100000"/>
                </a:srgbClr>
              </a:solidFill>
              <a:ln>
                <a:headEnd type="none"/>
                <a:tailEnd type="none"/>
              </a:ln>
            </p:spPr>
          </p:sp>
          <p:sp>
            <p:nvSpPr>
              <p:cNvPr id="133" name="AutoShape 133"/>
              <p:cNvSpPr/>
              <p:nvPr/>
            </p:nvSpPr>
            <p:spPr>
              <a:xfrm>
                <a:off x="7808913" y="3471863"/>
                <a:ext cx="71438" cy="85725"/>
              </a:xfrm>
              <a:custGeom>
                <a:avLst/>
                <a:gdLst/>
                <a:ahLst/>
                <a:cxnLst/>
                <a:rect l="l" t="t" r="r" b="b"/>
                <a:pathLst>
                  <a:path w="10" h="12">
                    <a:moveTo>
                      <a:pt x="10" y="9"/>
                    </a:moveTo>
                    <a:cubicBezTo>
                      <a:pt x="10" y="6"/>
                      <a:pt x="10" y="6"/>
                      <a:pt x="10" y="6"/>
                    </a:cubicBezTo>
                    <a:cubicBezTo>
                      <a:pt x="10" y="5"/>
                      <a:pt x="10" y="5"/>
                      <a:pt x="10" y="5"/>
                    </a:cubicBezTo>
                    <a:cubicBezTo>
                      <a:pt x="9" y="2"/>
                      <a:pt x="9" y="2"/>
                      <a:pt x="9" y="2"/>
                    </a:cubicBezTo>
                    <a:cubicBezTo>
                      <a:pt x="7" y="3"/>
                      <a:pt x="7" y="3"/>
                      <a:pt x="7" y="3"/>
                    </a:cubicBezTo>
                    <a:cubicBezTo>
                      <a:pt x="5" y="1"/>
                      <a:pt x="5" y="1"/>
                      <a:pt x="5" y="1"/>
                    </a:cubicBezTo>
                    <a:cubicBezTo>
                      <a:pt x="4" y="0"/>
                      <a:pt x="2" y="0"/>
                      <a:pt x="2" y="1"/>
                    </a:cubicBezTo>
                    <a:cubicBezTo>
                      <a:pt x="1" y="3"/>
                      <a:pt x="0" y="5"/>
                      <a:pt x="0" y="6"/>
                    </a:cubicBezTo>
                    <a:cubicBezTo>
                      <a:pt x="0" y="7"/>
                      <a:pt x="0" y="7"/>
                      <a:pt x="1" y="8"/>
                    </a:cubicBezTo>
                    <a:cubicBezTo>
                      <a:pt x="4" y="11"/>
                      <a:pt x="4" y="11"/>
                      <a:pt x="4" y="11"/>
                    </a:cubicBezTo>
                    <a:cubicBezTo>
                      <a:pt x="4" y="12"/>
                      <a:pt x="5" y="12"/>
                      <a:pt x="6" y="12"/>
                    </a:cubicBezTo>
                    <a:cubicBezTo>
                      <a:pt x="9" y="11"/>
                      <a:pt x="9" y="11"/>
                      <a:pt x="9" y="11"/>
                    </a:cubicBezTo>
                    <a:cubicBezTo>
                      <a:pt x="9" y="11"/>
                      <a:pt x="10" y="10"/>
                      <a:pt x="10" y="9"/>
                    </a:cubicBezTo>
                    <a:close/>
                  </a:path>
                </a:pathLst>
              </a:custGeom>
              <a:solidFill>
                <a:srgbClr val="F79A74">
                  <a:alpha val="100000"/>
                </a:srgbClr>
              </a:solidFill>
              <a:ln>
                <a:headEnd type="none"/>
                <a:tailEnd type="none"/>
              </a:ln>
            </p:spPr>
          </p:sp>
          <p:sp>
            <p:nvSpPr>
              <p:cNvPr id="134" name="AutoShape 134"/>
              <p:cNvSpPr/>
              <p:nvPr/>
            </p:nvSpPr>
            <p:spPr>
              <a:xfrm>
                <a:off x="7816851" y="3543300"/>
                <a:ext cx="322263" cy="731838"/>
              </a:xfrm>
              <a:custGeom>
                <a:avLst/>
                <a:gdLst/>
                <a:ahLst/>
                <a:cxnLst/>
                <a:rect l="l" t="t" r="r" b="b"/>
                <a:pathLst>
                  <a:path w="45" h="102">
                    <a:moveTo>
                      <a:pt x="41" y="82"/>
                    </a:moveTo>
                    <a:cubicBezTo>
                      <a:pt x="41" y="82"/>
                      <a:pt x="17" y="56"/>
                      <a:pt x="15" y="46"/>
                    </a:cubicBezTo>
                    <a:cubicBezTo>
                      <a:pt x="14" y="36"/>
                      <a:pt x="10" y="0"/>
                      <a:pt x="10" y="0"/>
                    </a:cubicBezTo>
                    <a:cubicBezTo>
                      <a:pt x="2" y="1"/>
                      <a:pt x="2" y="1"/>
                      <a:pt x="2" y="1"/>
                    </a:cubicBezTo>
                    <a:cubicBezTo>
                      <a:pt x="2" y="1"/>
                      <a:pt x="0" y="54"/>
                      <a:pt x="2" y="60"/>
                    </a:cubicBezTo>
                    <a:cubicBezTo>
                      <a:pt x="4" y="66"/>
                      <a:pt x="19" y="96"/>
                      <a:pt x="29" y="99"/>
                    </a:cubicBezTo>
                    <a:cubicBezTo>
                      <a:pt x="38" y="102"/>
                      <a:pt x="45" y="93"/>
                      <a:pt x="41" y="82"/>
                    </a:cubicBezTo>
                    <a:close/>
                  </a:path>
                </a:pathLst>
              </a:custGeom>
              <a:solidFill>
                <a:srgbClr val="FF4F72">
                  <a:alpha val="100000"/>
                </a:srgbClr>
              </a:solidFill>
              <a:ln>
                <a:headEnd type="none"/>
                <a:tailEnd type="none"/>
              </a:ln>
            </p:spPr>
          </p:sp>
          <p:sp>
            <p:nvSpPr>
              <p:cNvPr id="135" name="AutoShape 135"/>
              <p:cNvSpPr/>
              <p:nvPr/>
            </p:nvSpPr>
            <p:spPr>
              <a:xfrm>
                <a:off x="7831138" y="3744913"/>
                <a:ext cx="222250" cy="279400"/>
              </a:xfrm>
              <a:custGeom>
                <a:avLst/>
                <a:gdLst/>
                <a:ahLst/>
                <a:cxnLst/>
                <a:rect l="l" t="t" r="r" b="b"/>
                <a:pathLst>
                  <a:path w="31" h="39">
                    <a:moveTo>
                      <a:pt x="5" y="11"/>
                    </a:moveTo>
                    <a:cubicBezTo>
                      <a:pt x="5" y="11"/>
                      <a:pt x="0" y="29"/>
                      <a:pt x="3" y="34"/>
                    </a:cubicBezTo>
                    <a:cubicBezTo>
                      <a:pt x="7" y="39"/>
                      <a:pt x="20" y="34"/>
                      <a:pt x="25" y="27"/>
                    </a:cubicBezTo>
                    <a:cubicBezTo>
                      <a:pt x="30" y="20"/>
                      <a:pt x="31" y="3"/>
                      <a:pt x="22" y="2"/>
                    </a:cubicBezTo>
                    <a:cubicBezTo>
                      <a:pt x="14" y="0"/>
                      <a:pt x="7" y="4"/>
                      <a:pt x="5" y="11"/>
                    </a:cubicBezTo>
                    <a:close/>
                  </a:path>
                </a:pathLst>
              </a:custGeom>
              <a:solidFill>
                <a:srgbClr val="F79A74">
                  <a:alpha val="100000"/>
                </a:srgbClr>
              </a:solidFill>
              <a:ln>
                <a:headEnd type="none"/>
                <a:tailEnd type="none"/>
              </a:ln>
            </p:spPr>
          </p:sp>
          <p:sp>
            <p:nvSpPr>
              <p:cNvPr id="136" name="AutoShape 136"/>
              <p:cNvSpPr/>
              <p:nvPr/>
            </p:nvSpPr>
            <p:spPr>
              <a:xfrm>
                <a:off x="7737476" y="4030663"/>
                <a:ext cx="401638" cy="566738"/>
              </a:xfrm>
              <a:custGeom>
                <a:avLst/>
                <a:gdLst/>
                <a:ahLst/>
                <a:cxnLst/>
                <a:rect l="l" t="t" r="r" b="b"/>
                <a:pathLst>
                  <a:path w="56" h="79">
                    <a:moveTo>
                      <a:pt x="51" y="79"/>
                    </a:moveTo>
                    <a:cubicBezTo>
                      <a:pt x="51" y="79"/>
                      <a:pt x="56" y="26"/>
                      <a:pt x="56" y="11"/>
                    </a:cubicBezTo>
                    <a:cubicBezTo>
                      <a:pt x="56" y="11"/>
                      <a:pt x="56" y="10"/>
                      <a:pt x="56" y="9"/>
                    </a:cubicBezTo>
                    <a:cubicBezTo>
                      <a:pt x="53" y="0"/>
                      <a:pt x="44" y="0"/>
                      <a:pt x="40" y="1"/>
                    </a:cubicBezTo>
                    <a:cubicBezTo>
                      <a:pt x="36" y="2"/>
                      <a:pt x="22" y="6"/>
                      <a:pt x="22" y="7"/>
                    </a:cubicBezTo>
                    <a:cubicBezTo>
                      <a:pt x="22" y="7"/>
                      <a:pt x="22" y="7"/>
                      <a:pt x="22" y="7"/>
                    </a:cubicBezTo>
                    <a:cubicBezTo>
                      <a:pt x="17" y="10"/>
                      <a:pt x="13" y="15"/>
                      <a:pt x="13" y="16"/>
                    </a:cubicBezTo>
                    <a:cubicBezTo>
                      <a:pt x="13" y="16"/>
                      <a:pt x="0" y="43"/>
                      <a:pt x="11" y="76"/>
                    </a:cubicBezTo>
                    <a:lnTo>
                      <a:pt x="51" y="79"/>
                    </a:lnTo>
                    <a:close/>
                  </a:path>
                </a:pathLst>
              </a:custGeom>
              <a:solidFill>
                <a:srgbClr val="FF4F72">
                  <a:alpha val="100000"/>
                </a:srgbClr>
              </a:solidFill>
              <a:ln>
                <a:headEnd type="none"/>
                <a:tailEnd type="none"/>
              </a:ln>
            </p:spPr>
          </p:sp>
          <p:sp>
            <p:nvSpPr>
              <p:cNvPr id="137" name="AutoShape 137"/>
              <p:cNvSpPr/>
              <p:nvPr/>
            </p:nvSpPr>
            <p:spPr>
              <a:xfrm>
                <a:off x="7529513" y="3500438"/>
                <a:ext cx="71438" cy="85725"/>
              </a:xfrm>
              <a:custGeom>
                <a:avLst/>
                <a:gdLst/>
                <a:ahLst/>
                <a:cxnLst/>
                <a:rect l="l" t="t" r="r" b="b"/>
                <a:pathLst>
                  <a:path w="10" h="12">
                    <a:moveTo>
                      <a:pt x="10" y="8"/>
                    </a:moveTo>
                    <a:cubicBezTo>
                      <a:pt x="10" y="4"/>
                      <a:pt x="10" y="4"/>
                      <a:pt x="10" y="4"/>
                    </a:cubicBezTo>
                    <a:cubicBezTo>
                      <a:pt x="9" y="4"/>
                      <a:pt x="9" y="4"/>
                      <a:pt x="9" y="4"/>
                    </a:cubicBezTo>
                    <a:cubicBezTo>
                      <a:pt x="8" y="1"/>
                      <a:pt x="8" y="1"/>
                      <a:pt x="8" y="1"/>
                    </a:cubicBezTo>
                    <a:cubicBezTo>
                      <a:pt x="6" y="2"/>
                      <a:pt x="6" y="2"/>
                      <a:pt x="6" y="2"/>
                    </a:cubicBezTo>
                    <a:cubicBezTo>
                      <a:pt x="4" y="1"/>
                      <a:pt x="4" y="1"/>
                      <a:pt x="4" y="1"/>
                    </a:cubicBezTo>
                    <a:cubicBezTo>
                      <a:pt x="3" y="0"/>
                      <a:pt x="1" y="1"/>
                      <a:pt x="1" y="2"/>
                    </a:cubicBezTo>
                    <a:cubicBezTo>
                      <a:pt x="0" y="3"/>
                      <a:pt x="0" y="5"/>
                      <a:pt x="0" y="7"/>
                    </a:cubicBezTo>
                    <a:cubicBezTo>
                      <a:pt x="0" y="7"/>
                      <a:pt x="0" y="8"/>
                      <a:pt x="1" y="8"/>
                    </a:cubicBezTo>
                    <a:cubicBezTo>
                      <a:pt x="5" y="11"/>
                      <a:pt x="5" y="11"/>
                      <a:pt x="5" y="11"/>
                    </a:cubicBezTo>
                    <a:cubicBezTo>
                      <a:pt x="5" y="12"/>
                      <a:pt x="6" y="12"/>
                      <a:pt x="7" y="11"/>
                    </a:cubicBezTo>
                    <a:cubicBezTo>
                      <a:pt x="9" y="10"/>
                      <a:pt x="9" y="10"/>
                      <a:pt x="9" y="10"/>
                    </a:cubicBezTo>
                    <a:cubicBezTo>
                      <a:pt x="10" y="10"/>
                      <a:pt x="10" y="9"/>
                      <a:pt x="10" y="8"/>
                    </a:cubicBezTo>
                    <a:close/>
                  </a:path>
                </a:pathLst>
              </a:custGeom>
              <a:solidFill>
                <a:srgbClr val="F79A74">
                  <a:alpha val="100000"/>
                </a:srgbClr>
              </a:solidFill>
              <a:ln>
                <a:headEnd type="none"/>
                <a:tailEnd type="none"/>
              </a:ln>
            </p:spPr>
          </p:sp>
          <p:sp>
            <p:nvSpPr>
              <p:cNvPr id="138" name="AutoShape 138"/>
              <p:cNvSpPr/>
              <p:nvPr/>
            </p:nvSpPr>
            <p:spPr>
              <a:xfrm>
                <a:off x="7558088" y="3557588"/>
                <a:ext cx="415925" cy="688975"/>
              </a:xfrm>
              <a:custGeom>
                <a:avLst/>
                <a:gdLst/>
                <a:ahLst/>
                <a:cxnLst/>
                <a:rect l="l" t="t" r="r" b="b"/>
                <a:pathLst>
                  <a:path w="57" h="96">
                    <a:moveTo>
                      <a:pt x="53" y="76"/>
                    </a:moveTo>
                    <a:cubicBezTo>
                      <a:pt x="53" y="76"/>
                      <a:pt x="24" y="55"/>
                      <a:pt x="21" y="45"/>
                    </a:cubicBezTo>
                    <a:cubicBezTo>
                      <a:pt x="17" y="36"/>
                      <a:pt x="7" y="0"/>
                      <a:pt x="7" y="0"/>
                    </a:cubicBezTo>
                    <a:cubicBezTo>
                      <a:pt x="0" y="3"/>
                      <a:pt x="0" y="3"/>
                      <a:pt x="0" y="3"/>
                    </a:cubicBezTo>
                    <a:cubicBezTo>
                      <a:pt x="0" y="3"/>
                      <a:pt x="7" y="55"/>
                      <a:pt x="10" y="61"/>
                    </a:cubicBezTo>
                    <a:cubicBezTo>
                      <a:pt x="13" y="66"/>
                      <a:pt x="33" y="94"/>
                      <a:pt x="43" y="95"/>
                    </a:cubicBezTo>
                    <a:cubicBezTo>
                      <a:pt x="53" y="96"/>
                      <a:pt x="58" y="85"/>
                      <a:pt x="53" y="76"/>
                    </a:cubicBezTo>
                    <a:close/>
                  </a:path>
                </a:pathLst>
              </a:custGeom>
              <a:solidFill>
                <a:srgbClr val="FF4F72">
                  <a:alpha val="100000"/>
                </a:srgbClr>
              </a:solidFill>
              <a:ln>
                <a:headEnd type="none"/>
                <a:tailEnd type="none"/>
              </a:ln>
            </p:spPr>
          </p:sp>
          <p:sp>
            <p:nvSpPr>
              <p:cNvPr id="139" name="AutoShape 139"/>
              <p:cNvSpPr/>
              <p:nvPr/>
            </p:nvSpPr>
            <p:spPr>
              <a:xfrm>
                <a:off x="7788276" y="3708400"/>
                <a:ext cx="565150" cy="995363"/>
              </a:xfrm>
              <a:custGeom>
                <a:avLst/>
                <a:gdLst/>
                <a:ahLst/>
                <a:cxnLst/>
                <a:rect l="l" t="t" r="r" b="b"/>
                <a:pathLst>
                  <a:path w="79" h="139">
                    <a:moveTo>
                      <a:pt x="32" y="6"/>
                    </a:moveTo>
                    <a:cubicBezTo>
                      <a:pt x="32" y="6"/>
                      <a:pt x="17" y="0"/>
                      <a:pt x="10" y="13"/>
                    </a:cubicBezTo>
                    <a:cubicBezTo>
                      <a:pt x="6" y="21"/>
                      <a:pt x="18" y="13"/>
                      <a:pt x="20" y="16"/>
                    </a:cubicBezTo>
                    <a:cubicBezTo>
                      <a:pt x="23" y="19"/>
                      <a:pt x="17" y="24"/>
                      <a:pt x="19" y="26"/>
                    </a:cubicBezTo>
                    <a:cubicBezTo>
                      <a:pt x="20" y="27"/>
                      <a:pt x="23" y="22"/>
                      <a:pt x="24" y="25"/>
                    </a:cubicBezTo>
                    <a:cubicBezTo>
                      <a:pt x="26" y="28"/>
                      <a:pt x="22" y="29"/>
                      <a:pt x="20" y="32"/>
                    </a:cubicBezTo>
                    <a:cubicBezTo>
                      <a:pt x="17" y="35"/>
                      <a:pt x="22" y="40"/>
                      <a:pt x="18" y="43"/>
                    </a:cubicBezTo>
                    <a:cubicBezTo>
                      <a:pt x="14" y="46"/>
                      <a:pt x="4" y="48"/>
                      <a:pt x="10" y="64"/>
                    </a:cubicBezTo>
                    <a:cubicBezTo>
                      <a:pt x="17" y="80"/>
                      <a:pt x="0" y="84"/>
                      <a:pt x="7" y="106"/>
                    </a:cubicBezTo>
                    <a:cubicBezTo>
                      <a:pt x="14" y="127"/>
                      <a:pt x="62" y="139"/>
                      <a:pt x="70" y="114"/>
                    </a:cubicBezTo>
                    <a:cubicBezTo>
                      <a:pt x="79" y="88"/>
                      <a:pt x="50" y="82"/>
                      <a:pt x="52" y="70"/>
                    </a:cubicBezTo>
                    <a:cubicBezTo>
                      <a:pt x="53" y="59"/>
                      <a:pt x="60" y="56"/>
                      <a:pt x="51" y="44"/>
                    </a:cubicBezTo>
                    <a:cubicBezTo>
                      <a:pt x="42" y="33"/>
                      <a:pt x="37" y="26"/>
                      <a:pt x="39" y="19"/>
                    </a:cubicBezTo>
                    <a:cubicBezTo>
                      <a:pt x="42" y="12"/>
                      <a:pt x="35" y="6"/>
                      <a:pt x="32" y="6"/>
                    </a:cubicBezTo>
                    <a:close/>
                  </a:path>
                </a:pathLst>
              </a:custGeom>
              <a:solidFill>
                <a:srgbClr val="544DB8">
                  <a:alpha val="100000"/>
                </a:srgbClr>
              </a:solidFill>
              <a:ln>
                <a:headEnd type="none"/>
                <a:tailEnd type="none"/>
              </a:ln>
            </p:spPr>
          </p:sp>
          <p:sp>
            <p:nvSpPr>
              <p:cNvPr id="140" name="AutoShape 140"/>
              <p:cNvSpPr/>
              <p:nvPr/>
            </p:nvSpPr>
            <p:spPr>
              <a:xfrm>
                <a:off x="8074026" y="3113088"/>
                <a:ext cx="458788" cy="458788"/>
              </a:xfrm>
              <a:custGeom>
                <a:avLst/>
                <a:gdLst/>
                <a:ahLst/>
                <a:cxnLst/>
                <a:rect l="l" t="t" r="r" b="b"/>
                <a:pathLst>
                  <a:path w="64" h="64">
                    <a:moveTo>
                      <a:pt x="32" y="0"/>
                    </a:moveTo>
                    <a:cubicBezTo>
                      <a:pt x="14" y="0"/>
                      <a:pt x="0" y="15"/>
                      <a:pt x="0" y="32"/>
                    </a:cubicBezTo>
                    <a:cubicBezTo>
                      <a:pt x="0" y="50"/>
                      <a:pt x="14" y="64"/>
                      <a:pt x="32" y="64"/>
                    </a:cubicBezTo>
                    <a:cubicBezTo>
                      <a:pt x="49" y="64"/>
                      <a:pt x="64" y="50"/>
                      <a:pt x="64" y="32"/>
                    </a:cubicBezTo>
                    <a:cubicBezTo>
                      <a:pt x="64" y="15"/>
                      <a:pt x="49" y="0"/>
                      <a:pt x="32" y="0"/>
                    </a:cubicBezTo>
                    <a:close/>
                    <a:moveTo>
                      <a:pt x="16" y="30"/>
                    </a:moveTo>
                    <a:cubicBezTo>
                      <a:pt x="16" y="27"/>
                      <a:pt x="18" y="26"/>
                      <a:pt x="20" y="26"/>
                    </a:cubicBezTo>
                    <a:cubicBezTo>
                      <a:pt x="22" y="26"/>
                      <a:pt x="24" y="27"/>
                      <a:pt x="24" y="30"/>
                    </a:cubicBezTo>
                    <a:cubicBezTo>
                      <a:pt x="24" y="32"/>
                      <a:pt x="22" y="33"/>
                      <a:pt x="20" y="33"/>
                    </a:cubicBezTo>
                    <a:cubicBezTo>
                      <a:pt x="18" y="33"/>
                      <a:pt x="16" y="32"/>
                      <a:pt x="16" y="30"/>
                    </a:cubicBezTo>
                    <a:close/>
                    <a:moveTo>
                      <a:pt x="32" y="49"/>
                    </a:moveTo>
                    <a:cubicBezTo>
                      <a:pt x="27" y="49"/>
                      <a:pt x="23" y="46"/>
                      <a:pt x="22" y="41"/>
                    </a:cubicBezTo>
                    <a:cubicBezTo>
                      <a:pt x="42" y="41"/>
                      <a:pt x="42" y="41"/>
                      <a:pt x="42" y="41"/>
                    </a:cubicBezTo>
                    <a:cubicBezTo>
                      <a:pt x="41" y="46"/>
                      <a:pt x="37" y="49"/>
                      <a:pt x="32" y="49"/>
                    </a:cubicBezTo>
                    <a:close/>
                    <a:moveTo>
                      <a:pt x="44" y="33"/>
                    </a:moveTo>
                    <a:cubicBezTo>
                      <a:pt x="42" y="33"/>
                      <a:pt x="40" y="32"/>
                      <a:pt x="40" y="30"/>
                    </a:cubicBezTo>
                    <a:cubicBezTo>
                      <a:pt x="40" y="27"/>
                      <a:pt x="42" y="26"/>
                      <a:pt x="44" y="26"/>
                    </a:cubicBezTo>
                    <a:cubicBezTo>
                      <a:pt x="46" y="26"/>
                      <a:pt x="48" y="27"/>
                      <a:pt x="48" y="30"/>
                    </a:cubicBezTo>
                    <a:cubicBezTo>
                      <a:pt x="48" y="32"/>
                      <a:pt x="46" y="33"/>
                      <a:pt x="44" y="33"/>
                    </a:cubicBezTo>
                    <a:close/>
                  </a:path>
                </a:pathLst>
              </a:custGeom>
              <a:solidFill>
                <a:srgbClr val="FEC800">
                  <a:alpha val="100000"/>
                </a:srgbClr>
              </a:solidFill>
              <a:ln>
                <a:headEnd type="none"/>
                <a:tailEnd type="none"/>
              </a:ln>
            </p:spPr>
          </p:sp>
          <p:sp>
            <p:nvSpPr>
              <p:cNvPr id="141" name="AutoShape 141"/>
              <p:cNvSpPr/>
              <p:nvPr/>
            </p:nvSpPr>
            <p:spPr>
              <a:xfrm>
                <a:off x="4913313" y="4381500"/>
                <a:ext cx="2608263" cy="573088"/>
              </a:xfrm>
              <a:custGeom>
                <a:avLst/>
                <a:gdLst/>
                <a:ahLst/>
                <a:cxnLst/>
                <a:rect l="l" t="t" r="r" b="b"/>
                <a:pathLst>
                  <a:path w="1643" h="361">
                    <a:moveTo>
                      <a:pt x="9" y="361"/>
                    </a:moveTo>
                    <a:lnTo>
                      <a:pt x="0" y="348"/>
                    </a:lnTo>
                    <a:lnTo>
                      <a:pt x="230" y="235"/>
                    </a:lnTo>
                    <a:lnTo>
                      <a:pt x="515" y="240"/>
                    </a:lnTo>
                    <a:lnTo>
                      <a:pt x="826" y="122"/>
                    </a:lnTo>
                    <a:lnTo>
                      <a:pt x="1061" y="122"/>
                    </a:lnTo>
                    <a:lnTo>
                      <a:pt x="1318" y="36"/>
                    </a:lnTo>
                    <a:lnTo>
                      <a:pt x="1318" y="36"/>
                    </a:lnTo>
                    <a:lnTo>
                      <a:pt x="1522" y="59"/>
                    </a:lnTo>
                    <a:lnTo>
                      <a:pt x="1634" y="0"/>
                    </a:lnTo>
                    <a:lnTo>
                      <a:pt x="1643" y="18"/>
                    </a:lnTo>
                    <a:lnTo>
                      <a:pt x="1526" y="77"/>
                    </a:lnTo>
                    <a:lnTo>
                      <a:pt x="1522" y="77"/>
                    </a:lnTo>
                    <a:lnTo>
                      <a:pt x="1318" y="54"/>
                    </a:lnTo>
                    <a:lnTo>
                      <a:pt x="1065" y="140"/>
                    </a:lnTo>
                    <a:lnTo>
                      <a:pt x="826" y="140"/>
                    </a:lnTo>
                    <a:lnTo>
                      <a:pt x="519" y="258"/>
                    </a:lnTo>
                    <a:lnTo>
                      <a:pt x="515" y="258"/>
                    </a:lnTo>
                    <a:lnTo>
                      <a:pt x="235" y="253"/>
                    </a:lnTo>
                    <a:lnTo>
                      <a:pt x="9" y="361"/>
                    </a:lnTo>
                    <a:close/>
                  </a:path>
                </a:pathLst>
              </a:custGeom>
              <a:solidFill>
                <a:srgbClr val="F9FBFC">
                  <a:alpha val="100000"/>
                </a:srgbClr>
              </a:solidFill>
              <a:ln>
                <a:headEnd type="none"/>
                <a:tailEnd type="none"/>
              </a:ln>
            </p:spPr>
          </p:sp>
          <p:sp>
            <p:nvSpPr>
              <p:cNvPr id="142" name="AutoShape 142"/>
              <p:cNvSpPr/>
              <p:nvPr/>
            </p:nvSpPr>
            <p:spPr>
              <a:xfrm>
                <a:off x="6253163" y="4087813"/>
                <a:ext cx="552450" cy="1139825"/>
              </a:xfrm>
              <a:custGeom>
                <a:avLst/>
                <a:gdLst/>
                <a:ahLst/>
                <a:cxnLst/>
                <a:rect l="l" t="t" r="r" b="b"/>
                <a:pathLst>
                  <a:path w="77" h="159">
                    <a:moveTo>
                      <a:pt x="0" y="22"/>
                    </a:moveTo>
                    <a:cubicBezTo>
                      <a:pt x="0" y="22"/>
                      <a:pt x="49" y="102"/>
                      <a:pt x="43" y="159"/>
                    </a:cubicBezTo>
                    <a:cubicBezTo>
                      <a:pt x="77" y="159"/>
                      <a:pt x="77" y="159"/>
                      <a:pt x="77" y="159"/>
                    </a:cubicBezTo>
                    <a:cubicBezTo>
                      <a:pt x="63" y="151"/>
                      <a:pt x="63" y="151"/>
                      <a:pt x="63" y="151"/>
                    </a:cubicBezTo>
                    <a:cubicBezTo>
                      <a:pt x="67" y="150"/>
                      <a:pt x="67" y="150"/>
                      <a:pt x="67" y="150"/>
                    </a:cubicBezTo>
                    <a:cubicBezTo>
                      <a:pt x="67" y="150"/>
                      <a:pt x="54" y="63"/>
                      <a:pt x="43" y="32"/>
                    </a:cubicBezTo>
                    <a:cubicBezTo>
                      <a:pt x="30" y="0"/>
                      <a:pt x="27" y="12"/>
                      <a:pt x="27" y="12"/>
                    </a:cubicBezTo>
                    <a:lnTo>
                      <a:pt x="0" y="22"/>
                    </a:lnTo>
                    <a:close/>
                  </a:path>
                </a:pathLst>
              </a:custGeom>
              <a:solidFill>
                <a:srgbClr val="544DB8">
                  <a:alpha val="100000"/>
                </a:srgbClr>
              </a:solidFill>
              <a:ln>
                <a:headEnd type="none"/>
                <a:tailEnd type="none"/>
              </a:ln>
            </p:spPr>
          </p:sp>
          <p:sp>
            <p:nvSpPr>
              <p:cNvPr id="143" name="AutoShape 143"/>
              <p:cNvSpPr/>
              <p:nvPr/>
            </p:nvSpPr>
            <p:spPr>
              <a:xfrm>
                <a:off x="5995988" y="4187825"/>
                <a:ext cx="342900" cy="1039813"/>
              </a:xfrm>
              <a:custGeom>
                <a:avLst/>
                <a:gdLst/>
                <a:ahLst/>
                <a:cxnLst/>
                <a:rect l="l" t="t" r="r" b="b"/>
                <a:pathLst>
                  <a:path w="48" h="145">
                    <a:moveTo>
                      <a:pt x="18" y="3"/>
                    </a:moveTo>
                    <a:cubicBezTo>
                      <a:pt x="18" y="3"/>
                      <a:pt x="20" y="59"/>
                      <a:pt x="16" y="80"/>
                    </a:cubicBezTo>
                    <a:cubicBezTo>
                      <a:pt x="12" y="102"/>
                      <a:pt x="0" y="144"/>
                      <a:pt x="0" y="144"/>
                    </a:cubicBezTo>
                    <a:cubicBezTo>
                      <a:pt x="32" y="145"/>
                      <a:pt x="32" y="145"/>
                      <a:pt x="32" y="145"/>
                    </a:cubicBezTo>
                    <a:cubicBezTo>
                      <a:pt x="23" y="139"/>
                      <a:pt x="23" y="139"/>
                      <a:pt x="23" y="139"/>
                    </a:cubicBezTo>
                    <a:cubicBezTo>
                      <a:pt x="18" y="136"/>
                      <a:pt x="18" y="136"/>
                      <a:pt x="18" y="136"/>
                    </a:cubicBezTo>
                    <a:cubicBezTo>
                      <a:pt x="18" y="136"/>
                      <a:pt x="41" y="75"/>
                      <a:pt x="43" y="46"/>
                    </a:cubicBezTo>
                    <a:cubicBezTo>
                      <a:pt x="45" y="17"/>
                      <a:pt x="48" y="0"/>
                      <a:pt x="48" y="0"/>
                    </a:cubicBezTo>
                    <a:lnTo>
                      <a:pt x="18" y="3"/>
                    </a:lnTo>
                    <a:close/>
                  </a:path>
                </a:pathLst>
              </a:custGeom>
              <a:solidFill>
                <a:srgbClr val="544DB8">
                  <a:alpha val="100000"/>
                </a:srgbClr>
              </a:solidFill>
              <a:ln>
                <a:headEnd type="none"/>
                <a:tailEnd type="none"/>
              </a:ln>
            </p:spPr>
          </p:sp>
          <p:sp>
            <p:nvSpPr>
              <p:cNvPr id="144" name="AutoShape 144"/>
              <p:cNvSpPr/>
              <p:nvPr/>
            </p:nvSpPr>
            <p:spPr>
              <a:xfrm>
                <a:off x="6561138" y="2847975"/>
                <a:ext cx="79375" cy="173038"/>
              </a:xfrm>
              <a:custGeom>
                <a:avLst/>
                <a:gdLst/>
                <a:ahLst/>
                <a:cxnLst/>
                <a:rect l="l" t="t" r="r" b="b"/>
                <a:pathLst>
                  <a:path w="50" h="109">
                    <a:moveTo>
                      <a:pt x="18" y="109"/>
                    </a:moveTo>
                    <a:lnTo>
                      <a:pt x="41" y="95"/>
                    </a:lnTo>
                    <a:lnTo>
                      <a:pt x="50" y="54"/>
                    </a:lnTo>
                    <a:lnTo>
                      <a:pt x="41" y="50"/>
                    </a:lnTo>
                    <a:lnTo>
                      <a:pt x="32" y="68"/>
                    </a:lnTo>
                    <a:lnTo>
                      <a:pt x="41" y="0"/>
                    </a:lnTo>
                    <a:lnTo>
                      <a:pt x="27" y="0"/>
                    </a:lnTo>
                    <a:lnTo>
                      <a:pt x="14" y="68"/>
                    </a:lnTo>
                    <a:lnTo>
                      <a:pt x="0" y="95"/>
                    </a:lnTo>
                    <a:lnTo>
                      <a:pt x="14" y="104"/>
                    </a:lnTo>
                    <a:lnTo>
                      <a:pt x="18" y="109"/>
                    </a:lnTo>
                    <a:close/>
                  </a:path>
                </a:pathLst>
              </a:custGeom>
              <a:solidFill>
                <a:srgbClr val="F7D3A9">
                  <a:alpha val="100000"/>
                </a:srgbClr>
              </a:solidFill>
              <a:ln>
                <a:headEnd type="none"/>
                <a:tailEnd type="none"/>
              </a:ln>
            </p:spPr>
          </p:sp>
          <p:sp>
            <p:nvSpPr>
              <p:cNvPr id="145" name="AutoShape 145"/>
              <p:cNvSpPr/>
              <p:nvPr/>
            </p:nvSpPr>
            <p:spPr>
              <a:xfrm>
                <a:off x="6561138" y="2847975"/>
                <a:ext cx="79375" cy="173038"/>
              </a:xfrm>
              <a:custGeom>
                <a:avLst/>
                <a:gdLst/>
                <a:ahLst/>
                <a:cxnLst/>
                <a:rect l="l" t="t" r="r" b="b"/>
                <a:pathLst>
                  <a:path w="50" h="109">
                    <a:moveTo>
                      <a:pt x="18" y="109"/>
                    </a:moveTo>
                    <a:lnTo>
                      <a:pt x="41" y="95"/>
                    </a:lnTo>
                    <a:lnTo>
                      <a:pt x="50" y="54"/>
                    </a:lnTo>
                    <a:lnTo>
                      <a:pt x="41" y="50"/>
                    </a:lnTo>
                    <a:lnTo>
                      <a:pt x="32" y="68"/>
                    </a:lnTo>
                    <a:lnTo>
                      <a:pt x="41" y="0"/>
                    </a:lnTo>
                    <a:lnTo>
                      <a:pt x="27" y="0"/>
                    </a:lnTo>
                    <a:lnTo>
                      <a:pt x="14" y="68"/>
                    </a:lnTo>
                    <a:lnTo>
                      <a:pt x="0" y="95"/>
                    </a:lnTo>
                    <a:lnTo>
                      <a:pt x="14" y="104"/>
                    </a:lnTo>
                  </a:path>
                </a:pathLst>
              </a:custGeom>
              <a:ln>
                <a:headEnd type="none"/>
                <a:tailEnd type="none"/>
              </a:ln>
            </p:spPr>
          </p:sp>
          <p:sp>
            <p:nvSpPr>
              <p:cNvPr id="146" name="AutoShape 146"/>
              <p:cNvSpPr/>
              <p:nvPr/>
            </p:nvSpPr>
            <p:spPr>
              <a:xfrm>
                <a:off x="6805613" y="3035300"/>
                <a:ext cx="157163" cy="106363"/>
              </a:xfrm>
              <a:custGeom>
                <a:avLst/>
                <a:gdLst/>
                <a:ahLst/>
                <a:cxnLst/>
                <a:rect l="l" t="t" r="r" b="b"/>
                <a:pathLst>
                  <a:path w="99" h="67">
                    <a:moveTo>
                      <a:pt x="0" y="63"/>
                    </a:moveTo>
                    <a:lnTo>
                      <a:pt x="4" y="31"/>
                    </a:lnTo>
                    <a:lnTo>
                      <a:pt x="41" y="0"/>
                    </a:lnTo>
                    <a:lnTo>
                      <a:pt x="45" y="9"/>
                    </a:lnTo>
                    <a:lnTo>
                      <a:pt x="36" y="22"/>
                    </a:lnTo>
                    <a:lnTo>
                      <a:pt x="99" y="9"/>
                    </a:lnTo>
                    <a:lnTo>
                      <a:pt x="99" y="22"/>
                    </a:lnTo>
                    <a:lnTo>
                      <a:pt x="41" y="45"/>
                    </a:lnTo>
                    <a:lnTo>
                      <a:pt x="27" y="67"/>
                    </a:lnTo>
                    <a:lnTo>
                      <a:pt x="0" y="63"/>
                    </a:lnTo>
                    <a:close/>
                  </a:path>
                </a:pathLst>
              </a:custGeom>
              <a:solidFill>
                <a:srgbClr val="F7D3A9">
                  <a:alpha val="100000"/>
                </a:srgbClr>
              </a:solidFill>
              <a:ln>
                <a:headEnd type="none"/>
                <a:tailEnd type="none"/>
              </a:ln>
            </p:spPr>
          </p:sp>
          <p:sp>
            <p:nvSpPr>
              <p:cNvPr id="147" name="AutoShape 147"/>
              <p:cNvSpPr/>
              <p:nvPr/>
            </p:nvSpPr>
            <p:spPr>
              <a:xfrm>
                <a:off x="6067426" y="2984500"/>
                <a:ext cx="552450" cy="1282700"/>
              </a:xfrm>
              <a:custGeom>
                <a:avLst/>
                <a:gdLst/>
                <a:ahLst/>
                <a:cxnLst/>
                <a:rect l="l" t="t" r="r" b="b"/>
                <a:pathLst>
                  <a:path w="77" h="179">
                    <a:moveTo>
                      <a:pt x="69" y="0"/>
                    </a:moveTo>
                    <a:cubicBezTo>
                      <a:pt x="69" y="0"/>
                      <a:pt x="10" y="72"/>
                      <a:pt x="3" y="86"/>
                    </a:cubicBezTo>
                    <a:cubicBezTo>
                      <a:pt x="3" y="86"/>
                      <a:pt x="0" y="91"/>
                      <a:pt x="0" y="106"/>
                    </a:cubicBezTo>
                    <a:cubicBezTo>
                      <a:pt x="0" y="121"/>
                      <a:pt x="6" y="176"/>
                      <a:pt x="6" y="176"/>
                    </a:cubicBezTo>
                    <a:cubicBezTo>
                      <a:pt x="66" y="179"/>
                      <a:pt x="66" y="179"/>
                      <a:pt x="66" y="179"/>
                    </a:cubicBezTo>
                    <a:cubicBezTo>
                      <a:pt x="66" y="179"/>
                      <a:pt x="46" y="112"/>
                      <a:pt x="46" y="111"/>
                    </a:cubicBezTo>
                    <a:cubicBezTo>
                      <a:pt x="45" y="109"/>
                      <a:pt x="35" y="98"/>
                      <a:pt x="26" y="96"/>
                    </a:cubicBezTo>
                    <a:cubicBezTo>
                      <a:pt x="77" y="5"/>
                      <a:pt x="77" y="5"/>
                      <a:pt x="77" y="5"/>
                    </a:cubicBezTo>
                    <a:lnTo>
                      <a:pt x="69" y="0"/>
                    </a:lnTo>
                    <a:close/>
                  </a:path>
                </a:pathLst>
              </a:custGeom>
              <a:solidFill>
                <a:srgbClr val="6DB8FF">
                  <a:alpha val="100000"/>
                </a:srgbClr>
              </a:solidFill>
              <a:ln>
                <a:headEnd type="none"/>
                <a:tailEnd type="none"/>
              </a:ln>
            </p:spPr>
          </p:sp>
          <p:sp>
            <p:nvSpPr>
              <p:cNvPr id="148" name="AutoShape 148"/>
              <p:cNvSpPr/>
              <p:nvPr/>
            </p:nvSpPr>
            <p:spPr>
              <a:xfrm>
                <a:off x="6203951" y="3586163"/>
                <a:ext cx="120650" cy="122238"/>
              </a:xfrm>
              <a:custGeom>
                <a:avLst/>
                <a:gdLst/>
                <a:ahLst/>
                <a:cxnLst/>
                <a:rect l="l" t="t" r="r" b="b"/>
                <a:pathLst>
                  <a:path w="17" h="17">
                    <a:moveTo>
                      <a:pt x="13" y="5"/>
                    </a:moveTo>
                    <a:cubicBezTo>
                      <a:pt x="13" y="5"/>
                      <a:pt x="15" y="13"/>
                      <a:pt x="17" y="17"/>
                    </a:cubicBezTo>
                    <a:cubicBezTo>
                      <a:pt x="17" y="17"/>
                      <a:pt x="4" y="17"/>
                      <a:pt x="0" y="11"/>
                    </a:cubicBezTo>
                    <a:cubicBezTo>
                      <a:pt x="5" y="0"/>
                      <a:pt x="5" y="0"/>
                      <a:pt x="5" y="0"/>
                    </a:cubicBezTo>
                    <a:lnTo>
                      <a:pt x="13" y="5"/>
                    </a:lnTo>
                    <a:close/>
                  </a:path>
                </a:pathLst>
              </a:custGeom>
              <a:solidFill>
                <a:srgbClr val="F7D3A9">
                  <a:alpha val="100000"/>
                </a:srgbClr>
              </a:solidFill>
              <a:ln>
                <a:headEnd type="none"/>
                <a:tailEnd type="none"/>
              </a:ln>
            </p:spPr>
          </p:sp>
          <p:sp>
            <p:nvSpPr>
              <p:cNvPr id="149" name="AutoShape 149"/>
              <p:cNvSpPr/>
              <p:nvPr/>
            </p:nvSpPr>
            <p:spPr>
              <a:xfrm>
                <a:off x="6167438" y="3363913"/>
                <a:ext cx="222250" cy="315913"/>
              </a:xfrm>
              <a:custGeom>
                <a:avLst/>
                <a:gdLst/>
                <a:ahLst/>
                <a:cxnLst/>
                <a:rect l="l" t="t" r="r" b="b"/>
                <a:pathLst>
                  <a:path w="31" h="44">
                    <a:moveTo>
                      <a:pt x="27" y="13"/>
                    </a:moveTo>
                    <a:cubicBezTo>
                      <a:pt x="27" y="13"/>
                      <a:pt x="31" y="34"/>
                      <a:pt x="27" y="39"/>
                    </a:cubicBezTo>
                    <a:cubicBezTo>
                      <a:pt x="23" y="44"/>
                      <a:pt x="11" y="36"/>
                      <a:pt x="6" y="28"/>
                    </a:cubicBezTo>
                    <a:cubicBezTo>
                      <a:pt x="1" y="20"/>
                      <a:pt x="0" y="3"/>
                      <a:pt x="8" y="1"/>
                    </a:cubicBezTo>
                    <a:cubicBezTo>
                      <a:pt x="17" y="0"/>
                      <a:pt x="25" y="5"/>
                      <a:pt x="27" y="13"/>
                    </a:cubicBezTo>
                    <a:close/>
                  </a:path>
                </a:pathLst>
              </a:custGeom>
              <a:solidFill>
                <a:srgbClr val="F7D3A9">
                  <a:alpha val="100000"/>
                </a:srgbClr>
              </a:solidFill>
              <a:ln>
                <a:headEnd type="none"/>
                <a:tailEnd type="none"/>
              </a:ln>
            </p:spPr>
          </p:sp>
          <p:sp>
            <p:nvSpPr>
              <p:cNvPr id="150" name="AutoShape 150"/>
              <p:cNvSpPr/>
              <p:nvPr/>
            </p:nvSpPr>
            <p:spPr>
              <a:xfrm>
                <a:off x="6281738" y="3113088"/>
                <a:ext cx="574675" cy="809625"/>
              </a:xfrm>
              <a:custGeom>
                <a:avLst/>
                <a:gdLst/>
                <a:ahLst/>
                <a:cxnLst/>
                <a:rect l="l" t="t" r="r" b="b"/>
                <a:pathLst>
                  <a:path w="80" h="113">
                    <a:moveTo>
                      <a:pt x="6" y="87"/>
                    </a:moveTo>
                    <a:cubicBezTo>
                      <a:pt x="6" y="87"/>
                      <a:pt x="53" y="57"/>
                      <a:pt x="57" y="51"/>
                    </a:cubicBezTo>
                    <a:cubicBezTo>
                      <a:pt x="60" y="45"/>
                      <a:pt x="71" y="0"/>
                      <a:pt x="71" y="0"/>
                    </a:cubicBezTo>
                    <a:cubicBezTo>
                      <a:pt x="80" y="2"/>
                      <a:pt x="80" y="2"/>
                      <a:pt x="80" y="2"/>
                    </a:cubicBezTo>
                    <a:cubicBezTo>
                      <a:pt x="80" y="2"/>
                      <a:pt x="75" y="53"/>
                      <a:pt x="73" y="58"/>
                    </a:cubicBezTo>
                    <a:cubicBezTo>
                      <a:pt x="72" y="64"/>
                      <a:pt x="25" y="113"/>
                      <a:pt x="15" y="113"/>
                    </a:cubicBezTo>
                    <a:cubicBezTo>
                      <a:pt x="4" y="113"/>
                      <a:pt x="0" y="99"/>
                      <a:pt x="6" y="87"/>
                    </a:cubicBezTo>
                    <a:close/>
                  </a:path>
                </a:pathLst>
              </a:custGeom>
              <a:solidFill>
                <a:srgbClr val="6DB8FF">
                  <a:alpha val="100000"/>
                </a:srgbClr>
              </a:solidFill>
              <a:ln>
                <a:headEnd type="none"/>
                <a:tailEnd type="none"/>
              </a:ln>
            </p:spPr>
          </p:sp>
          <p:sp>
            <p:nvSpPr>
              <p:cNvPr id="151" name="AutoShape 151"/>
              <p:cNvSpPr/>
              <p:nvPr/>
            </p:nvSpPr>
            <p:spPr>
              <a:xfrm>
                <a:off x="6138863" y="3306763"/>
                <a:ext cx="214313" cy="322263"/>
              </a:xfrm>
              <a:custGeom>
                <a:avLst/>
                <a:gdLst/>
                <a:ahLst/>
                <a:cxnLst/>
                <a:rect l="l" t="t" r="r" b="b"/>
                <a:pathLst>
                  <a:path w="30" h="45">
                    <a:moveTo>
                      <a:pt x="28" y="16"/>
                    </a:moveTo>
                    <a:cubicBezTo>
                      <a:pt x="28" y="16"/>
                      <a:pt x="30" y="8"/>
                      <a:pt x="25" y="4"/>
                    </a:cubicBezTo>
                    <a:cubicBezTo>
                      <a:pt x="20" y="0"/>
                      <a:pt x="11" y="0"/>
                      <a:pt x="9" y="2"/>
                    </a:cubicBezTo>
                    <a:cubicBezTo>
                      <a:pt x="9" y="4"/>
                      <a:pt x="15" y="6"/>
                      <a:pt x="14" y="7"/>
                    </a:cubicBezTo>
                    <a:cubicBezTo>
                      <a:pt x="12" y="8"/>
                      <a:pt x="5" y="7"/>
                      <a:pt x="3" y="14"/>
                    </a:cubicBezTo>
                    <a:cubicBezTo>
                      <a:pt x="1" y="22"/>
                      <a:pt x="4" y="23"/>
                      <a:pt x="4" y="23"/>
                    </a:cubicBezTo>
                    <a:cubicBezTo>
                      <a:pt x="4" y="23"/>
                      <a:pt x="0" y="27"/>
                      <a:pt x="5" y="34"/>
                    </a:cubicBezTo>
                    <a:cubicBezTo>
                      <a:pt x="9" y="40"/>
                      <a:pt x="19" y="45"/>
                      <a:pt x="22" y="44"/>
                    </a:cubicBezTo>
                    <a:cubicBezTo>
                      <a:pt x="24" y="44"/>
                      <a:pt x="23" y="34"/>
                      <a:pt x="23" y="34"/>
                    </a:cubicBezTo>
                    <a:cubicBezTo>
                      <a:pt x="23" y="34"/>
                      <a:pt x="17" y="33"/>
                      <a:pt x="17" y="29"/>
                    </a:cubicBezTo>
                    <a:cubicBezTo>
                      <a:pt x="16" y="26"/>
                      <a:pt x="19" y="25"/>
                      <a:pt x="21" y="27"/>
                    </a:cubicBezTo>
                    <a:cubicBezTo>
                      <a:pt x="22" y="28"/>
                      <a:pt x="23" y="31"/>
                      <a:pt x="24" y="30"/>
                    </a:cubicBezTo>
                    <a:cubicBezTo>
                      <a:pt x="25" y="30"/>
                      <a:pt x="23" y="23"/>
                      <a:pt x="23" y="23"/>
                    </a:cubicBezTo>
                    <a:cubicBezTo>
                      <a:pt x="23" y="23"/>
                      <a:pt x="27" y="19"/>
                      <a:pt x="28" y="16"/>
                    </a:cubicBezTo>
                    <a:close/>
                  </a:path>
                </a:pathLst>
              </a:custGeom>
              <a:solidFill>
                <a:srgbClr val="544DB8">
                  <a:alpha val="100000"/>
                </a:srgbClr>
              </a:solidFill>
              <a:ln>
                <a:headEnd type="none"/>
                <a:tailEnd type="none"/>
              </a:ln>
            </p:spPr>
          </p:sp>
          <p:sp>
            <p:nvSpPr>
              <p:cNvPr id="152" name="AutoShape 152"/>
              <p:cNvSpPr/>
              <p:nvPr/>
            </p:nvSpPr>
            <p:spPr>
              <a:xfrm>
                <a:off x="6167438" y="4919663"/>
                <a:ext cx="601663" cy="573088"/>
              </a:xfrm>
              <a:custGeom>
                <a:avLst/>
                <a:gdLst/>
                <a:ahLst/>
                <a:cxnLst/>
                <a:rect l="l" t="t" r="r" b="b"/>
                <a:pathLst>
                  <a:path w="84" h="80">
                    <a:moveTo>
                      <a:pt x="52" y="3"/>
                    </a:moveTo>
                    <a:cubicBezTo>
                      <a:pt x="16" y="13"/>
                      <a:pt x="16" y="13"/>
                      <a:pt x="16" y="13"/>
                    </a:cubicBezTo>
                    <a:cubicBezTo>
                      <a:pt x="6" y="16"/>
                      <a:pt x="0" y="26"/>
                      <a:pt x="3" y="35"/>
                    </a:cubicBezTo>
                    <a:cubicBezTo>
                      <a:pt x="10" y="60"/>
                      <a:pt x="10" y="60"/>
                      <a:pt x="10" y="60"/>
                    </a:cubicBezTo>
                    <a:cubicBezTo>
                      <a:pt x="13" y="70"/>
                      <a:pt x="23" y="76"/>
                      <a:pt x="33" y="73"/>
                    </a:cubicBezTo>
                    <a:cubicBezTo>
                      <a:pt x="43" y="70"/>
                      <a:pt x="43" y="70"/>
                      <a:pt x="43" y="70"/>
                    </a:cubicBezTo>
                    <a:cubicBezTo>
                      <a:pt x="54" y="80"/>
                      <a:pt x="54" y="80"/>
                      <a:pt x="54" y="80"/>
                    </a:cubicBezTo>
                    <a:cubicBezTo>
                      <a:pt x="57" y="66"/>
                      <a:pt x="57" y="66"/>
                      <a:pt x="57" y="66"/>
                    </a:cubicBezTo>
                    <a:cubicBezTo>
                      <a:pt x="68" y="63"/>
                      <a:pt x="68" y="63"/>
                      <a:pt x="68" y="63"/>
                    </a:cubicBezTo>
                    <a:cubicBezTo>
                      <a:pt x="78" y="60"/>
                      <a:pt x="84" y="50"/>
                      <a:pt x="81" y="40"/>
                    </a:cubicBezTo>
                    <a:cubicBezTo>
                      <a:pt x="74" y="16"/>
                      <a:pt x="74" y="16"/>
                      <a:pt x="74" y="16"/>
                    </a:cubicBezTo>
                    <a:cubicBezTo>
                      <a:pt x="72" y="6"/>
                      <a:pt x="61" y="0"/>
                      <a:pt x="52" y="3"/>
                    </a:cubicBezTo>
                    <a:close/>
                  </a:path>
                </a:pathLst>
              </a:custGeom>
              <a:solidFill>
                <a:srgbClr val="9570EE">
                  <a:alpha val="100000"/>
                </a:srgbClr>
              </a:solidFill>
              <a:ln>
                <a:headEnd type="none"/>
                <a:tailEnd type="none"/>
              </a:ln>
            </p:spPr>
          </p:sp>
          <p:sp>
            <p:nvSpPr>
              <p:cNvPr id="153" name="AutoShape 153"/>
              <p:cNvSpPr/>
              <p:nvPr/>
            </p:nvSpPr>
            <p:spPr>
              <a:xfrm>
                <a:off x="6310313" y="5205413"/>
                <a:ext cx="65088" cy="65088"/>
              </a:xfrm>
              <a:custGeom>
                <a:avLst/>
                <a:gdLst/>
                <a:ahLst/>
                <a:cxnLst/>
                <a:rect l="l" t="t" r="r" b="b"/>
                <a:pathLst>
                  <a:path w="9" h="9">
                    <a:moveTo>
                      <a:pt x="8" y="3"/>
                    </a:moveTo>
                    <a:cubicBezTo>
                      <a:pt x="9" y="5"/>
                      <a:pt x="7" y="8"/>
                      <a:pt x="5" y="8"/>
                    </a:cubicBezTo>
                    <a:cubicBezTo>
                      <a:pt x="3" y="9"/>
                      <a:pt x="1" y="8"/>
                      <a:pt x="0" y="5"/>
                    </a:cubicBezTo>
                    <a:cubicBezTo>
                      <a:pt x="0" y="3"/>
                      <a:pt x="1" y="1"/>
                      <a:pt x="3" y="0"/>
                    </a:cubicBezTo>
                    <a:cubicBezTo>
                      <a:pt x="5" y="0"/>
                      <a:pt x="8" y="1"/>
                      <a:pt x="8" y="3"/>
                    </a:cubicBezTo>
                    <a:close/>
                  </a:path>
                </a:pathLst>
              </a:custGeom>
              <a:solidFill>
                <a:srgbClr val="FFFFFF">
                  <a:alpha val="100000"/>
                </a:srgbClr>
              </a:solidFill>
              <a:ln>
                <a:headEnd type="none"/>
                <a:tailEnd type="none"/>
              </a:ln>
            </p:spPr>
          </p:sp>
          <p:sp>
            <p:nvSpPr>
              <p:cNvPr id="154" name="AutoShape 154"/>
              <p:cNvSpPr/>
              <p:nvPr/>
            </p:nvSpPr>
            <p:spPr>
              <a:xfrm>
                <a:off x="6440488" y="5170488"/>
                <a:ext cx="63500" cy="63500"/>
              </a:xfrm>
              <a:custGeom>
                <a:avLst/>
                <a:gdLst/>
                <a:ahLst/>
                <a:cxnLst/>
                <a:rect l="l" t="t" r="r" b="b"/>
                <a:pathLst>
                  <a:path w="9" h="9">
                    <a:moveTo>
                      <a:pt x="8" y="3"/>
                    </a:moveTo>
                    <a:cubicBezTo>
                      <a:pt x="9" y="5"/>
                      <a:pt x="7" y="8"/>
                      <a:pt x="5" y="8"/>
                    </a:cubicBezTo>
                    <a:cubicBezTo>
                      <a:pt x="3" y="9"/>
                      <a:pt x="1" y="8"/>
                      <a:pt x="0" y="5"/>
                    </a:cubicBezTo>
                    <a:cubicBezTo>
                      <a:pt x="0" y="3"/>
                      <a:pt x="1" y="1"/>
                      <a:pt x="3" y="0"/>
                    </a:cubicBezTo>
                    <a:cubicBezTo>
                      <a:pt x="5" y="0"/>
                      <a:pt x="7" y="1"/>
                      <a:pt x="8" y="3"/>
                    </a:cubicBezTo>
                    <a:close/>
                  </a:path>
                </a:pathLst>
              </a:custGeom>
              <a:solidFill>
                <a:srgbClr val="FFFFFF">
                  <a:alpha val="100000"/>
                </a:srgbClr>
              </a:solidFill>
              <a:ln>
                <a:headEnd type="none"/>
                <a:tailEnd type="none"/>
              </a:ln>
            </p:spPr>
          </p:sp>
          <p:sp>
            <p:nvSpPr>
              <p:cNvPr id="155" name="AutoShape 155"/>
              <p:cNvSpPr/>
              <p:nvPr/>
            </p:nvSpPr>
            <p:spPr>
              <a:xfrm>
                <a:off x="6561138" y="5133975"/>
                <a:ext cx="73025" cy="65088"/>
              </a:xfrm>
              <a:custGeom>
                <a:avLst/>
                <a:gdLst/>
                <a:ahLst/>
                <a:cxnLst/>
                <a:rect l="l" t="t" r="r" b="b"/>
                <a:pathLst>
                  <a:path w="10" h="9">
                    <a:moveTo>
                      <a:pt x="9" y="3"/>
                    </a:moveTo>
                    <a:cubicBezTo>
                      <a:pt x="10" y="6"/>
                      <a:pt x="8" y="8"/>
                      <a:pt x="6" y="8"/>
                    </a:cubicBezTo>
                    <a:cubicBezTo>
                      <a:pt x="4" y="9"/>
                      <a:pt x="2" y="8"/>
                      <a:pt x="1" y="6"/>
                    </a:cubicBezTo>
                    <a:cubicBezTo>
                      <a:pt x="0" y="3"/>
                      <a:pt x="2" y="1"/>
                      <a:pt x="4" y="1"/>
                    </a:cubicBezTo>
                    <a:cubicBezTo>
                      <a:pt x="6" y="0"/>
                      <a:pt x="8" y="1"/>
                      <a:pt x="9" y="3"/>
                    </a:cubicBezTo>
                    <a:close/>
                  </a:path>
                </a:pathLst>
              </a:custGeom>
              <a:solidFill>
                <a:srgbClr val="FFFFFF">
                  <a:alpha val="100000"/>
                </a:srgbClr>
              </a:solidFill>
              <a:ln>
                <a:headEnd type="none"/>
                <a:tailEnd type="none"/>
              </a:ln>
            </p:spPr>
          </p:sp>
          <p:sp>
            <p:nvSpPr>
              <p:cNvPr id="156" name="AutoShape 156"/>
              <p:cNvSpPr/>
              <p:nvPr/>
            </p:nvSpPr>
            <p:spPr>
              <a:xfrm>
                <a:off x="5229226" y="4711700"/>
                <a:ext cx="92075" cy="93663"/>
              </a:xfrm>
              <a:prstGeom prst="ellipse">
                <a:avLst/>
              </a:prstGeom>
              <a:solidFill>
                <a:srgbClr val="FFC240">
                  <a:alpha val="100000"/>
                </a:srgbClr>
              </a:solidFill>
              <a:ln>
                <a:headEnd type="none"/>
                <a:tailEnd type="none"/>
              </a:ln>
            </p:spPr>
          </p:sp>
          <p:sp>
            <p:nvSpPr>
              <p:cNvPr id="157" name="AutoShape 157"/>
              <p:cNvSpPr/>
              <p:nvPr/>
            </p:nvSpPr>
            <p:spPr>
              <a:xfrm>
                <a:off x="6962776" y="4410075"/>
                <a:ext cx="93663" cy="93663"/>
              </a:xfrm>
              <a:prstGeom prst="ellipse">
                <a:avLst/>
              </a:prstGeom>
              <a:solidFill>
                <a:srgbClr val="FF4F72">
                  <a:alpha val="100000"/>
                </a:srgbClr>
              </a:solidFill>
              <a:ln>
                <a:headEnd type="none"/>
                <a:tailEnd type="none"/>
              </a:ln>
            </p:spPr>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Agenda">
    <p:bg>
      <p:bgPr>
        <a:solidFill>
          <a:srgbClr val="FFFFFF">
            <a:alpha val="100000"/>
          </a:srgbClr>
        </a:solidFill>
        <a:effectLst/>
      </p:bgPr>
    </p:bg>
    <p:spTree>
      <p:nvGrpSpPr>
        <p:cNvPr id="1" name=""/>
        <p:cNvGrpSpPr/>
        <p:nvPr/>
      </p:nvGrpSpPr>
      <p:grpSpPr>
        <a:xfrm>
          <a:off x="0" y="0"/>
          <a:ext cx="0" cy="0"/>
          <a:chOff x="0" y="0"/>
          <a:chExt cx="0" cy="0"/>
        </a:xfrm>
      </p:grpSpPr>
      <p:cxnSp>
        <p:nvCxnSpPr>
          <p:cNvPr id="2" name="Connector 2"/>
          <p:cNvCxnSpPr/>
          <p:nvPr/>
        </p:nvCxnSpPr>
        <p:spPr>
          <a:xfrm flipH="1">
            <a:off x="3621019" y="1500188"/>
            <a:ext cx="0" cy="4633913"/>
          </a:xfrm>
          <a:prstGeom prst="line">
            <a:avLst/>
          </a:prstGeom>
          <a:ln w="3175">
            <a:solidFill>
              <a:srgbClr val="768394">
                <a:alpha val="100000"/>
              </a:srgbClr>
            </a:solidFill>
            <a:prstDash val="solid"/>
            <a:headEnd type="none"/>
            <a:tailEnd type="none"/>
          </a:ln>
        </p:spPr>
      </p:cxnSp>
      <p:sp>
        <p:nvSpPr>
          <p:cNvPr id="3" name="AutoShape 3"/>
          <p:cNvSpPr/>
          <p:nvPr/>
        </p:nvSpPr>
        <p:spPr>
          <a:xfrm>
            <a:off x="2626456" y="5219207"/>
            <a:ext cx="870506" cy="915667"/>
          </a:xfrm>
          <a:custGeom>
            <a:avLst/>
            <a:gdLst/>
            <a:ahLst/>
            <a:cxnLst/>
            <a:rect l="l" t="t"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768394">
              <a:alpha val="100000"/>
            </a:srgbClr>
          </a:solidFill>
          <a:ln>
            <a:headEnd type="none"/>
            <a:tailEnd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losing">
    <p:bg>
      <p:bgPr>
        <a:solidFill>
          <a:srgbClr val="FFFFFF">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1587" y="-996"/>
            <a:ext cx="12188826" cy="5844238"/>
            <a:chOff x="1587" y="-996"/>
            <a:chExt cx="12188826" cy="5844238"/>
          </a:xfrm>
        </p:grpSpPr>
        <p:sp>
          <p:nvSpPr>
            <p:cNvPr id="3" name="AutoShape 3"/>
            <p:cNvSpPr/>
            <p:nvPr/>
          </p:nvSpPr>
          <p:spPr>
            <a:xfrm flipH="1" flipV="1">
              <a:off x="1587" y="-996"/>
              <a:ext cx="12188826" cy="4789488"/>
            </a:xfrm>
            <a:custGeom>
              <a:avLst/>
              <a:gdLst/>
              <a:ahLst/>
              <a:cxnLst/>
              <a:rect l="l" t="t" r="r" b="b"/>
              <a:pathLst>
                <a:path w="31996" h="12565">
                  <a:moveTo>
                    <a:pt x="26330" y="2"/>
                  </a:moveTo>
                  <a:cubicBezTo>
                    <a:pt x="27445" y="21"/>
                    <a:pt x="28545" y="333"/>
                    <a:pt x="29158" y="861"/>
                  </a:cubicBezTo>
                  <a:cubicBezTo>
                    <a:pt x="29793" y="1408"/>
                    <a:pt x="29993" y="2219"/>
                    <a:pt x="31128" y="2427"/>
                  </a:cubicBezTo>
                  <a:cubicBezTo>
                    <a:pt x="31429" y="2465"/>
                    <a:pt x="31729" y="2465"/>
                    <a:pt x="31996" y="2408"/>
                  </a:cubicBezTo>
                  <a:cubicBezTo>
                    <a:pt x="31996" y="8401"/>
                    <a:pt x="31996" y="11210"/>
                    <a:pt x="31996" y="12527"/>
                  </a:cubicBezTo>
                  <a:lnTo>
                    <a:pt x="31996" y="12565"/>
                  </a:lnTo>
                  <a:lnTo>
                    <a:pt x="0" y="12565"/>
                  </a:lnTo>
                  <a:lnTo>
                    <a:pt x="0" y="9370"/>
                  </a:lnTo>
                  <a:lnTo>
                    <a:pt x="95" y="9260"/>
                  </a:lnTo>
                  <a:cubicBezTo>
                    <a:pt x="953" y="8416"/>
                    <a:pt x="2524" y="7772"/>
                    <a:pt x="4248" y="7822"/>
                  </a:cubicBezTo>
                  <a:cubicBezTo>
                    <a:pt x="6218" y="7878"/>
                    <a:pt x="8021" y="8803"/>
                    <a:pt x="9991" y="8558"/>
                  </a:cubicBezTo>
                  <a:cubicBezTo>
                    <a:pt x="11293" y="8407"/>
                    <a:pt x="12228" y="7728"/>
                    <a:pt x="12763" y="7030"/>
                  </a:cubicBezTo>
                  <a:cubicBezTo>
                    <a:pt x="13297" y="6332"/>
                    <a:pt x="13531" y="5558"/>
                    <a:pt x="14031" y="4860"/>
                  </a:cubicBezTo>
                  <a:cubicBezTo>
                    <a:pt x="14532" y="4143"/>
                    <a:pt x="15434" y="3464"/>
                    <a:pt x="16736" y="3276"/>
                  </a:cubicBezTo>
                  <a:cubicBezTo>
                    <a:pt x="17872" y="3106"/>
                    <a:pt x="19140" y="3332"/>
                    <a:pt x="20209" y="3049"/>
                  </a:cubicBezTo>
                  <a:cubicBezTo>
                    <a:pt x="21511" y="2710"/>
                    <a:pt x="21912" y="1786"/>
                    <a:pt x="22747" y="1106"/>
                  </a:cubicBezTo>
                  <a:cubicBezTo>
                    <a:pt x="23448" y="522"/>
                    <a:pt x="24617" y="88"/>
                    <a:pt x="25852" y="12"/>
                  </a:cubicBezTo>
                  <a:cubicBezTo>
                    <a:pt x="26011" y="3"/>
                    <a:pt x="26171" y="0"/>
                    <a:pt x="26330" y="2"/>
                  </a:cubicBezTo>
                  <a:close/>
                </a:path>
              </a:pathLst>
            </a:custGeom>
            <a:gradFill>
              <a:gsLst>
                <a:gs pos="0">
                  <a:srgbClr val="6DB8FF">
                    <a:alpha val="100000"/>
                    <a:lumMod val="50000"/>
                  </a:srgbClr>
                </a:gs>
                <a:gs pos="100000">
                  <a:srgbClr val="2F6DFF">
                    <a:alpha val="100000"/>
                    <a:lumMod val="75000"/>
                  </a:srgbClr>
                </a:gs>
              </a:gsLst>
              <a:lin ang="5400000"/>
            </a:gradFill>
            <a:ln>
              <a:prstDash val="solid"/>
              <a:headEnd type="none"/>
              <a:tailEnd type="none"/>
            </a:ln>
          </p:spPr>
        </p:sp>
        <p:grpSp>
          <p:nvGrpSpPr>
            <p:cNvPr id="4" name="Group 4"/>
            <p:cNvGrpSpPr/>
            <p:nvPr/>
          </p:nvGrpSpPr>
          <p:grpSpPr>
            <a:xfrm>
              <a:off x="619368" y="2123450"/>
              <a:ext cx="5011347" cy="3719792"/>
              <a:chOff x="3306763" y="1357313"/>
              <a:chExt cx="5599113" cy="4156075"/>
            </a:xfrm>
          </p:grpSpPr>
          <p:sp>
            <p:nvSpPr>
              <p:cNvPr id="5" name="AutoShape 5"/>
              <p:cNvSpPr/>
              <p:nvPr/>
            </p:nvSpPr>
            <p:spPr>
              <a:xfrm>
                <a:off x="7751763" y="3679825"/>
                <a:ext cx="1154113" cy="1833563"/>
              </a:xfrm>
              <a:custGeom>
                <a:avLst/>
                <a:gdLst/>
                <a:ahLst/>
                <a:cxnLst/>
                <a:rect l="l" t="t" r="r" b="b"/>
                <a:pathLst>
                  <a:path w="161" h="256">
                    <a:moveTo>
                      <a:pt x="35" y="163"/>
                    </a:moveTo>
                    <a:cubicBezTo>
                      <a:pt x="66" y="144"/>
                      <a:pt x="76" y="104"/>
                      <a:pt x="57" y="73"/>
                    </a:cubicBezTo>
                    <a:cubicBezTo>
                      <a:pt x="53" y="66"/>
                      <a:pt x="48" y="60"/>
                      <a:pt x="42" y="55"/>
                    </a:cubicBezTo>
                    <a:cubicBezTo>
                      <a:pt x="50" y="44"/>
                      <a:pt x="58" y="33"/>
                      <a:pt x="69" y="23"/>
                    </a:cubicBezTo>
                    <a:cubicBezTo>
                      <a:pt x="73" y="18"/>
                      <a:pt x="78" y="14"/>
                      <a:pt x="83" y="10"/>
                    </a:cubicBezTo>
                    <a:cubicBezTo>
                      <a:pt x="85" y="11"/>
                      <a:pt x="87" y="13"/>
                      <a:pt x="89" y="15"/>
                    </a:cubicBezTo>
                    <a:cubicBezTo>
                      <a:pt x="105" y="5"/>
                      <a:pt x="105" y="5"/>
                      <a:pt x="105" y="5"/>
                    </a:cubicBezTo>
                    <a:cubicBezTo>
                      <a:pt x="113" y="0"/>
                      <a:pt x="124" y="3"/>
                      <a:pt x="129" y="11"/>
                    </a:cubicBezTo>
                    <a:cubicBezTo>
                      <a:pt x="145" y="37"/>
                      <a:pt x="145" y="37"/>
                      <a:pt x="145" y="37"/>
                    </a:cubicBezTo>
                    <a:cubicBezTo>
                      <a:pt x="150" y="45"/>
                      <a:pt x="147" y="56"/>
                      <a:pt x="139" y="61"/>
                    </a:cubicBezTo>
                    <a:cubicBezTo>
                      <a:pt x="123" y="71"/>
                      <a:pt x="123" y="71"/>
                      <a:pt x="123" y="71"/>
                    </a:cubicBezTo>
                    <a:cubicBezTo>
                      <a:pt x="127" y="83"/>
                      <a:pt x="128" y="96"/>
                      <a:pt x="128" y="108"/>
                    </a:cubicBezTo>
                    <a:cubicBezTo>
                      <a:pt x="146" y="113"/>
                      <a:pt x="146" y="113"/>
                      <a:pt x="146" y="113"/>
                    </a:cubicBezTo>
                    <a:cubicBezTo>
                      <a:pt x="156" y="116"/>
                      <a:pt x="161" y="126"/>
                      <a:pt x="159" y="135"/>
                    </a:cubicBezTo>
                    <a:cubicBezTo>
                      <a:pt x="150" y="164"/>
                      <a:pt x="150" y="164"/>
                      <a:pt x="150" y="164"/>
                    </a:cubicBezTo>
                    <a:cubicBezTo>
                      <a:pt x="148" y="174"/>
                      <a:pt x="138" y="179"/>
                      <a:pt x="129" y="177"/>
                    </a:cubicBezTo>
                    <a:cubicBezTo>
                      <a:pt x="111" y="171"/>
                      <a:pt x="111" y="171"/>
                      <a:pt x="111" y="171"/>
                    </a:cubicBezTo>
                    <a:cubicBezTo>
                      <a:pt x="106" y="180"/>
                      <a:pt x="100" y="187"/>
                      <a:pt x="93" y="194"/>
                    </a:cubicBezTo>
                    <a:cubicBezTo>
                      <a:pt x="103" y="211"/>
                      <a:pt x="103" y="211"/>
                      <a:pt x="103" y="211"/>
                    </a:cubicBezTo>
                    <a:cubicBezTo>
                      <a:pt x="108" y="219"/>
                      <a:pt x="106" y="230"/>
                      <a:pt x="97" y="235"/>
                    </a:cubicBezTo>
                    <a:cubicBezTo>
                      <a:pt x="71" y="251"/>
                      <a:pt x="71" y="251"/>
                      <a:pt x="71" y="251"/>
                    </a:cubicBezTo>
                    <a:cubicBezTo>
                      <a:pt x="63" y="256"/>
                      <a:pt x="52" y="253"/>
                      <a:pt x="47" y="245"/>
                    </a:cubicBezTo>
                    <a:cubicBezTo>
                      <a:pt x="37" y="229"/>
                      <a:pt x="37" y="229"/>
                      <a:pt x="37" y="229"/>
                    </a:cubicBezTo>
                    <a:cubicBezTo>
                      <a:pt x="28" y="231"/>
                      <a:pt x="18" y="233"/>
                      <a:pt x="8" y="234"/>
                    </a:cubicBezTo>
                    <a:cubicBezTo>
                      <a:pt x="3" y="214"/>
                      <a:pt x="0" y="193"/>
                      <a:pt x="1" y="172"/>
                    </a:cubicBezTo>
                    <a:cubicBezTo>
                      <a:pt x="13" y="172"/>
                      <a:pt x="25" y="169"/>
                      <a:pt x="35" y="163"/>
                    </a:cubicBezTo>
                  </a:path>
                </a:pathLst>
              </a:custGeom>
              <a:solidFill>
                <a:srgbClr val="489AFF">
                  <a:alpha val="100000"/>
                </a:srgbClr>
              </a:solidFill>
              <a:ln>
                <a:headEnd type="none"/>
                <a:tailEnd type="none"/>
              </a:ln>
            </p:spPr>
          </p:sp>
          <p:sp>
            <p:nvSpPr>
              <p:cNvPr id="6" name="AutoShape 6"/>
              <p:cNvSpPr/>
              <p:nvPr/>
            </p:nvSpPr>
            <p:spPr>
              <a:xfrm>
                <a:off x="3436938" y="2239963"/>
                <a:ext cx="4437063" cy="3152775"/>
              </a:xfrm>
              <a:custGeom>
                <a:avLst/>
                <a:gdLst/>
                <a:ahLst/>
                <a:cxnLst/>
                <a:rect l="l" t="t" r="r" b="b"/>
                <a:pathLst>
                  <a:path w="619" h="440">
                    <a:moveTo>
                      <a:pt x="592" y="440"/>
                    </a:moveTo>
                    <a:cubicBezTo>
                      <a:pt x="28" y="440"/>
                      <a:pt x="28" y="440"/>
                      <a:pt x="28" y="440"/>
                    </a:cubicBezTo>
                    <a:cubicBezTo>
                      <a:pt x="12" y="440"/>
                      <a:pt x="0" y="428"/>
                      <a:pt x="0" y="412"/>
                    </a:cubicBezTo>
                    <a:cubicBezTo>
                      <a:pt x="0" y="28"/>
                      <a:pt x="0" y="28"/>
                      <a:pt x="0" y="28"/>
                    </a:cubicBezTo>
                    <a:cubicBezTo>
                      <a:pt x="0" y="12"/>
                      <a:pt x="12" y="0"/>
                      <a:pt x="28" y="0"/>
                    </a:cubicBezTo>
                    <a:cubicBezTo>
                      <a:pt x="592" y="0"/>
                      <a:pt x="592" y="0"/>
                      <a:pt x="592" y="0"/>
                    </a:cubicBezTo>
                    <a:cubicBezTo>
                      <a:pt x="607" y="0"/>
                      <a:pt x="619" y="12"/>
                      <a:pt x="619" y="28"/>
                    </a:cubicBezTo>
                    <a:cubicBezTo>
                      <a:pt x="619" y="412"/>
                      <a:pt x="619" y="412"/>
                      <a:pt x="619" y="412"/>
                    </a:cubicBezTo>
                    <a:cubicBezTo>
                      <a:pt x="619" y="428"/>
                      <a:pt x="607" y="440"/>
                      <a:pt x="592" y="440"/>
                    </a:cubicBezTo>
                  </a:path>
                </a:pathLst>
              </a:custGeom>
              <a:solidFill>
                <a:srgbClr val="E3EAFF">
                  <a:alpha val="100000"/>
                </a:srgbClr>
              </a:solidFill>
              <a:ln>
                <a:headEnd type="none"/>
                <a:tailEnd type="none"/>
              </a:ln>
            </p:spPr>
          </p:sp>
          <p:sp>
            <p:nvSpPr>
              <p:cNvPr id="7" name="AutoShape 7"/>
              <p:cNvSpPr/>
              <p:nvPr/>
            </p:nvSpPr>
            <p:spPr>
              <a:xfrm>
                <a:off x="3494088" y="2282825"/>
                <a:ext cx="4322763" cy="3067050"/>
              </a:xfrm>
              <a:custGeom>
                <a:avLst/>
                <a:gdLst/>
                <a:ahLst/>
                <a:cxnLst/>
                <a:rect l="l" t="t" r="r" b="b"/>
                <a:pathLst>
                  <a:path w="603" h="428">
                    <a:moveTo>
                      <a:pt x="581" y="428"/>
                    </a:moveTo>
                    <a:cubicBezTo>
                      <a:pt x="22" y="428"/>
                      <a:pt x="22" y="428"/>
                      <a:pt x="22" y="428"/>
                    </a:cubicBezTo>
                    <a:cubicBezTo>
                      <a:pt x="10" y="428"/>
                      <a:pt x="0" y="419"/>
                      <a:pt x="0" y="406"/>
                    </a:cubicBezTo>
                    <a:cubicBezTo>
                      <a:pt x="0" y="22"/>
                      <a:pt x="0" y="22"/>
                      <a:pt x="0" y="22"/>
                    </a:cubicBezTo>
                    <a:cubicBezTo>
                      <a:pt x="0" y="10"/>
                      <a:pt x="10" y="0"/>
                      <a:pt x="22" y="0"/>
                    </a:cubicBezTo>
                    <a:cubicBezTo>
                      <a:pt x="581" y="0"/>
                      <a:pt x="581" y="0"/>
                      <a:pt x="581" y="0"/>
                    </a:cubicBezTo>
                    <a:cubicBezTo>
                      <a:pt x="593" y="0"/>
                      <a:pt x="603" y="10"/>
                      <a:pt x="603" y="22"/>
                    </a:cubicBezTo>
                    <a:cubicBezTo>
                      <a:pt x="603" y="406"/>
                      <a:pt x="603" y="406"/>
                      <a:pt x="603" y="406"/>
                    </a:cubicBezTo>
                    <a:cubicBezTo>
                      <a:pt x="603" y="419"/>
                      <a:pt x="593" y="428"/>
                      <a:pt x="581" y="428"/>
                    </a:cubicBezTo>
                  </a:path>
                </a:pathLst>
              </a:custGeom>
              <a:solidFill>
                <a:srgbClr val="6DB8FF">
                  <a:alpha val="100000"/>
                </a:srgbClr>
              </a:solidFill>
              <a:ln>
                <a:headEnd type="none"/>
                <a:tailEnd type="none"/>
              </a:ln>
            </p:spPr>
          </p:sp>
          <p:sp>
            <p:nvSpPr>
              <p:cNvPr id="8" name="AutoShape 8"/>
              <p:cNvSpPr/>
              <p:nvPr/>
            </p:nvSpPr>
            <p:spPr>
              <a:xfrm>
                <a:off x="3679826" y="2425700"/>
                <a:ext cx="3949700" cy="2659063"/>
              </a:xfrm>
              <a:custGeom>
                <a:avLst/>
                <a:gdLst/>
                <a:ahLst/>
                <a:cxnLst/>
                <a:rect l="l" t="t" r="r" b="b"/>
                <a:pathLst>
                  <a:path w="551" h="371">
                    <a:moveTo>
                      <a:pt x="538" y="371"/>
                    </a:moveTo>
                    <a:cubicBezTo>
                      <a:pt x="14" y="371"/>
                      <a:pt x="14" y="371"/>
                      <a:pt x="14" y="371"/>
                    </a:cubicBezTo>
                    <a:cubicBezTo>
                      <a:pt x="6" y="371"/>
                      <a:pt x="0" y="364"/>
                      <a:pt x="0" y="357"/>
                    </a:cubicBezTo>
                    <a:cubicBezTo>
                      <a:pt x="0" y="14"/>
                      <a:pt x="0" y="14"/>
                      <a:pt x="0" y="14"/>
                    </a:cubicBezTo>
                    <a:cubicBezTo>
                      <a:pt x="0" y="6"/>
                      <a:pt x="6" y="0"/>
                      <a:pt x="14" y="0"/>
                    </a:cubicBezTo>
                    <a:cubicBezTo>
                      <a:pt x="538" y="0"/>
                      <a:pt x="538" y="0"/>
                      <a:pt x="538" y="0"/>
                    </a:cubicBezTo>
                    <a:cubicBezTo>
                      <a:pt x="545" y="0"/>
                      <a:pt x="551" y="6"/>
                      <a:pt x="551" y="14"/>
                    </a:cubicBezTo>
                    <a:cubicBezTo>
                      <a:pt x="551" y="357"/>
                      <a:pt x="551" y="357"/>
                      <a:pt x="551" y="357"/>
                    </a:cubicBezTo>
                    <a:cubicBezTo>
                      <a:pt x="551" y="364"/>
                      <a:pt x="545" y="371"/>
                      <a:pt x="538" y="371"/>
                    </a:cubicBezTo>
                  </a:path>
                </a:pathLst>
              </a:custGeom>
              <a:solidFill>
                <a:srgbClr val="2F6DFF">
                  <a:alpha val="100000"/>
                </a:srgbClr>
              </a:solidFill>
              <a:ln>
                <a:headEnd type="none"/>
                <a:tailEnd type="none"/>
              </a:ln>
            </p:spPr>
          </p:sp>
          <p:sp>
            <p:nvSpPr>
              <p:cNvPr id="9" name="AutoShape 9"/>
              <p:cNvSpPr/>
              <p:nvPr/>
            </p:nvSpPr>
            <p:spPr>
              <a:xfrm>
                <a:off x="3306763" y="5227638"/>
                <a:ext cx="4695825" cy="250825"/>
              </a:xfrm>
              <a:custGeom>
                <a:avLst/>
                <a:gdLst/>
                <a:ahLst/>
                <a:cxnLst/>
                <a:rect l="l" t="t" r="r" b="b"/>
                <a:pathLst>
                  <a:path w="655" h="35">
                    <a:moveTo>
                      <a:pt x="3" y="0"/>
                    </a:moveTo>
                    <a:cubicBezTo>
                      <a:pt x="1" y="4"/>
                      <a:pt x="0" y="7"/>
                      <a:pt x="0" y="11"/>
                    </a:cubicBezTo>
                    <a:cubicBezTo>
                      <a:pt x="0" y="24"/>
                      <a:pt x="10" y="35"/>
                      <a:pt x="23" y="35"/>
                    </a:cubicBezTo>
                    <a:cubicBezTo>
                      <a:pt x="632" y="35"/>
                      <a:pt x="632" y="35"/>
                      <a:pt x="632" y="35"/>
                    </a:cubicBezTo>
                    <a:cubicBezTo>
                      <a:pt x="645" y="35"/>
                      <a:pt x="655" y="24"/>
                      <a:pt x="655" y="11"/>
                    </a:cubicBezTo>
                    <a:cubicBezTo>
                      <a:pt x="655" y="7"/>
                      <a:pt x="654" y="4"/>
                      <a:pt x="652" y="0"/>
                    </a:cubicBezTo>
                    <a:lnTo>
                      <a:pt x="3" y="0"/>
                    </a:lnTo>
                    <a:close/>
                  </a:path>
                </a:pathLst>
              </a:custGeom>
              <a:solidFill>
                <a:srgbClr val="E3EAFF">
                  <a:alpha val="100000"/>
                </a:srgbClr>
              </a:solidFill>
              <a:ln>
                <a:headEnd type="none"/>
                <a:tailEnd type="none"/>
              </a:ln>
            </p:spPr>
          </p:sp>
          <p:sp>
            <p:nvSpPr>
              <p:cNvPr id="10" name="AutoShape 10"/>
              <p:cNvSpPr/>
              <p:nvPr/>
            </p:nvSpPr>
            <p:spPr>
              <a:xfrm>
                <a:off x="3328988" y="5384800"/>
                <a:ext cx="4651375" cy="93663"/>
              </a:xfrm>
              <a:custGeom>
                <a:avLst/>
                <a:gdLst/>
                <a:ahLst/>
                <a:cxnLst/>
                <a:rect l="l" t="t" r="r" b="b"/>
                <a:pathLst>
                  <a:path w="649" h="13">
                    <a:moveTo>
                      <a:pt x="0" y="0"/>
                    </a:moveTo>
                    <a:cubicBezTo>
                      <a:pt x="4" y="8"/>
                      <a:pt x="11" y="13"/>
                      <a:pt x="20" y="13"/>
                    </a:cubicBezTo>
                    <a:cubicBezTo>
                      <a:pt x="629" y="13"/>
                      <a:pt x="629" y="13"/>
                      <a:pt x="629" y="13"/>
                    </a:cubicBezTo>
                    <a:cubicBezTo>
                      <a:pt x="638" y="13"/>
                      <a:pt x="646" y="8"/>
                      <a:pt x="649" y="0"/>
                    </a:cubicBezTo>
                    <a:lnTo>
                      <a:pt x="0" y="0"/>
                    </a:lnTo>
                    <a:close/>
                  </a:path>
                </a:pathLst>
              </a:custGeom>
              <a:solidFill>
                <a:srgbClr val="C8D6F2">
                  <a:alpha val="100000"/>
                </a:srgbClr>
              </a:solidFill>
              <a:ln>
                <a:headEnd type="none"/>
                <a:tailEnd type="none"/>
              </a:ln>
            </p:spPr>
          </p:sp>
          <p:sp>
            <p:nvSpPr>
              <p:cNvPr id="11" name="AutoShape 11"/>
              <p:cNvSpPr/>
              <p:nvPr/>
            </p:nvSpPr>
            <p:spPr>
              <a:xfrm>
                <a:off x="4711701" y="2239963"/>
                <a:ext cx="3162300" cy="2055813"/>
              </a:xfrm>
              <a:custGeom>
                <a:avLst/>
                <a:gdLst/>
                <a:ahLst/>
                <a:cxnLst/>
                <a:rect l="l" t="t" r="r" b="b"/>
                <a:pathLst>
                  <a:path w="1992" h="1295">
                    <a:moveTo>
                      <a:pt x="1992" y="1241"/>
                    </a:moveTo>
                    <a:lnTo>
                      <a:pt x="1956" y="1241"/>
                    </a:lnTo>
                    <a:lnTo>
                      <a:pt x="1956" y="1295"/>
                    </a:lnTo>
                    <a:lnTo>
                      <a:pt x="1992" y="1295"/>
                    </a:lnTo>
                    <a:lnTo>
                      <a:pt x="1992" y="1241"/>
                    </a:lnTo>
                    <a:close/>
                    <a:moveTo>
                      <a:pt x="73" y="0"/>
                    </a:moveTo>
                    <a:lnTo>
                      <a:pt x="0" y="0"/>
                    </a:lnTo>
                    <a:lnTo>
                      <a:pt x="0" y="27"/>
                    </a:lnTo>
                    <a:lnTo>
                      <a:pt x="73" y="27"/>
                    </a:lnTo>
                    <a:lnTo>
                      <a:pt x="73" y="0"/>
                    </a:lnTo>
                    <a:close/>
                  </a:path>
                </a:pathLst>
              </a:custGeom>
              <a:solidFill>
                <a:srgbClr val="C1C7DF">
                  <a:alpha val="100000"/>
                </a:srgbClr>
              </a:solidFill>
              <a:ln>
                <a:headEnd type="none"/>
                <a:tailEnd type="none"/>
              </a:ln>
            </p:spPr>
          </p:sp>
          <p:sp>
            <p:nvSpPr>
              <p:cNvPr id="12" name="AutoShape 12"/>
              <p:cNvSpPr/>
              <p:nvPr/>
            </p:nvSpPr>
            <p:spPr>
              <a:xfrm>
                <a:off x="4711701" y="2239963"/>
                <a:ext cx="3162300" cy="2055813"/>
              </a:xfrm>
              <a:custGeom>
                <a:avLst/>
                <a:gdLst/>
                <a:ahLst/>
                <a:cxnLst/>
                <a:rect l="l" t="t" r="r" b="b"/>
                <a:pathLst>
                  <a:path w="1992" h="1295">
                    <a:moveTo>
                      <a:pt x="1992" y="1241"/>
                    </a:moveTo>
                    <a:lnTo>
                      <a:pt x="1956" y="1241"/>
                    </a:lnTo>
                    <a:lnTo>
                      <a:pt x="1956" y="1295"/>
                    </a:lnTo>
                    <a:lnTo>
                      <a:pt x="1992" y="1295"/>
                    </a:lnTo>
                    <a:lnTo>
                      <a:pt x="1992" y="1241"/>
                    </a:lnTo>
                    <a:moveTo>
                      <a:pt x="73" y="0"/>
                    </a:moveTo>
                    <a:lnTo>
                      <a:pt x="0" y="0"/>
                    </a:lnTo>
                    <a:lnTo>
                      <a:pt x="0" y="27"/>
                    </a:lnTo>
                    <a:lnTo>
                      <a:pt x="73" y="27"/>
                    </a:lnTo>
                    <a:lnTo>
                      <a:pt x="73" y="0"/>
                    </a:lnTo>
                  </a:path>
                </a:pathLst>
              </a:custGeom>
              <a:ln>
                <a:headEnd type="none"/>
                <a:tailEnd type="none"/>
              </a:ln>
            </p:spPr>
          </p:sp>
          <p:sp>
            <p:nvSpPr>
              <p:cNvPr id="13" name="AutoShape 13"/>
              <p:cNvSpPr/>
              <p:nvPr/>
            </p:nvSpPr>
            <p:spPr>
              <a:xfrm>
                <a:off x="4711701" y="2282825"/>
                <a:ext cx="3105150" cy="2012950"/>
              </a:xfrm>
              <a:custGeom>
                <a:avLst/>
                <a:gdLst/>
                <a:ahLst/>
                <a:cxnLst/>
                <a:rect l="l" t="t" r="r" b="b"/>
                <a:pathLst>
                  <a:path w="1956" h="1268">
                    <a:moveTo>
                      <a:pt x="1956" y="1214"/>
                    </a:moveTo>
                    <a:lnTo>
                      <a:pt x="1838" y="1214"/>
                    </a:lnTo>
                    <a:lnTo>
                      <a:pt x="1838" y="1268"/>
                    </a:lnTo>
                    <a:lnTo>
                      <a:pt x="1956" y="1268"/>
                    </a:lnTo>
                    <a:lnTo>
                      <a:pt x="1956" y="1214"/>
                    </a:lnTo>
                    <a:close/>
                    <a:moveTo>
                      <a:pt x="73" y="0"/>
                    </a:moveTo>
                    <a:lnTo>
                      <a:pt x="0" y="0"/>
                    </a:lnTo>
                    <a:lnTo>
                      <a:pt x="0" y="90"/>
                    </a:lnTo>
                    <a:lnTo>
                      <a:pt x="73" y="90"/>
                    </a:lnTo>
                    <a:lnTo>
                      <a:pt x="73" y="0"/>
                    </a:lnTo>
                    <a:close/>
                  </a:path>
                </a:pathLst>
              </a:custGeom>
              <a:solidFill>
                <a:srgbClr val="5D9DDF">
                  <a:alpha val="100000"/>
                </a:srgbClr>
              </a:solidFill>
              <a:ln>
                <a:headEnd type="none"/>
                <a:tailEnd type="none"/>
              </a:ln>
            </p:spPr>
          </p:sp>
          <p:sp>
            <p:nvSpPr>
              <p:cNvPr id="14" name="AutoShape 14"/>
              <p:cNvSpPr/>
              <p:nvPr/>
            </p:nvSpPr>
            <p:spPr>
              <a:xfrm>
                <a:off x="4711701" y="2282825"/>
                <a:ext cx="3105150" cy="2012950"/>
              </a:xfrm>
              <a:custGeom>
                <a:avLst/>
                <a:gdLst/>
                <a:ahLst/>
                <a:cxnLst/>
                <a:rect l="l" t="t" r="r" b="b"/>
                <a:pathLst>
                  <a:path w="1956" h="1268">
                    <a:moveTo>
                      <a:pt x="1956" y="1214"/>
                    </a:moveTo>
                    <a:lnTo>
                      <a:pt x="1838" y="1214"/>
                    </a:lnTo>
                    <a:lnTo>
                      <a:pt x="1838" y="1268"/>
                    </a:lnTo>
                    <a:lnTo>
                      <a:pt x="1956" y="1268"/>
                    </a:lnTo>
                    <a:lnTo>
                      <a:pt x="1956" y="1214"/>
                    </a:lnTo>
                    <a:moveTo>
                      <a:pt x="73" y="0"/>
                    </a:moveTo>
                    <a:lnTo>
                      <a:pt x="0" y="0"/>
                    </a:lnTo>
                    <a:lnTo>
                      <a:pt x="0" y="90"/>
                    </a:lnTo>
                    <a:lnTo>
                      <a:pt x="73" y="90"/>
                    </a:lnTo>
                    <a:lnTo>
                      <a:pt x="73" y="0"/>
                    </a:lnTo>
                  </a:path>
                </a:pathLst>
              </a:custGeom>
              <a:ln>
                <a:headEnd type="none"/>
                <a:tailEnd type="none"/>
              </a:ln>
            </p:spPr>
          </p:sp>
          <p:sp>
            <p:nvSpPr>
              <p:cNvPr id="15" name="AutoShape 15"/>
              <p:cNvSpPr/>
              <p:nvPr/>
            </p:nvSpPr>
            <p:spPr>
              <a:xfrm>
                <a:off x="4711701" y="2425700"/>
                <a:ext cx="2917825" cy="1870075"/>
              </a:xfrm>
              <a:custGeom>
                <a:avLst/>
                <a:gdLst/>
                <a:ahLst/>
                <a:cxnLst/>
                <a:rect l="l" t="t" r="r" b="b"/>
                <a:pathLst>
                  <a:path w="407" h="261">
                    <a:moveTo>
                      <a:pt x="16" y="0"/>
                    </a:moveTo>
                    <a:cubicBezTo>
                      <a:pt x="0" y="0"/>
                      <a:pt x="0" y="0"/>
                      <a:pt x="0" y="0"/>
                    </a:cubicBezTo>
                    <a:cubicBezTo>
                      <a:pt x="0" y="250"/>
                      <a:pt x="0" y="250"/>
                      <a:pt x="0" y="250"/>
                    </a:cubicBezTo>
                    <a:cubicBezTo>
                      <a:pt x="0" y="256"/>
                      <a:pt x="5" y="261"/>
                      <a:pt x="11" y="261"/>
                    </a:cubicBezTo>
                    <a:cubicBezTo>
                      <a:pt x="407" y="261"/>
                      <a:pt x="407" y="261"/>
                      <a:pt x="407" y="261"/>
                    </a:cubicBezTo>
                    <a:cubicBezTo>
                      <a:pt x="407" y="249"/>
                      <a:pt x="407" y="249"/>
                      <a:pt x="407" y="249"/>
                    </a:cubicBezTo>
                    <a:cubicBezTo>
                      <a:pt x="27" y="249"/>
                      <a:pt x="27" y="249"/>
                      <a:pt x="27" y="249"/>
                    </a:cubicBezTo>
                    <a:cubicBezTo>
                      <a:pt x="21" y="249"/>
                      <a:pt x="16" y="244"/>
                      <a:pt x="16" y="238"/>
                    </a:cubicBezTo>
                    <a:cubicBezTo>
                      <a:pt x="16" y="0"/>
                      <a:pt x="16" y="0"/>
                      <a:pt x="16" y="0"/>
                    </a:cubicBezTo>
                  </a:path>
                </a:pathLst>
              </a:custGeom>
              <a:solidFill>
                <a:srgbClr val="285DDF">
                  <a:alpha val="100000"/>
                </a:srgbClr>
              </a:solidFill>
              <a:ln>
                <a:headEnd type="none"/>
                <a:tailEnd type="none"/>
              </a:ln>
            </p:spPr>
          </p:sp>
          <p:sp>
            <p:nvSpPr>
              <p:cNvPr id="16" name="AutoShape 16"/>
              <p:cNvSpPr/>
              <p:nvPr/>
            </p:nvSpPr>
            <p:spPr>
              <a:xfrm>
                <a:off x="4827588" y="2009775"/>
                <a:ext cx="3462338" cy="2200275"/>
              </a:xfrm>
              <a:custGeom>
                <a:avLst/>
                <a:gdLst/>
                <a:ahLst/>
                <a:cxnLst/>
                <a:rect l="l" t="t" r="r" b="b"/>
                <a:pathLst>
                  <a:path w="482" h="307">
                    <a:moveTo>
                      <a:pt x="472" y="0"/>
                    </a:moveTo>
                    <a:cubicBezTo>
                      <a:pt x="11" y="0"/>
                      <a:pt x="11" y="0"/>
                      <a:pt x="11" y="0"/>
                    </a:cubicBezTo>
                    <a:cubicBezTo>
                      <a:pt x="5" y="0"/>
                      <a:pt x="0" y="5"/>
                      <a:pt x="0" y="11"/>
                    </a:cubicBezTo>
                    <a:cubicBezTo>
                      <a:pt x="0" y="32"/>
                      <a:pt x="0" y="32"/>
                      <a:pt x="0" y="32"/>
                    </a:cubicBezTo>
                    <a:cubicBezTo>
                      <a:pt x="398" y="32"/>
                      <a:pt x="398" y="32"/>
                      <a:pt x="398" y="32"/>
                    </a:cubicBezTo>
                    <a:cubicBezTo>
                      <a:pt x="413" y="32"/>
                      <a:pt x="425" y="44"/>
                      <a:pt x="425" y="60"/>
                    </a:cubicBezTo>
                    <a:cubicBezTo>
                      <a:pt x="425" y="307"/>
                      <a:pt x="425" y="307"/>
                      <a:pt x="425" y="307"/>
                    </a:cubicBezTo>
                    <a:cubicBezTo>
                      <a:pt x="466" y="307"/>
                      <a:pt x="466" y="307"/>
                      <a:pt x="466" y="307"/>
                    </a:cubicBezTo>
                    <a:cubicBezTo>
                      <a:pt x="466" y="306"/>
                      <a:pt x="466" y="306"/>
                      <a:pt x="465" y="306"/>
                    </a:cubicBezTo>
                    <a:cubicBezTo>
                      <a:pt x="461" y="299"/>
                      <a:pt x="456" y="293"/>
                      <a:pt x="450" y="288"/>
                    </a:cubicBezTo>
                    <a:cubicBezTo>
                      <a:pt x="458" y="277"/>
                      <a:pt x="466" y="266"/>
                      <a:pt x="477" y="256"/>
                    </a:cubicBezTo>
                    <a:cubicBezTo>
                      <a:pt x="479" y="254"/>
                      <a:pt x="481" y="252"/>
                      <a:pt x="483" y="250"/>
                    </a:cubicBezTo>
                    <a:cubicBezTo>
                      <a:pt x="483" y="11"/>
                      <a:pt x="483" y="11"/>
                      <a:pt x="483" y="11"/>
                    </a:cubicBezTo>
                    <a:cubicBezTo>
                      <a:pt x="483" y="5"/>
                      <a:pt x="479" y="0"/>
                      <a:pt x="472" y="0"/>
                    </a:cubicBezTo>
                  </a:path>
                </a:pathLst>
              </a:custGeom>
              <a:solidFill>
                <a:srgbClr val="F9FBFF">
                  <a:alpha val="100000"/>
                </a:srgbClr>
              </a:solidFill>
              <a:ln>
                <a:headEnd type="none"/>
                <a:tailEnd type="none"/>
              </a:ln>
            </p:spPr>
          </p:sp>
          <p:sp>
            <p:nvSpPr>
              <p:cNvPr id="17" name="AutoShape 17"/>
              <p:cNvSpPr/>
              <p:nvPr/>
            </p:nvSpPr>
            <p:spPr>
              <a:xfrm>
                <a:off x="8053388" y="3802063"/>
                <a:ext cx="236538" cy="407988"/>
              </a:xfrm>
              <a:custGeom>
                <a:avLst/>
                <a:gdLst/>
                <a:ahLst/>
                <a:cxnLst/>
                <a:rect l="l" t="t" r="r" b="b"/>
                <a:pathLst>
                  <a:path w="33" h="57">
                    <a:moveTo>
                      <a:pt x="33" y="0"/>
                    </a:moveTo>
                    <a:cubicBezTo>
                      <a:pt x="31" y="2"/>
                      <a:pt x="29" y="4"/>
                      <a:pt x="27" y="6"/>
                    </a:cubicBezTo>
                    <a:cubicBezTo>
                      <a:pt x="16" y="16"/>
                      <a:pt x="8" y="27"/>
                      <a:pt x="0" y="38"/>
                    </a:cubicBezTo>
                    <a:cubicBezTo>
                      <a:pt x="6" y="43"/>
                      <a:pt x="11" y="49"/>
                      <a:pt x="15" y="56"/>
                    </a:cubicBezTo>
                    <a:cubicBezTo>
                      <a:pt x="16" y="56"/>
                      <a:pt x="16" y="56"/>
                      <a:pt x="16" y="57"/>
                    </a:cubicBezTo>
                    <a:cubicBezTo>
                      <a:pt x="22" y="57"/>
                      <a:pt x="22" y="57"/>
                      <a:pt x="22" y="57"/>
                    </a:cubicBezTo>
                    <a:cubicBezTo>
                      <a:pt x="29" y="57"/>
                      <a:pt x="33" y="52"/>
                      <a:pt x="33" y="46"/>
                    </a:cubicBezTo>
                    <a:cubicBezTo>
                      <a:pt x="33" y="0"/>
                      <a:pt x="33" y="0"/>
                      <a:pt x="33" y="0"/>
                    </a:cubicBezTo>
                  </a:path>
                </a:pathLst>
              </a:custGeom>
              <a:solidFill>
                <a:srgbClr val="69ABFF">
                  <a:alpha val="100000"/>
                </a:srgbClr>
              </a:solidFill>
              <a:ln>
                <a:headEnd type="none"/>
                <a:tailEnd type="none"/>
              </a:ln>
            </p:spPr>
          </p:sp>
          <p:sp>
            <p:nvSpPr>
              <p:cNvPr id="18" name="AutoShape 18"/>
              <p:cNvSpPr/>
              <p:nvPr/>
            </p:nvSpPr>
            <p:spPr>
              <a:xfrm>
                <a:off x="4827588" y="2239963"/>
                <a:ext cx="3046413" cy="1970088"/>
              </a:xfrm>
              <a:custGeom>
                <a:avLst/>
                <a:gdLst/>
                <a:ahLst/>
                <a:cxnLst/>
                <a:rect l="l" t="t" r="r" b="b"/>
                <a:pathLst>
                  <a:path w="425" h="275">
                    <a:moveTo>
                      <a:pt x="398" y="0"/>
                    </a:moveTo>
                    <a:cubicBezTo>
                      <a:pt x="0" y="0"/>
                      <a:pt x="0" y="0"/>
                      <a:pt x="0" y="0"/>
                    </a:cubicBezTo>
                    <a:cubicBezTo>
                      <a:pt x="0" y="6"/>
                      <a:pt x="0" y="6"/>
                      <a:pt x="0" y="6"/>
                    </a:cubicBezTo>
                    <a:cubicBezTo>
                      <a:pt x="395" y="6"/>
                      <a:pt x="395" y="6"/>
                      <a:pt x="395" y="6"/>
                    </a:cubicBezTo>
                    <a:cubicBezTo>
                      <a:pt x="407" y="6"/>
                      <a:pt x="417" y="16"/>
                      <a:pt x="417" y="28"/>
                    </a:cubicBezTo>
                    <a:cubicBezTo>
                      <a:pt x="417" y="275"/>
                      <a:pt x="417" y="275"/>
                      <a:pt x="417" y="275"/>
                    </a:cubicBezTo>
                    <a:cubicBezTo>
                      <a:pt x="425" y="275"/>
                      <a:pt x="425" y="275"/>
                      <a:pt x="425" y="275"/>
                    </a:cubicBezTo>
                    <a:cubicBezTo>
                      <a:pt x="425" y="28"/>
                      <a:pt x="425" y="28"/>
                      <a:pt x="425" y="28"/>
                    </a:cubicBezTo>
                    <a:cubicBezTo>
                      <a:pt x="425" y="12"/>
                      <a:pt x="413" y="0"/>
                      <a:pt x="398" y="0"/>
                    </a:cubicBezTo>
                  </a:path>
                </a:pathLst>
              </a:custGeom>
              <a:solidFill>
                <a:srgbClr val="C8CEE6">
                  <a:alpha val="100000"/>
                </a:srgbClr>
              </a:solidFill>
              <a:ln>
                <a:headEnd type="none"/>
                <a:tailEnd type="none"/>
              </a:ln>
            </p:spPr>
          </p:sp>
          <p:sp>
            <p:nvSpPr>
              <p:cNvPr id="19" name="AutoShape 19"/>
              <p:cNvSpPr/>
              <p:nvPr/>
            </p:nvSpPr>
            <p:spPr>
              <a:xfrm>
                <a:off x="4827588" y="2282825"/>
                <a:ext cx="2989263" cy="1927225"/>
              </a:xfrm>
              <a:custGeom>
                <a:avLst/>
                <a:gdLst/>
                <a:ahLst/>
                <a:cxnLst/>
                <a:rect l="l" t="t" r="r" b="b"/>
                <a:pathLst>
                  <a:path w="417" h="269">
                    <a:moveTo>
                      <a:pt x="395" y="0"/>
                    </a:moveTo>
                    <a:cubicBezTo>
                      <a:pt x="0" y="0"/>
                      <a:pt x="0" y="0"/>
                      <a:pt x="0" y="0"/>
                    </a:cubicBezTo>
                    <a:cubicBezTo>
                      <a:pt x="0" y="20"/>
                      <a:pt x="0" y="20"/>
                      <a:pt x="0" y="20"/>
                    </a:cubicBezTo>
                    <a:cubicBezTo>
                      <a:pt x="378" y="20"/>
                      <a:pt x="378" y="20"/>
                      <a:pt x="378" y="20"/>
                    </a:cubicBezTo>
                    <a:cubicBezTo>
                      <a:pt x="385" y="20"/>
                      <a:pt x="391" y="26"/>
                      <a:pt x="391" y="34"/>
                    </a:cubicBezTo>
                    <a:cubicBezTo>
                      <a:pt x="391" y="269"/>
                      <a:pt x="391" y="269"/>
                      <a:pt x="391" y="269"/>
                    </a:cubicBezTo>
                    <a:cubicBezTo>
                      <a:pt x="417" y="269"/>
                      <a:pt x="417" y="269"/>
                      <a:pt x="417" y="269"/>
                    </a:cubicBezTo>
                    <a:cubicBezTo>
                      <a:pt x="417" y="22"/>
                      <a:pt x="417" y="22"/>
                      <a:pt x="417" y="22"/>
                    </a:cubicBezTo>
                    <a:cubicBezTo>
                      <a:pt x="417" y="10"/>
                      <a:pt x="407" y="0"/>
                      <a:pt x="395" y="0"/>
                    </a:cubicBezTo>
                  </a:path>
                </a:pathLst>
              </a:custGeom>
              <a:solidFill>
                <a:srgbClr val="79ADE6">
                  <a:alpha val="100000"/>
                </a:srgbClr>
              </a:solidFill>
              <a:ln>
                <a:headEnd type="none"/>
                <a:tailEnd type="none"/>
              </a:ln>
            </p:spPr>
          </p:sp>
          <p:sp>
            <p:nvSpPr>
              <p:cNvPr id="20" name="AutoShape 20"/>
              <p:cNvSpPr/>
              <p:nvPr/>
            </p:nvSpPr>
            <p:spPr>
              <a:xfrm>
                <a:off x="4827588" y="2425700"/>
                <a:ext cx="2801938" cy="1784350"/>
              </a:xfrm>
              <a:custGeom>
                <a:avLst/>
                <a:gdLst/>
                <a:ahLst/>
                <a:cxnLst/>
                <a:rect l="l" t="t" r="r" b="b"/>
                <a:pathLst>
                  <a:path w="391" h="249">
                    <a:moveTo>
                      <a:pt x="378" y="0"/>
                    </a:moveTo>
                    <a:cubicBezTo>
                      <a:pt x="0" y="0"/>
                      <a:pt x="0" y="0"/>
                      <a:pt x="0" y="0"/>
                    </a:cubicBezTo>
                    <a:cubicBezTo>
                      <a:pt x="0" y="238"/>
                      <a:pt x="0" y="238"/>
                      <a:pt x="0" y="238"/>
                    </a:cubicBezTo>
                    <a:cubicBezTo>
                      <a:pt x="0" y="244"/>
                      <a:pt x="5" y="249"/>
                      <a:pt x="11" y="249"/>
                    </a:cubicBezTo>
                    <a:cubicBezTo>
                      <a:pt x="391" y="249"/>
                      <a:pt x="391" y="249"/>
                      <a:pt x="391" y="249"/>
                    </a:cubicBezTo>
                    <a:cubicBezTo>
                      <a:pt x="391" y="14"/>
                      <a:pt x="391" y="14"/>
                      <a:pt x="391" y="14"/>
                    </a:cubicBezTo>
                    <a:cubicBezTo>
                      <a:pt x="391" y="6"/>
                      <a:pt x="385" y="0"/>
                      <a:pt x="378" y="0"/>
                    </a:cubicBezTo>
                  </a:path>
                </a:pathLst>
              </a:custGeom>
              <a:solidFill>
                <a:srgbClr val="507BE6">
                  <a:alpha val="100000"/>
                </a:srgbClr>
              </a:solidFill>
              <a:ln>
                <a:headEnd type="none"/>
                <a:tailEnd type="none"/>
              </a:ln>
            </p:spPr>
          </p:sp>
          <p:sp>
            <p:nvSpPr>
              <p:cNvPr id="21" name="AutoShape 21"/>
              <p:cNvSpPr/>
              <p:nvPr/>
            </p:nvSpPr>
            <p:spPr>
              <a:xfrm>
                <a:off x="4962526" y="1858963"/>
                <a:ext cx="3470275" cy="2200275"/>
              </a:xfrm>
              <a:custGeom>
                <a:avLst/>
                <a:gdLst/>
                <a:ahLst/>
                <a:cxnLst/>
                <a:rect l="l" t="t" r="r" b="b"/>
                <a:pathLst>
                  <a:path w="483" h="307">
                    <a:moveTo>
                      <a:pt x="473" y="307"/>
                    </a:moveTo>
                    <a:cubicBezTo>
                      <a:pt x="11" y="307"/>
                      <a:pt x="11" y="307"/>
                      <a:pt x="11" y="307"/>
                    </a:cubicBezTo>
                    <a:cubicBezTo>
                      <a:pt x="5" y="307"/>
                      <a:pt x="0" y="302"/>
                      <a:pt x="0" y="296"/>
                    </a:cubicBezTo>
                    <a:cubicBezTo>
                      <a:pt x="0" y="11"/>
                      <a:pt x="0" y="11"/>
                      <a:pt x="0" y="11"/>
                    </a:cubicBezTo>
                    <a:cubicBezTo>
                      <a:pt x="0" y="5"/>
                      <a:pt x="5" y="0"/>
                      <a:pt x="11" y="0"/>
                    </a:cubicBezTo>
                    <a:cubicBezTo>
                      <a:pt x="473" y="0"/>
                      <a:pt x="473" y="0"/>
                      <a:pt x="473" y="0"/>
                    </a:cubicBezTo>
                    <a:cubicBezTo>
                      <a:pt x="479" y="0"/>
                      <a:pt x="484" y="5"/>
                      <a:pt x="484" y="11"/>
                    </a:cubicBezTo>
                    <a:cubicBezTo>
                      <a:pt x="484" y="296"/>
                      <a:pt x="484" y="296"/>
                      <a:pt x="484" y="296"/>
                    </a:cubicBezTo>
                    <a:cubicBezTo>
                      <a:pt x="484" y="302"/>
                      <a:pt x="479" y="307"/>
                      <a:pt x="473" y="307"/>
                    </a:cubicBezTo>
                    <a:close/>
                  </a:path>
                </a:pathLst>
              </a:custGeom>
              <a:solidFill>
                <a:srgbClr val="F9FBFC">
                  <a:alpha val="100000"/>
                </a:srgbClr>
              </a:solidFill>
              <a:ln>
                <a:headEnd type="none"/>
                <a:tailEnd type="none"/>
              </a:ln>
            </p:spPr>
          </p:sp>
          <p:sp>
            <p:nvSpPr>
              <p:cNvPr id="22" name="AutoShape 22"/>
              <p:cNvSpPr/>
              <p:nvPr/>
            </p:nvSpPr>
            <p:spPr>
              <a:xfrm>
                <a:off x="3924301" y="2890838"/>
                <a:ext cx="450850" cy="473075"/>
              </a:xfrm>
              <a:custGeom>
                <a:avLst/>
                <a:gdLst/>
                <a:ahLst/>
                <a:cxnLst/>
                <a:rect l="l" t="t" r="r" b="b"/>
                <a:pathLst>
                  <a:path w="62" h="66">
                    <a:moveTo>
                      <a:pt x="56" y="0"/>
                    </a:moveTo>
                    <a:cubicBezTo>
                      <a:pt x="7" y="0"/>
                      <a:pt x="7" y="0"/>
                      <a:pt x="7" y="0"/>
                    </a:cubicBezTo>
                    <a:cubicBezTo>
                      <a:pt x="3" y="0"/>
                      <a:pt x="0" y="3"/>
                      <a:pt x="0" y="7"/>
                    </a:cubicBezTo>
                    <a:cubicBezTo>
                      <a:pt x="0" y="59"/>
                      <a:pt x="0" y="59"/>
                      <a:pt x="0" y="59"/>
                    </a:cubicBezTo>
                    <a:cubicBezTo>
                      <a:pt x="0" y="63"/>
                      <a:pt x="3" y="66"/>
                      <a:pt x="7" y="66"/>
                    </a:cubicBezTo>
                    <a:cubicBezTo>
                      <a:pt x="56" y="66"/>
                      <a:pt x="56" y="66"/>
                      <a:pt x="56" y="66"/>
                    </a:cubicBezTo>
                    <a:cubicBezTo>
                      <a:pt x="59" y="66"/>
                      <a:pt x="63" y="63"/>
                      <a:pt x="63" y="59"/>
                    </a:cubicBezTo>
                    <a:cubicBezTo>
                      <a:pt x="63" y="7"/>
                      <a:pt x="63" y="7"/>
                      <a:pt x="63" y="7"/>
                    </a:cubicBezTo>
                    <a:cubicBezTo>
                      <a:pt x="63" y="3"/>
                      <a:pt x="59" y="0"/>
                      <a:pt x="56" y="0"/>
                    </a:cubicBezTo>
                  </a:path>
                </a:pathLst>
              </a:custGeom>
              <a:solidFill>
                <a:srgbClr val="285DDF">
                  <a:alpha val="100000"/>
                </a:srgbClr>
              </a:solidFill>
              <a:ln>
                <a:headEnd type="none"/>
                <a:tailEnd type="none"/>
              </a:ln>
            </p:spPr>
          </p:sp>
          <p:sp>
            <p:nvSpPr>
              <p:cNvPr id="23" name="AutoShape 23"/>
              <p:cNvSpPr/>
              <p:nvPr/>
            </p:nvSpPr>
            <p:spPr>
              <a:xfrm>
                <a:off x="3895726" y="3571875"/>
                <a:ext cx="450850" cy="473075"/>
              </a:xfrm>
              <a:custGeom>
                <a:avLst/>
                <a:gdLst/>
                <a:ahLst/>
                <a:cxnLst/>
                <a:rect l="l" t="t" r="r" b="b"/>
                <a:pathLst>
                  <a:path w="62" h="66">
                    <a:moveTo>
                      <a:pt x="56" y="66"/>
                    </a:moveTo>
                    <a:cubicBezTo>
                      <a:pt x="7" y="66"/>
                      <a:pt x="7" y="66"/>
                      <a:pt x="7" y="66"/>
                    </a:cubicBezTo>
                    <a:cubicBezTo>
                      <a:pt x="3" y="66"/>
                      <a:pt x="0" y="63"/>
                      <a:pt x="0" y="59"/>
                    </a:cubicBezTo>
                    <a:cubicBezTo>
                      <a:pt x="0" y="7"/>
                      <a:pt x="0" y="7"/>
                      <a:pt x="0" y="7"/>
                    </a:cubicBezTo>
                    <a:cubicBezTo>
                      <a:pt x="0" y="3"/>
                      <a:pt x="3" y="0"/>
                      <a:pt x="7" y="0"/>
                    </a:cubicBezTo>
                    <a:cubicBezTo>
                      <a:pt x="56" y="0"/>
                      <a:pt x="56" y="0"/>
                      <a:pt x="56" y="0"/>
                    </a:cubicBezTo>
                    <a:cubicBezTo>
                      <a:pt x="60" y="0"/>
                      <a:pt x="63" y="3"/>
                      <a:pt x="63" y="7"/>
                    </a:cubicBezTo>
                    <a:cubicBezTo>
                      <a:pt x="63" y="59"/>
                      <a:pt x="63" y="59"/>
                      <a:pt x="63" y="59"/>
                    </a:cubicBezTo>
                    <a:cubicBezTo>
                      <a:pt x="63" y="63"/>
                      <a:pt x="60" y="66"/>
                      <a:pt x="56" y="66"/>
                    </a:cubicBezTo>
                    <a:close/>
                  </a:path>
                </a:pathLst>
              </a:custGeom>
              <a:solidFill>
                <a:srgbClr val="6DB8FF">
                  <a:alpha val="100000"/>
                </a:srgbClr>
              </a:solidFill>
              <a:ln>
                <a:headEnd type="none"/>
                <a:tailEnd type="none"/>
              </a:ln>
            </p:spPr>
          </p:sp>
          <p:sp>
            <p:nvSpPr>
              <p:cNvPr id="24" name="AutoShape 24"/>
              <p:cNvSpPr/>
              <p:nvPr/>
            </p:nvSpPr>
            <p:spPr>
              <a:xfrm>
                <a:off x="3895726" y="4246563"/>
                <a:ext cx="450850" cy="465138"/>
              </a:xfrm>
              <a:custGeom>
                <a:avLst/>
                <a:gdLst/>
                <a:ahLst/>
                <a:cxnLst/>
                <a:rect l="l" t="t" r="r" b="b"/>
                <a:pathLst>
                  <a:path w="62" h="65">
                    <a:moveTo>
                      <a:pt x="56" y="65"/>
                    </a:moveTo>
                    <a:cubicBezTo>
                      <a:pt x="7" y="65"/>
                      <a:pt x="7" y="65"/>
                      <a:pt x="7" y="65"/>
                    </a:cubicBezTo>
                    <a:cubicBezTo>
                      <a:pt x="3" y="65"/>
                      <a:pt x="0" y="62"/>
                      <a:pt x="0" y="58"/>
                    </a:cubicBezTo>
                    <a:cubicBezTo>
                      <a:pt x="0" y="7"/>
                      <a:pt x="0" y="7"/>
                      <a:pt x="0" y="7"/>
                    </a:cubicBezTo>
                    <a:cubicBezTo>
                      <a:pt x="0" y="3"/>
                      <a:pt x="3" y="0"/>
                      <a:pt x="7" y="0"/>
                    </a:cubicBezTo>
                    <a:cubicBezTo>
                      <a:pt x="56" y="0"/>
                      <a:pt x="56" y="0"/>
                      <a:pt x="56" y="0"/>
                    </a:cubicBezTo>
                    <a:cubicBezTo>
                      <a:pt x="60" y="0"/>
                      <a:pt x="63" y="3"/>
                      <a:pt x="63" y="7"/>
                    </a:cubicBezTo>
                    <a:cubicBezTo>
                      <a:pt x="63" y="58"/>
                      <a:pt x="63" y="58"/>
                      <a:pt x="63" y="58"/>
                    </a:cubicBezTo>
                    <a:cubicBezTo>
                      <a:pt x="63" y="62"/>
                      <a:pt x="60" y="65"/>
                      <a:pt x="56" y="65"/>
                    </a:cubicBezTo>
                    <a:close/>
                  </a:path>
                </a:pathLst>
              </a:custGeom>
              <a:solidFill>
                <a:srgbClr val="6DB8FF">
                  <a:alpha val="100000"/>
                </a:srgbClr>
              </a:solidFill>
              <a:ln>
                <a:headEnd type="none"/>
                <a:tailEnd type="none"/>
              </a:ln>
            </p:spPr>
          </p:sp>
          <p:sp>
            <p:nvSpPr>
              <p:cNvPr id="25" name="AutoShape 25"/>
              <p:cNvSpPr/>
              <p:nvPr/>
            </p:nvSpPr>
            <p:spPr>
              <a:xfrm>
                <a:off x="3987801" y="4318000"/>
                <a:ext cx="244475" cy="314325"/>
              </a:xfrm>
              <a:custGeom>
                <a:avLst/>
                <a:gdLst/>
                <a:ahLst/>
                <a:cxnLst/>
                <a:rect l="l" t="t" r="r" b="b"/>
                <a:pathLst>
                  <a:path w="34" h="44">
                    <a:moveTo>
                      <a:pt x="32" y="15"/>
                    </a:moveTo>
                    <a:cubicBezTo>
                      <a:pt x="32" y="7"/>
                      <a:pt x="25" y="0"/>
                      <a:pt x="17" y="0"/>
                    </a:cubicBezTo>
                    <a:cubicBezTo>
                      <a:pt x="9" y="0"/>
                      <a:pt x="2" y="7"/>
                      <a:pt x="2" y="15"/>
                    </a:cubicBezTo>
                    <a:cubicBezTo>
                      <a:pt x="2" y="15"/>
                      <a:pt x="0" y="31"/>
                      <a:pt x="17" y="44"/>
                    </a:cubicBezTo>
                    <a:cubicBezTo>
                      <a:pt x="34" y="31"/>
                      <a:pt x="32" y="15"/>
                      <a:pt x="32" y="15"/>
                    </a:cubicBezTo>
                    <a:close/>
                  </a:path>
                </a:pathLst>
              </a:custGeom>
              <a:solidFill>
                <a:srgbClr val="9570EE">
                  <a:alpha val="100000"/>
                </a:srgbClr>
              </a:solidFill>
              <a:ln>
                <a:headEnd type="none"/>
                <a:tailEnd type="none"/>
              </a:ln>
            </p:spPr>
          </p:sp>
          <p:sp>
            <p:nvSpPr>
              <p:cNvPr id="26" name="AutoShape 26"/>
              <p:cNvSpPr/>
              <p:nvPr/>
            </p:nvSpPr>
            <p:spPr>
              <a:xfrm>
                <a:off x="4030663" y="4346575"/>
                <a:ext cx="165100" cy="165100"/>
              </a:xfrm>
              <a:custGeom>
                <a:avLst/>
                <a:gdLst/>
                <a:ahLst/>
                <a:cxnLst/>
                <a:rect l="l" t="t" r="r" b="b"/>
                <a:pathLst>
                  <a:path w="23" h="23">
                    <a:moveTo>
                      <a:pt x="12" y="22"/>
                    </a:moveTo>
                    <a:cubicBezTo>
                      <a:pt x="5" y="23"/>
                      <a:pt x="0" y="17"/>
                      <a:pt x="0" y="10"/>
                    </a:cubicBezTo>
                    <a:cubicBezTo>
                      <a:pt x="1" y="5"/>
                      <a:pt x="5" y="1"/>
                      <a:pt x="10" y="1"/>
                    </a:cubicBezTo>
                    <a:cubicBezTo>
                      <a:pt x="17" y="0"/>
                      <a:pt x="23" y="6"/>
                      <a:pt x="22" y="12"/>
                    </a:cubicBezTo>
                    <a:cubicBezTo>
                      <a:pt x="22" y="17"/>
                      <a:pt x="17" y="22"/>
                      <a:pt x="12" y="22"/>
                    </a:cubicBezTo>
                    <a:close/>
                  </a:path>
                </a:pathLst>
              </a:custGeom>
              <a:solidFill>
                <a:srgbClr val="F9FBFC">
                  <a:alpha val="100000"/>
                </a:srgbClr>
              </a:solidFill>
              <a:ln>
                <a:headEnd type="none"/>
                <a:tailEnd type="none"/>
              </a:ln>
            </p:spPr>
          </p:sp>
          <p:sp>
            <p:nvSpPr>
              <p:cNvPr id="27" name="AutoShape 27"/>
              <p:cNvSpPr/>
              <p:nvPr/>
            </p:nvSpPr>
            <p:spPr>
              <a:xfrm>
                <a:off x="3959226" y="3657600"/>
                <a:ext cx="301625" cy="293688"/>
              </a:xfrm>
              <a:prstGeom prst="ellipse">
                <a:avLst/>
              </a:prstGeom>
              <a:solidFill>
                <a:srgbClr val="9570EE">
                  <a:alpha val="100000"/>
                </a:srgbClr>
              </a:solidFill>
              <a:ln>
                <a:headEnd type="none"/>
                <a:tailEnd type="none"/>
              </a:ln>
            </p:spPr>
          </p:sp>
          <p:sp>
            <p:nvSpPr>
              <p:cNvPr id="28" name="AutoShape 28"/>
              <p:cNvSpPr/>
              <p:nvPr/>
            </p:nvSpPr>
            <p:spPr>
              <a:xfrm>
                <a:off x="3987801" y="3686175"/>
                <a:ext cx="244475" cy="236538"/>
              </a:xfrm>
              <a:prstGeom prst="ellipse">
                <a:avLst/>
              </a:prstGeom>
              <a:solidFill>
                <a:srgbClr val="F9FBFC">
                  <a:alpha val="100000"/>
                </a:srgbClr>
              </a:solidFill>
              <a:ln>
                <a:headEnd type="none"/>
                <a:tailEnd type="none"/>
              </a:ln>
            </p:spPr>
          </p:sp>
          <p:sp>
            <p:nvSpPr>
              <p:cNvPr id="29" name="AutoShape 29"/>
              <p:cNvSpPr/>
              <p:nvPr/>
            </p:nvSpPr>
            <p:spPr>
              <a:xfrm>
                <a:off x="3987801" y="3671888"/>
                <a:ext cx="244475" cy="101600"/>
              </a:xfrm>
              <a:custGeom>
                <a:avLst/>
                <a:gdLst/>
                <a:ahLst/>
                <a:cxnLst/>
                <a:rect l="l" t="t" r="r" b="b"/>
                <a:pathLst>
                  <a:path w="34" h="14">
                    <a:moveTo>
                      <a:pt x="17" y="2"/>
                    </a:moveTo>
                    <a:cubicBezTo>
                      <a:pt x="24" y="2"/>
                      <a:pt x="31" y="7"/>
                      <a:pt x="33" y="14"/>
                    </a:cubicBezTo>
                    <a:cubicBezTo>
                      <a:pt x="34" y="14"/>
                      <a:pt x="34" y="14"/>
                      <a:pt x="34" y="14"/>
                    </a:cubicBezTo>
                    <a:cubicBezTo>
                      <a:pt x="34" y="14"/>
                      <a:pt x="34" y="14"/>
                      <a:pt x="34" y="13"/>
                    </a:cubicBezTo>
                    <a:cubicBezTo>
                      <a:pt x="32" y="6"/>
                      <a:pt x="25" y="0"/>
                      <a:pt x="17" y="0"/>
                    </a:cubicBezTo>
                    <a:cubicBezTo>
                      <a:pt x="9" y="0"/>
                      <a:pt x="2" y="6"/>
                      <a:pt x="0" y="13"/>
                    </a:cubicBezTo>
                    <a:cubicBezTo>
                      <a:pt x="0" y="14"/>
                      <a:pt x="0" y="14"/>
                      <a:pt x="0" y="14"/>
                    </a:cubicBezTo>
                    <a:cubicBezTo>
                      <a:pt x="1" y="14"/>
                      <a:pt x="1" y="14"/>
                      <a:pt x="1" y="14"/>
                    </a:cubicBezTo>
                    <a:cubicBezTo>
                      <a:pt x="3" y="7"/>
                      <a:pt x="9" y="2"/>
                      <a:pt x="17" y="2"/>
                    </a:cubicBezTo>
                    <a:close/>
                  </a:path>
                </a:pathLst>
              </a:custGeom>
              <a:solidFill>
                <a:srgbClr val="BB87EE">
                  <a:alpha val="100000"/>
                </a:srgbClr>
              </a:solidFill>
              <a:ln>
                <a:headEnd type="none"/>
                <a:tailEnd type="none"/>
              </a:ln>
            </p:spPr>
          </p:sp>
          <p:sp>
            <p:nvSpPr>
              <p:cNvPr id="30" name="AutoShape 30"/>
              <p:cNvSpPr/>
              <p:nvPr/>
            </p:nvSpPr>
            <p:spPr>
              <a:xfrm>
                <a:off x="3959226" y="3808413"/>
                <a:ext cx="301625" cy="142875"/>
              </a:xfrm>
              <a:custGeom>
                <a:avLst/>
                <a:gdLst/>
                <a:ahLst/>
                <a:cxnLst/>
                <a:rect l="l" t="t" r="r" b="b"/>
                <a:pathLst>
                  <a:path w="42" h="20">
                    <a:moveTo>
                      <a:pt x="39" y="0"/>
                    </a:moveTo>
                    <a:cubicBezTo>
                      <a:pt x="38" y="0"/>
                      <a:pt x="38" y="1"/>
                      <a:pt x="37" y="2"/>
                    </a:cubicBezTo>
                    <a:cubicBezTo>
                      <a:pt x="36" y="10"/>
                      <a:pt x="29" y="16"/>
                      <a:pt x="21" y="16"/>
                    </a:cubicBezTo>
                    <a:cubicBezTo>
                      <a:pt x="12" y="16"/>
                      <a:pt x="5" y="10"/>
                      <a:pt x="4" y="2"/>
                    </a:cubicBezTo>
                    <a:cubicBezTo>
                      <a:pt x="4" y="1"/>
                      <a:pt x="3" y="0"/>
                      <a:pt x="2" y="0"/>
                    </a:cubicBezTo>
                    <a:cubicBezTo>
                      <a:pt x="1" y="0"/>
                      <a:pt x="0" y="1"/>
                      <a:pt x="0" y="2"/>
                    </a:cubicBezTo>
                    <a:cubicBezTo>
                      <a:pt x="2" y="12"/>
                      <a:pt x="10" y="20"/>
                      <a:pt x="21" y="20"/>
                    </a:cubicBezTo>
                    <a:cubicBezTo>
                      <a:pt x="31" y="20"/>
                      <a:pt x="40" y="12"/>
                      <a:pt x="41" y="2"/>
                    </a:cubicBezTo>
                    <a:cubicBezTo>
                      <a:pt x="42" y="1"/>
                      <a:pt x="41" y="0"/>
                      <a:pt x="39" y="0"/>
                    </a:cubicBezTo>
                    <a:close/>
                  </a:path>
                </a:pathLst>
              </a:custGeom>
              <a:solidFill>
                <a:srgbClr val="7F57EE">
                  <a:alpha val="100000"/>
                </a:srgbClr>
              </a:solidFill>
              <a:ln>
                <a:headEnd type="none"/>
                <a:tailEnd type="none"/>
              </a:ln>
            </p:spPr>
          </p:sp>
          <p:sp>
            <p:nvSpPr>
              <p:cNvPr id="31" name="AutoShape 31"/>
              <p:cNvSpPr/>
              <p:nvPr/>
            </p:nvSpPr>
            <p:spPr>
              <a:xfrm>
                <a:off x="3987801" y="3686175"/>
                <a:ext cx="244475" cy="236538"/>
              </a:xfrm>
              <a:prstGeom prst="ellipse">
                <a:avLst/>
              </a:prstGeom>
              <a:solidFill>
                <a:srgbClr val="F9FBFC">
                  <a:alpha val="100000"/>
                </a:srgbClr>
              </a:solidFill>
              <a:ln>
                <a:headEnd type="none"/>
                <a:tailEnd type="none"/>
              </a:ln>
            </p:spPr>
          </p:sp>
          <p:sp>
            <p:nvSpPr>
              <p:cNvPr id="32" name="AutoShape 32"/>
              <p:cNvSpPr/>
              <p:nvPr/>
            </p:nvSpPr>
            <p:spPr>
              <a:xfrm>
                <a:off x="3987801" y="3844925"/>
                <a:ext cx="244475" cy="85725"/>
              </a:xfrm>
              <a:custGeom>
                <a:avLst/>
                <a:gdLst/>
                <a:ahLst/>
                <a:cxnLst/>
                <a:rect l="l" t="t" r="r" b="b"/>
                <a:pathLst>
                  <a:path w="34" h="12">
                    <a:moveTo>
                      <a:pt x="33" y="0"/>
                    </a:moveTo>
                    <a:cubicBezTo>
                      <a:pt x="33" y="0"/>
                      <a:pt x="33" y="0"/>
                      <a:pt x="33" y="0"/>
                    </a:cubicBezTo>
                    <a:cubicBezTo>
                      <a:pt x="30" y="7"/>
                      <a:pt x="24" y="11"/>
                      <a:pt x="17" y="11"/>
                    </a:cubicBezTo>
                    <a:cubicBezTo>
                      <a:pt x="10" y="11"/>
                      <a:pt x="4" y="7"/>
                      <a:pt x="1" y="0"/>
                    </a:cubicBezTo>
                    <a:cubicBezTo>
                      <a:pt x="1" y="0"/>
                      <a:pt x="1" y="0"/>
                      <a:pt x="1" y="0"/>
                    </a:cubicBezTo>
                    <a:cubicBezTo>
                      <a:pt x="0" y="0"/>
                      <a:pt x="0" y="0"/>
                      <a:pt x="0" y="1"/>
                    </a:cubicBezTo>
                    <a:cubicBezTo>
                      <a:pt x="3" y="8"/>
                      <a:pt x="9" y="12"/>
                      <a:pt x="17" y="12"/>
                    </a:cubicBezTo>
                    <a:cubicBezTo>
                      <a:pt x="25" y="12"/>
                      <a:pt x="31" y="8"/>
                      <a:pt x="34" y="1"/>
                    </a:cubicBezTo>
                    <a:cubicBezTo>
                      <a:pt x="34" y="0"/>
                      <a:pt x="34" y="0"/>
                      <a:pt x="33" y="0"/>
                    </a:cubicBezTo>
                    <a:close/>
                  </a:path>
                </a:pathLst>
              </a:custGeom>
              <a:solidFill>
                <a:srgbClr val="9570EE">
                  <a:alpha val="100000"/>
                </a:srgbClr>
              </a:solidFill>
              <a:ln>
                <a:headEnd type="none"/>
                <a:tailEnd type="none"/>
              </a:ln>
            </p:spPr>
          </p:sp>
          <p:sp>
            <p:nvSpPr>
              <p:cNvPr id="33" name="AutoShape 33"/>
              <p:cNvSpPr/>
              <p:nvPr/>
            </p:nvSpPr>
            <p:spPr>
              <a:xfrm>
                <a:off x="4103688" y="3714750"/>
                <a:ext cx="14288" cy="101600"/>
              </a:xfrm>
              <a:custGeom>
                <a:avLst/>
                <a:gdLst/>
                <a:ahLst/>
                <a:cxnLst/>
                <a:rect l="l" t="t" r="r" b="b"/>
                <a:pathLst>
                  <a:path w="2" h="14">
                    <a:moveTo>
                      <a:pt x="1" y="14"/>
                    </a:moveTo>
                    <a:cubicBezTo>
                      <a:pt x="1" y="14"/>
                      <a:pt x="1" y="14"/>
                      <a:pt x="1" y="14"/>
                    </a:cubicBezTo>
                    <a:cubicBezTo>
                      <a:pt x="0" y="14"/>
                      <a:pt x="0" y="13"/>
                      <a:pt x="0" y="13"/>
                    </a:cubicBezTo>
                    <a:cubicBezTo>
                      <a:pt x="0" y="1"/>
                      <a:pt x="0" y="1"/>
                      <a:pt x="0" y="1"/>
                    </a:cubicBezTo>
                    <a:cubicBezTo>
                      <a:pt x="0" y="1"/>
                      <a:pt x="0" y="0"/>
                      <a:pt x="1" y="0"/>
                    </a:cubicBezTo>
                    <a:cubicBezTo>
                      <a:pt x="1" y="0"/>
                      <a:pt x="2" y="1"/>
                      <a:pt x="2" y="1"/>
                    </a:cubicBezTo>
                    <a:cubicBezTo>
                      <a:pt x="2" y="13"/>
                      <a:pt x="2" y="13"/>
                      <a:pt x="2" y="13"/>
                    </a:cubicBezTo>
                    <a:cubicBezTo>
                      <a:pt x="2" y="13"/>
                      <a:pt x="1" y="14"/>
                      <a:pt x="1" y="14"/>
                    </a:cubicBezTo>
                    <a:close/>
                  </a:path>
                </a:pathLst>
              </a:custGeom>
              <a:solidFill>
                <a:srgbClr val="9570EE">
                  <a:alpha val="100000"/>
                </a:srgbClr>
              </a:solidFill>
              <a:ln>
                <a:headEnd type="none"/>
                <a:tailEnd type="none"/>
              </a:ln>
            </p:spPr>
          </p:sp>
          <p:sp>
            <p:nvSpPr>
              <p:cNvPr id="34" name="AutoShape 34"/>
              <p:cNvSpPr/>
              <p:nvPr/>
            </p:nvSpPr>
            <p:spPr>
              <a:xfrm>
                <a:off x="4103688" y="3802063"/>
                <a:ext cx="63500" cy="57150"/>
              </a:xfrm>
              <a:custGeom>
                <a:avLst/>
                <a:gdLst/>
                <a:ahLst/>
                <a:cxnLst/>
                <a:rect l="l" t="t" r="r" b="b"/>
                <a:pathLst>
                  <a:path w="40" h="36">
                    <a:moveTo>
                      <a:pt x="0" y="4"/>
                    </a:moveTo>
                    <a:lnTo>
                      <a:pt x="0" y="4"/>
                    </a:lnTo>
                    <a:lnTo>
                      <a:pt x="4" y="0"/>
                    </a:lnTo>
                    <a:lnTo>
                      <a:pt x="40" y="31"/>
                    </a:lnTo>
                    <a:lnTo>
                      <a:pt x="40" y="36"/>
                    </a:lnTo>
                    <a:lnTo>
                      <a:pt x="36" y="36"/>
                    </a:lnTo>
                    <a:lnTo>
                      <a:pt x="0" y="9"/>
                    </a:lnTo>
                    <a:lnTo>
                      <a:pt x="0" y="4"/>
                    </a:lnTo>
                    <a:close/>
                  </a:path>
                </a:pathLst>
              </a:custGeom>
              <a:solidFill>
                <a:srgbClr val="9570EE">
                  <a:alpha val="100000"/>
                </a:srgbClr>
              </a:solidFill>
              <a:ln>
                <a:headEnd type="none"/>
                <a:tailEnd type="none"/>
              </a:ln>
            </p:spPr>
          </p:sp>
          <p:sp>
            <p:nvSpPr>
              <p:cNvPr id="35" name="AutoShape 35"/>
              <p:cNvSpPr/>
              <p:nvPr/>
            </p:nvSpPr>
            <p:spPr>
              <a:xfrm>
                <a:off x="4103688" y="3694113"/>
                <a:ext cx="6350" cy="6350"/>
              </a:xfrm>
              <a:prstGeom prst="rect">
                <a:avLst/>
              </a:prstGeom>
              <a:solidFill>
                <a:srgbClr val="CED6FF">
                  <a:alpha val="100000"/>
                </a:srgbClr>
              </a:solidFill>
              <a:ln>
                <a:headEnd type="none"/>
                <a:tailEnd type="none"/>
              </a:ln>
            </p:spPr>
          </p:sp>
          <p:sp>
            <p:nvSpPr>
              <p:cNvPr id="36" name="AutoShape 36"/>
              <p:cNvSpPr/>
              <p:nvPr/>
            </p:nvSpPr>
            <p:spPr>
              <a:xfrm>
                <a:off x="4103688" y="3902075"/>
                <a:ext cx="6350" cy="14288"/>
              </a:xfrm>
              <a:prstGeom prst="rect">
                <a:avLst/>
              </a:prstGeom>
              <a:solidFill>
                <a:srgbClr val="CED6FF">
                  <a:alpha val="100000"/>
                </a:srgbClr>
              </a:solidFill>
              <a:ln>
                <a:headEnd type="none"/>
                <a:tailEnd type="none"/>
              </a:ln>
            </p:spPr>
          </p:sp>
          <p:sp>
            <p:nvSpPr>
              <p:cNvPr id="37" name="AutoShape 37"/>
              <p:cNvSpPr/>
              <p:nvPr/>
            </p:nvSpPr>
            <p:spPr>
              <a:xfrm>
                <a:off x="3995738" y="3802063"/>
                <a:ext cx="14288" cy="6350"/>
              </a:xfrm>
              <a:prstGeom prst="rect">
                <a:avLst/>
              </a:prstGeom>
              <a:solidFill>
                <a:srgbClr val="CED6FF">
                  <a:alpha val="100000"/>
                </a:srgbClr>
              </a:solidFill>
              <a:ln>
                <a:headEnd type="none"/>
                <a:tailEnd type="none"/>
              </a:ln>
            </p:spPr>
          </p:sp>
          <p:sp>
            <p:nvSpPr>
              <p:cNvPr id="38" name="AutoShape 38"/>
              <p:cNvSpPr/>
              <p:nvPr/>
            </p:nvSpPr>
            <p:spPr>
              <a:xfrm>
                <a:off x="4210051" y="3802063"/>
                <a:ext cx="7938" cy="6350"/>
              </a:xfrm>
              <a:prstGeom prst="rect">
                <a:avLst/>
              </a:prstGeom>
              <a:solidFill>
                <a:srgbClr val="CED6FF">
                  <a:alpha val="100000"/>
                </a:srgbClr>
              </a:solidFill>
              <a:ln>
                <a:headEnd type="none"/>
                <a:tailEnd type="none"/>
              </a:ln>
            </p:spPr>
          </p:sp>
          <p:sp>
            <p:nvSpPr>
              <p:cNvPr id="39" name="AutoShape 39"/>
              <p:cNvSpPr/>
              <p:nvPr/>
            </p:nvSpPr>
            <p:spPr>
              <a:xfrm>
                <a:off x="4030663" y="3722688"/>
                <a:ext cx="7938" cy="14288"/>
              </a:xfrm>
              <a:custGeom>
                <a:avLst/>
                <a:gdLst/>
                <a:ahLst/>
                <a:cxnLst/>
                <a:rect l="l" t="t" r="r" b="b"/>
                <a:pathLst>
                  <a:path w="5" h="9">
                    <a:moveTo>
                      <a:pt x="5" y="5"/>
                    </a:moveTo>
                    <a:lnTo>
                      <a:pt x="5" y="9"/>
                    </a:lnTo>
                    <a:lnTo>
                      <a:pt x="0" y="5"/>
                    </a:lnTo>
                    <a:lnTo>
                      <a:pt x="0" y="0"/>
                    </a:lnTo>
                    <a:lnTo>
                      <a:pt x="5" y="5"/>
                    </a:lnTo>
                    <a:close/>
                  </a:path>
                </a:pathLst>
              </a:custGeom>
              <a:solidFill>
                <a:srgbClr val="CED6FF">
                  <a:alpha val="100000"/>
                </a:srgbClr>
              </a:solidFill>
              <a:ln>
                <a:headEnd type="none"/>
                <a:tailEnd type="none"/>
              </a:ln>
            </p:spPr>
          </p:sp>
          <p:sp>
            <p:nvSpPr>
              <p:cNvPr id="40" name="AutoShape 40"/>
              <p:cNvSpPr/>
              <p:nvPr/>
            </p:nvSpPr>
            <p:spPr>
              <a:xfrm>
                <a:off x="4175126" y="3873500"/>
                <a:ext cx="14288" cy="6350"/>
              </a:xfrm>
              <a:custGeom>
                <a:avLst/>
                <a:gdLst/>
                <a:ahLst/>
                <a:cxnLst/>
                <a:rect l="l" t="t" r="r" b="b"/>
                <a:pathLst>
                  <a:path w="9" h="4">
                    <a:moveTo>
                      <a:pt x="9" y="4"/>
                    </a:moveTo>
                    <a:lnTo>
                      <a:pt x="4" y="4"/>
                    </a:lnTo>
                    <a:lnTo>
                      <a:pt x="0" y="0"/>
                    </a:lnTo>
                    <a:lnTo>
                      <a:pt x="4" y="0"/>
                    </a:lnTo>
                    <a:lnTo>
                      <a:pt x="9" y="4"/>
                    </a:lnTo>
                    <a:close/>
                  </a:path>
                </a:pathLst>
              </a:custGeom>
              <a:solidFill>
                <a:srgbClr val="CED6FF">
                  <a:alpha val="100000"/>
                </a:srgbClr>
              </a:solidFill>
              <a:ln>
                <a:headEnd type="none"/>
                <a:tailEnd type="none"/>
              </a:ln>
            </p:spPr>
          </p:sp>
          <p:sp>
            <p:nvSpPr>
              <p:cNvPr id="41" name="AutoShape 41"/>
              <p:cNvSpPr/>
              <p:nvPr/>
            </p:nvSpPr>
            <p:spPr>
              <a:xfrm>
                <a:off x="4030663" y="3873500"/>
                <a:ext cx="7938" cy="6350"/>
              </a:xfrm>
              <a:custGeom>
                <a:avLst/>
                <a:gdLst/>
                <a:ahLst/>
                <a:cxnLst/>
                <a:rect l="l" t="t" r="r" b="b"/>
                <a:pathLst>
                  <a:path w="5" h="4">
                    <a:moveTo>
                      <a:pt x="5" y="0"/>
                    </a:moveTo>
                    <a:lnTo>
                      <a:pt x="5" y="0"/>
                    </a:lnTo>
                    <a:lnTo>
                      <a:pt x="0" y="4"/>
                    </a:lnTo>
                    <a:lnTo>
                      <a:pt x="0" y="4"/>
                    </a:lnTo>
                    <a:lnTo>
                      <a:pt x="5" y="0"/>
                    </a:lnTo>
                    <a:close/>
                  </a:path>
                </a:pathLst>
              </a:custGeom>
              <a:solidFill>
                <a:srgbClr val="CED6FF">
                  <a:alpha val="100000"/>
                </a:srgbClr>
              </a:solidFill>
              <a:ln>
                <a:headEnd type="none"/>
                <a:tailEnd type="none"/>
              </a:ln>
            </p:spPr>
          </p:sp>
          <p:sp>
            <p:nvSpPr>
              <p:cNvPr id="42" name="AutoShape 42"/>
              <p:cNvSpPr/>
              <p:nvPr/>
            </p:nvSpPr>
            <p:spPr>
              <a:xfrm>
                <a:off x="4175126" y="3722688"/>
                <a:ext cx="14288" cy="14288"/>
              </a:xfrm>
              <a:custGeom>
                <a:avLst/>
                <a:gdLst/>
                <a:ahLst/>
                <a:cxnLst/>
                <a:rect l="l" t="t" r="r" b="b"/>
                <a:pathLst>
                  <a:path w="9" h="9">
                    <a:moveTo>
                      <a:pt x="4" y="0"/>
                    </a:moveTo>
                    <a:lnTo>
                      <a:pt x="9" y="5"/>
                    </a:lnTo>
                    <a:lnTo>
                      <a:pt x="4" y="9"/>
                    </a:lnTo>
                    <a:lnTo>
                      <a:pt x="0" y="5"/>
                    </a:lnTo>
                    <a:lnTo>
                      <a:pt x="4" y="0"/>
                    </a:lnTo>
                    <a:close/>
                  </a:path>
                </a:pathLst>
              </a:custGeom>
              <a:solidFill>
                <a:srgbClr val="CED6FF">
                  <a:alpha val="100000"/>
                </a:srgbClr>
              </a:solidFill>
              <a:ln>
                <a:headEnd type="none"/>
                <a:tailEnd type="none"/>
              </a:ln>
            </p:spPr>
          </p:sp>
          <p:sp>
            <p:nvSpPr>
              <p:cNvPr id="43" name="AutoShape 43"/>
              <p:cNvSpPr/>
              <p:nvPr/>
            </p:nvSpPr>
            <p:spPr>
              <a:xfrm>
                <a:off x="3895726" y="2876550"/>
                <a:ext cx="450850" cy="473075"/>
              </a:xfrm>
              <a:custGeom>
                <a:avLst/>
                <a:gdLst/>
                <a:ahLst/>
                <a:cxnLst/>
                <a:rect l="l" t="t" r="r" b="b"/>
                <a:pathLst>
                  <a:path w="62" h="66">
                    <a:moveTo>
                      <a:pt x="56" y="66"/>
                    </a:moveTo>
                    <a:cubicBezTo>
                      <a:pt x="7" y="66"/>
                      <a:pt x="7" y="66"/>
                      <a:pt x="7" y="66"/>
                    </a:cubicBezTo>
                    <a:cubicBezTo>
                      <a:pt x="3" y="66"/>
                      <a:pt x="0" y="63"/>
                      <a:pt x="0" y="59"/>
                    </a:cubicBezTo>
                    <a:cubicBezTo>
                      <a:pt x="0" y="7"/>
                      <a:pt x="0" y="7"/>
                      <a:pt x="0" y="7"/>
                    </a:cubicBezTo>
                    <a:cubicBezTo>
                      <a:pt x="0" y="3"/>
                      <a:pt x="3" y="0"/>
                      <a:pt x="7" y="0"/>
                    </a:cubicBezTo>
                    <a:cubicBezTo>
                      <a:pt x="56" y="0"/>
                      <a:pt x="56" y="0"/>
                      <a:pt x="56" y="0"/>
                    </a:cubicBezTo>
                    <a:cubicBezTo>
                      <a:pt x="60" y="0"/>
                      <a:pt x="63" y="3"/>
                      <a:pt x="63" y="7"/>
                    </a:cubicBezTo>
                    <a:cubicBezTo>
                      <a:pt x="63" y="59"/>
                      <a:pt x="63" y="59"/>
                      <a:pt x="63" y="59"/>
                    </a:cubicBezTo>
                    <a:cubicBezTo>
                      <a:pt x="63" y="63"/>
                      <a:pt x="60" y="66"/>
                      <a:pt x="56" y="66"/>
                    </a:cubicBezTo>
                    <a:close/>
                  </a:path>
                </a:pathLst>
              </a:custGeom>
              <a:solidFill>
                <a:srgbClr val="6DB8FF">
                  <a:alpha val="100000"/>
                </a:srgbClr>
              </a:solidFill>
              <a:ln>
                <a:headEnd type="none"/>
                <a:tailEnd type="none"/>
              </a:ln>
            </p:spPr>
          </p:sp>
          <p:sp>
            <p:nvSpPr>
              <p:cNvPr id="44" name="AutoShape 44"/>
              <p:cNvSpPr/>
              <p:nvPr/>
            </p:nvSpPr>
            <p:spPr>
              <a:xfrm>
                <a:off x="3852863" y="3121025"/>
                <a:ext cx="71438" cy="179388"/>
              </a:xfrm>
              <a:custGeom>
                <a:avLst/>
                <a:gdLst/>
                <a:ahLst/>
                <a:cxnLst/>
                <a:rect l="l" t="t" r="r" b="b"/>
                <a:pathLst>
                  <a:path w="45" h="113">
                    <a:moveTo>
                      <a:pt x="13" y="113"/>
                    </a:moveTo>
                    <a:lnTo>
                      <a:pt x="36" y="95"/>
                    </a:lnTo>
                    <a:lnTo>
                      <a:pt x="45" y="59"/>
                    </a:lnTo>
                    <a:lnTo>
                      <a:pt x="36" y="54"/>
                    </a:lnTo>
                    <a:lnTo>
                      <a:pt x="27" y="68"/>
                    </a:lnTo>
                    <a:lnTo>
                      <a:pt x="36" y="0"/>
                    </a:lnTo>
                    <a:lnTo>
                      <a:pt x="22" y="4"/>
                    </a:lnTo>
                    <a:lnTo>
                      <a:pt x="13" y="68"/>
                    </a:lnTo>
                    <a:lnTo>
                      <a:pt x="0" y="99"/>
                    </a:lnTo>
                    <a:lnTo>
                      <a:pt x="9" y="108"/>
                    </a:lnTo>
                    <a:lnTo>
                      <a:pt x="13" y="113"/>
                    </a:lnTo>
                    <a:close/>
                  </a:path>
                </a:pathLst>
              </a:custGeom>
              <a:solidFill>
                <a:srgbClr val="F7D3A9">
                  <a:alpha val="100000"/>
                </a:srgbClr>
              </a:solidFill>
              <a:ln>
                <a:headEnd type="none"/>
                <a:tailEnd type="none"/>
              </a:ln>
            </p:spPr>
          </p:sp>
          <p:sp>
            <p:nvSpPr>
              <p:cNvPr id="45" name="AutoShape 45"/>
              <p:cNvSpPr/>
              <p:nvPr/>
            </p:nvSpPr>
            <p:spPr>
              <a:xfrm>
                <a:off x="3852863" y="3121025"/>
                <a:ext cx="71438" cy="179388"/>
              </a:xfrm>
              <a:custGeom>
                <a:avLst/>
                <a:gdLst/>
                <a:ahLst/>
                <a:cxnLst/>
                <a:rect l="l" t="t" r="r" b="b"/>
                <a:pathLst>
                  <a:path w="45" h="113">
                    <a:moveTo>
                      <a:pt x="13" y="113"/>
                    </a:moveTo>
                    <a:lnTo>
                      <a:pt x="36" y="95"/>
                    </a:lnTo>
                    <a:lnTo>
                      <a:pt x="45" y="59"/>
                    </a:lnTo>
                    <a:lnTo>
                      <a:pt x="36" y="54"/>
                    </a:lnTo>
                    <a:lnTo>
                      <a:pt x="27" y="68"/>
                    </a:lnTo>
                    <a:lnTo>
                      <a:pt x="36" y="0"/>
                    </a:lnTo>
                    <a:lnTo>
                      <a:pt x="22" y="4"/>
                    </a:lnTo>
                    <a:lnTo>
                      <a:pt x="13" y="68"/>
                    </a:lnTo>
                    <a:lnTo>
                      <a:pt x="0" y="99"/>
                    </a:lnTo>
                    <a:lnTo>
                      <a:pt x="9" y="108"/>
                    </a:lnTo>
                  </a:path>
                </a:pathLst>
              </a:custGeom>
              <a:ln>
                <a:headEnd type="none"/>
                <a:tailEnd type="none"/>
              </a:ln>
            </p:spPr>
          </p:sp>
          <p:sp>
            <p:nvSpPr>
              <p:cNvPr id="46" name="AutoShape 46"/>
              <p:cNvSpPr/>
              <p:nvPr/>
            </p:nvSpPr>
            <p:spPr>
              <a:xfrm>
                <a:off x="4095751" y="3306763"/>
                <a:ext cx="150813" cy="114300"/>
              </a:xfrm>
              <a:custGeom>
                <a:avLst/>
                <a:gdLst/>
                <a:ahLst/>
                <a:cxnLst/>
                <a:rect l="l" t="t" r="r" b="b"/>
                <a:pathLst>
                  <a:path w="95" h="72">
                    <a:moveTo>
                      <a:pt x="0" y="63"/>
                    </a:moveTo>
                    <a:lnTo>
                      <a:pt x="0" y="36"/>
                    </a:lnTo>
                    <a:lnTo>
                      <a:pt x="36" y="0"/>
                    </a:lnTo>
                    <a:lnTo>
                      <a:pt x="45" y="14"/>
                    </a:lnTo>
                    <a:lnTo>
                      <a:pt x="32" y="27"/>
                    </a:lnTo>
                    <a:lnTo>
                      <a:pt x="95" y="9"/>
                    </a:lnTo>
                    <a:lnTo>
                      <a:pt x="95" y="27"/>
                    </a:lnTo>
                    <a:lnTo>
                      <a:pt x="36" y="50"/>
                    </a:lnTo>
                    <a:lnTo>
                      <a:pt x="23" y="72"/>
                    </a:lnTo>
                    <a:lnTo>
                      <a:pt x="0" y="63"/>
                    </a:lnTo>
                    <a:close/>
                  </a:path>
                </a:pathLst>
              </a:custGeom>
              <a:solidFill>
                <a:srgbClr val="F7D3A9">
                  <a:alpha val="100000"/>
                </a:srgbClr>
              </a:solidFill>
              <a:ln>
                <a:headEnd type="none"/>
                <a:tailEnd type="none"/>
              </a:ln>
            </p:spPr>
          </p:sp>
          <p:sp>
            <p:nvSpPr>
              <p:cNvPr id="47" name="AutoShape 47"/>
              <p:cNvSpPr/>
              <p:nvPr/>
            </p:nvSpPr>
            <p:spPr>
              <a:xfrm>
                <a:off x="3414713" y="4511675"/>
                <a:ext cx="358775" cy="987425"/>
              </a:xfrm>
              <a:custGeom>
                <a:avLst/>
                <a:gdLst/>
                <a:ahLst/>
                <a:cxnLst/>
                <a:rect l="l" t="t" r="r" b="b"/>
                <a:pathLst>
                  <a:path w="226" h="622">
                    <a:moveTo>
                      <a:pt x="0" y="0"/>
                    </a:moveTo>
                    <a:lnTo>
                      <a:pt x="127" y="622"/>
                    </a:lnTo>
                    <a:lnTo>
                      <a:pt x="226" y="613"/>
                    </a:lnTo>
                    <a:lnTo>
                      <a:pt x="158" y="591"/>
                    </a:lnTo>
                    <a:lnTo>
                      <a:pt x="181" y="582"/>
                    </a:lnTo>
                    <a:lnTo>
                      <a:pt x="149" y="0"/>
                    </a:lnTo>
                    <a:lnTo>
                      <a:pt x="0" y="0"/>
                    </a:lnTo>
                    <a:close/>
                  </a:path>
                </a:pathLst>
              </a:custGeom>
              <a:solidFill>
                <a:srgbClr val="544DB8">
                  <a:alpha val="100000"/>
                </a:srgbClr>
              </a:solidFill>
              <a:ln>
                <a:headEnd type="none"/>
                <a:tailEnd type="none"/>
              </a:ln>
            </p:spPr>
          </p:sp>
          <p:sp>
            <p:nvSpPr>
              <p:cNvPr id="48" name="AutoShape 48"/>
              <p:cNvSpPr/>
              <p:nvPr/>
            </p:nvSpPr>
            <p:spPr>
              <a:xfrm>
                <a:off x="3471863" y="4438650"/>
                <a:ext cx="523875" cy="1011238"/>
              </a:xfrm>
              <a:custGeom>
                <a:avLst/>
                <a:gdLst/>
                <a:ahLst/>
                <a:cxnLst/>
                <a:rect l="l" t="t" r="r" b="b"/>
                <a:pathLst>
                  <a:path w="73" h="141">
                    <a:moveTo>
                      <a:pt x="37" y="8"/>
                    </a:moveTo>
                    <a:cubicBezTo>
                      <a:pt x="37" y="8"/>
                      <a:pt x="73" y="41"/>
                      <a:pt x="68" y="82"/>
                    </a:cubicBezTo>
                    <a:cubicBezTo>
                      <a:pt x="62" y="114"/>
                      <a:pt x="49" y="126"/>
                      <a:pt x="49" y="126"/>
                    </a:cubicBezTo>
                    <a:cubicBezTo>
                      <a:pt x="45" y="125"/>
                      <a:pt x="45" y="125"/>
                      <a:pt x="45" y="125"/>
                    </a:cubicBezTo>
                    <a:cubicBezTo>
                      <a:pt x="51" y="141"/>
                      <a:pt x="51" y="141"/>
                      <a:pt x="51" y="141"/>
                    </a:cubicBezTo>
                    <a:cubicBezTo>
                      <a:pt x="33" y="123"/>
                      <a:pt x="33" y="123"/>
                      <a:pt x="33" y="123"/>
                    </a:cubicBezTo>
                    <a:cubicBezTo>
                      <a:pt x="33" y="123"/>
                      <a:pt x="55" y="94"/>
                      <a:pt x="41" y="63"/>
                    </a:cubicBezTo>
                    <a:cubicBezTo>
                      <a:pt x="28" y="33"/>
                      <a:pt x="0" y="22"/>
                      <a:pt x="0" y="22"/>
                    </a:cubicBezTo>
                    <a:cubicBezTo>
                      <a:pt x="0" y="22"/>
                      <a:pt x="24" y="0"/>
                      <a:pt x="26" y="0"/>
                    </a:cubicBezTo>
                    <a:cubicBezTo>
                      <a:pt x="28" y="1"/>
                      <a:pt x="37" y="8"/>
                      <a:pt x="37" y="8"/>
                    </a:cubicBezTo>
                    <a:close/>
                  </a:path>
                </a:pathLst>
              </a:custGeom>
              <a:solidFill>
                <a:srgbClr val="544DB8">
                  <a:alpha val="100000"/>
                </a:srgbClr>
              </a:solidFill>
              <a:ln>
                <a:headEnd type="none"/>
                <a:tailEnd type="none"/>
              </a:ln>
            </p:spPr>
          </p:sp>
          <p:sp>
            <p:nvSpPr>
              <p:cNvPr id="49" name="AutoShape 49"/>
              <p:cNvSpPr/>
              <p:nvPr/>
            </p:nvSpPr>
            <p:spPr>
              <a:xfrm>
                <a:off x="3357563" y="3263900"/>
                <a:ext cx="544513" cy="1282700"/>
              </a:xfrm>
              <a:custGeom>
                <a:avLst/>
                <a:gdLst/>
                <a:ahLst/>
                <a:cxnLst/>
                <a:rect l="l" t="t" r="r" b="b"/>
                <a:pathLst>
                  <a:path w="76" h="179">
                    <a:moveTo>
                      <a:pt x="68" y="0"/>
                    </a:moveTo>
                    <a:cubicBezTo>
                      <a:pt x="68" y="0"/>
                      <a:pt x="9" y="71"/>
                      <a:pt x="2" y="86"/>
                    </a:cubicBezTo>
                    <a:cubicBezTo>
                      <a:pt x="2" y="86"/>
                      <a:pt x="0" y="91"/>
                      <a:pt x="0" y="106"/>
                    </a:cubicBezTo>
                    <a:cubicBezTo>
                      <a:pt x="0" y="121"/>
                      <a:pt x="5" y="176"/>
                      <a:pt x="5" y="176"/>
                    </a:cubicBezTo>
                    <a:cubicBezTo>
                      <a:pt x="65" y="179"/>
                      <a:pt x="65" y="179"/>
                      <a:pt x="65" y="179"/>
                    </a:cubicBezTo>
                    <a:cubicBezTo>
                      <a:pt x="65" y="179"/>
                      <a:pt x="45" y="112"/>
                      <a:pt x="45" y="110"/>
                    </a:cubicBezTo>
                    <a:cubicBezTo>
                      <a:pt x="44" y="109"/>
                      <a:pt x="35" y="98"/>
                      <a:pt x="25" y="96"/>
                    </a:cubicBezTo>
                    <a:cubicBezTo>
                      <a:pt x="76" y="5"/>
                      <a:pt x="76" y="5"/>
                      <a:pt x="76" y="5"/>
                    </a:cubicBezTo>
                    <a:lnTo>
                      <a:pt x="68" y="0"/>
                    </a:lnTo>
                    <a:close/>
                  </a:path>
                </a:pathLst>
              </a:custGeom>
              <a:solidFill>
                <a:srgbClr val="FF8B40">
                  <a:alpha val="100000"/>
                </a:srgbClr>
              </a:solidFill>
              <a:ln>
                <a:headEnd type="none"/>
                <a:tailEnd type="none"/>
              </a:ln>
            </p:spPr>
          </p:sp>
          <p:sp>
            <p:nvSpPr>
              <p:cNvPr id="50" name="AutoShape 50"/>
              <p:cNvSpPr/>
              <p:nvPr/>
            </p:nvSpPr>
            <p:spPr>
              <a:xfrm>
                <a:off x="3486151" y="3865563"/>
                <a:ext cx="122238" cy="122238"/>
              </a:xfrm>
              <a:custGeom>
                <a:avLst/>
                <a:gdLst/>
                <a:ahLst/>
                <a:cxnLst/>
                <a:rect l="l" t="t" r="r" b="b"/>
                <a:pathLst>
                  <a:path w="17" h="17">
                    <a:moveTo>
                      <a:pt x="13" y="5"/>
                    </a:moveTo>
                    <a:cubicBezTo>
                      <a:pt x="13" y="5"/>
                      <a:pt x="15" y="12"/>
                      <a:pt x="17" y="17"/>
                    </a:cubicBezTo>
                    <a:cubicBezTo>
                      <a:pt x="17" y="17"/>
                      <a:pt x="5" y="17"/>
                      <a:pt x="0" y="11"/>
                    </a:cubicBezTo>
                    <a:cubicBezTo>
                      <a:pt x="5" y="0"/>
                      <a:pt x="5" y="0"/>
                      <a:pt x="5" y="0"/>
                    </a:cubicBezTo>
                    <a:lnTo>
                      <a:pt x="13" y="5"/>
                    </a:lnTo>
                    <a:close/>
                  </a:path>
                </a:pathLst>
              </a:custGeom>
              <a:solidFill>
                <a:srgbClr val="F7D3A9">
                  <a:alpha val="100000"/>
                </a:srgbClr>
              </a:solidFill>
              <a:ln>
                <a:headEnd type="none"/>
                <a:tailEnd type="none"/>
              </a:ln>
            </p:spPr>
          </p:sp>
          <p:sp>
            <p:nvSpPr>
              <p:cNvPr id="51" name="AutoShape 51"/>
              <p:cNvSpPr/>
              <p:nvPr/>
            </p:nvSpPr>
            <p:spPr>
              <a:xfrm>
                <a:off x="3451226" y="3643313"/>
                <a:ext cx="222250" cy="315913"/>
              </a:xfrm>
              <a:custGeom>
                <a:avLst/>
                <a:gdLst/>
                <a:ahLst/>
                <a:cxnLst/>
                <a:rect l="l" t="t" r="r" b="b"/>
                <a:pathLst>
                  <a:path w="31" h="44">
                    <a:moveTo>
                      <a:pt x="27" y="13"/>
                    </a:moveTo>
                    <a:cubicBezTo>
                      <a:pt x="27" y="13"/>
                      <a:pt x="31" y="34"/>
                      <a:pt x="27" y="39"/>
                    </a:cubicBezTo>
                    <a:cubicBezTo>
                      <a:pt x="24" y="44"/>
                      <a:pt x="11" y="35"/>
                      <a:pt x="6" y="28"/>
                    </a:cubicBezTo>
                    <a:cubicBezTo>
                      <a:pt x="1" y="20"/>
                      <a:pt x="0" y="3"/>
                      <a:pt x="9" y="1"/>
                    </a:cubicBezTo>
                    <a:cubicBezTo>
                      <a:pt x="17" y="0"/>
                      <a:pt x="25" y="5"/>
                      <a:pt x="27" y="13"/>
                    </a:cubicBezTo>
                    <a:close/>
                  </a:path>
                </a:pathLst>
              </a:custGeom>
              <a:solidFill>
                <a:srgbClr val="F7D3A9">
                  <a:alpha val="100000"/>
                </a:srgbClr>
              </a:solidFill>
              <a:ln>
                <a:headEnd type="none"/>
                <a:tailEnd type="none"/>
              </a:ln>
            </p:spPr>
          </p:sp>
          <p:sp>
            <p:nvSpPr>
              <p:cNvPr id="52" name="AutoShape 52"/>
              <p:cNvSpPr/>
              <p:nvPr/>
            </p:nvSpPr>
            <p:spPr>
              <a:xfrm>
                <a:off x="3565526" y="3392488"/>
                <a:ext cx="581025" cy="809625"/>
              </a:xfrm>
              <a:custGeom>
                <a:avLst/>
                <a:gdLst/>
                <a:ahLst/>
                <a:cxnLst/>
                <a:rect l="l" t="t" r="r" b="b"/>
                <a:pathLst>
                  <a:path w="81" h="113">
                    <a:moveTo>
                      <a:pt x="6" y="87"/>
                    </a:moveTo>
                    <a:cubicBezTo>
                      <a:pt x="6" y="87"/>
                      <a:pt x="53" y="57"/>
                      <a:pt x="57" y="51"/>
                    </a:cubicBezTo>
                    <a:cubicBezTo>
                      <a:pt x="61" y="45"/>
                      <a:pt x="71" y="0"/>
                      <a:pt x="71" y="0"/>
                    </a:cubicBezTo>
                    <a:cubicBezTo>
                      <a:pt x="81" y="2"/>
                      <a:pt x="81" y="2"/>
                      <a:pt x="81" y="2"/>
                    </a:cubicBezTo>
                    <a:cubicBezTo>
                      <a:pt x="81" y="2"/>
                      <a:pt x="75" y="53"/>
                      <a:pt x="74" y="58"/>
                    </a:cubicBezTo>
                    <a:cubicBezTo>
                      <a:pt x="72" y="63"/>
                      <a:pt x="26" y="113"/>
                      <a:pt x="15" y="113"/>
                    </a:cubicBezTo>
                    <a:cubicBezTo>
                      <a:pt x="4" y="113"/>
                      <a:pt x="0" y="99"/>
                      <a:pt x="6" y="87"/>
                    </a:cubicBezTo>
                    <a:close/>
                  </a:path>
                </a:pathLst>
              </a:custGeom>
              <a:solidFill>
                <a:srgbClr val="FF8B40">
                  <a:alpha val="100000"/>
                </a:srgbClr>
              </a:solidFill>
              <a:ln>
                <a:headEnd type="none"/>
                <a:tailEnd type="none"/>
              </a:ln>
            </p:spPr>
          </p:sp>
          <p:sp>
            <p:nvSpPr>
              <p:cNvPr id="53" name="AutoShape 53"/>
              <p:cNvSpPr/>
              <p:nvPr/>
            </p:nvSpPr>
            <p:spPr>
              <a:xfrm>
                <a:off x="3422651" y="3600450"/>
                <a:ext cx="265113" cy="307975"/>
              </a:xfrm>
              <a:custGeom>
                <a:avLst/>
                <a:gdLst/>
                <a:ahLst/>
                <a:cxnLst/>
                <a:rect l="l" t="t" r="r" b="b"/>
                <a:pathLst>
                  <a:path w="37" h="43">
                    <a:moveTo>
                      <a:pt x="6" y="8"/>
                    </a:moveTo>
                    <a:cubicBezTo>
                      <a:pt x="6" y="8"/>
                      <a:pt x="12" y="0"/>
                      <a:pt x="23" y="2"/>
                    </a:cubicBezTo>
                    <a:cubicBezTo>
                      <a:pt x="34" y="4"/>
                      <a:pt x="37" y="1"/>
                      <a:pt x="37" y="1"/>
                    </a:cubicBezTo>
                    <a:cubicBezTo>
                      <a:pt x="37" y="1"/>
                      <a:pt x="35" y="13"/>
                      <a:pt x="27" y="16"/>
                    </a:cubicBezTo>
                    <a:cubicBezTo>
                      <a:pt x="19" y="19"/>
                      <a:pt x="17" y="18"/>
                      <a:pt x="17" y="18"/>
                    </a:cubicBezTo>
                    <a:cubicBezTo>
                      <a:pt x="17" y="18"/>
                      <a:pt x="21" y="22"/>
                      <a:pt x="22" y="25"/>
                    </a:cubicBezTo>
                    <a:cubicBezTo>
                      <a:pt x="23" y="29"/>
                      <a:pt x="19" y="22"/>
                      <a:pt x="17" y="24"/>
                    </a:cubicBezTo>
                    <a:cubicBezTo>
                      <a:pt x="16" y="26"/>
                      <a:pt x="17" y="32"/>
                      <a:pt x="21" y="31"/>
                    </a:cubicBezTo>
                    <a:cubicBezTo>
                      <a:pt x="24" y="31"/>
                      <a:pt x="22" y="34"/>
                      <a:pt x="21" y="36"/>
                    </a:cubicBezTo>
                    <a:cubicBezTo>
                      <a:pt x="19" y="39"/>
                      <a:pt x="17" y="43"/>
                      <a:pt x="15" y="42"/>
                    </a:cubicBezTo>
                    <a:cubicBezTo>
                      <a:pt x="13" y="41"/>
                      <a:pt x="6" y="36"/>
                      <a:pt x="3" y="28"/>
                    </a:cubicBezTo>
                    <a:cubicBezTo>
                      <a:pt x="0" y="19"/>
                      <a:pt x="0" y="11"/>
                      <a:pt x="6" y="8"/>
                    </a:cubicBezTo>
                    <a:close/>
                  </a:path>
                </a:pathLst>
              </a:custGeom>
              <a:solidFill>
                <a:srgbClr val="544DB8">
                  <a:alpha val="100000"/>
                </a:srgbClr>
              </a:solidFill>
              <a:ln>
                <a:headEnd type="none"/>
                <a:tailEnd type="none"/>
              </a:ln>
            </p:spPr>
          </p:sp>
          <p:sp>
            <p:nvSpPr>
              <p:cNvPr id="54" name="AutoShape 54"/>
              <p:cNvSpPr/>
              <p:nvPr/>
            </p:nvSpPr>
            <p:spPr>
              <a:xfrm>
                <a:off x="5178426" y="2089150"/>
                <a:ext cx="1039813" cy="1755775"/>
              </a:xfrm>
              <a:custGeom>
                <a:avLst/>
                <a:gdLst/>
                <a:ahLst/>
                <a:cxnLst/>
                <a:rect l="l" t="t" r="r" b="b"/>
                <a:pathLst>
                  <a:path w="145" h="245">
                    <a:moveTo>
                      <a:pt x="140" y="245"/>
                    </a:moveTo>
                    <a:cubicBezTo>
                      <a:pt x="5" y="245"/>
                      <a:pt x="5" y="245"/>
                      <a:pt x="5" y="245"/>
                    </a:cubicBezTo>
                    <a:cubicBezTo>
                      <a:pt x="2" y="245"/>
                      <a:pt x="0" y="243"/>
                      <a:pt x="0" y="240"/>
                    </a:cubicBezTo>
                    <a:cubicBezTo>
                      <a:pt x="0" y="6"/>
                      <a:pt x="0" y="6"/>
                      <a:pt x="0" y="6"/>
                    </a:cubicBezTo>
                    <a:cubicBezTo>
                      <a:pt x="0" y="3"/>
                      <a:pt x="2" y="0"/>
                      <a:pt x="5" y="0"/>
                    </a:cubicBezTo>
                    <a:cubicBezTo>
                      <a:pt x="140" y="0"/>
                      <a:pt x="140" y="0"/>
                      <a:pt x="140" y="0"/>
                    </a:cubicBezTo>
                    <a:cubicBezTo>
                      <a:pt x="143" y="0"/>
                      <a:pt x="145" y="3"/>
                      <a:pt x="145" y="6"/>
                    </a:cubicBezTo>
                    <a:cubicBezTo>
                      <a:pt x="145" y="240"/>
                      <a:pt x="145" y="240"/>
                      <a:pt x="145" y="240"/>
                    </a:cubicBezTo>
                    <a:cubicBezTo>
                      <a:pt x="145" y="243"/>
                      <a:pt x="143" y="245"/>
                      <a:pt x="140" y="245"/>
                    </a:cubicBezTo>
                    <a:close/>
                  </a:path>
                </a:pathLst>
              </a:custGeom>
              <a:solidFill>
                <a:srgbClr val="E3EAFF">
                  <a:alpha val="100000"/>
                </a:srgbClr>
              </a:solidFill>
              <a:ln>
                <a:headEnd type="none"/>
                <a:tailEnd type="none"/>
              </a:ln>
            </p:spPr>
          </p:sp>
          <p:sp>
            <p:nvSpPr>
              <p:cNvPr id="55" name="AutoShape 55"/>
              <p:cNvSpPr/>
              <p:nvPr/>
            </p:nvSpPr>
            <p:spPr>
              <a:xfrm>
                <a:off x="5357813" y="2232025"/>
                <a:ext cx="673100" cy="150813"/>
              </a:xfrm>
              <a:custGeom>
                <a:avLst/>
                <a:gdLst/>
                <a:ahLst/>
                <a:cxnLst/>
                <a:rect l="l" t="t" r="r" b="b"/>
                <a:pathLst>
                  <a:path w="94" h="21">
                    <a:moveTo>
                      <a:pt x="89" y="21"/>
                    </a:moveTo>
                    <a:cubicBezTo>
                      <a:pt x="4" y="21"/>
                      <a:pt x="4" y="21"/>
                      <a:pt x="4" y="21"/>
                    </a:cubicBezTo>
                    <a:cubicBezTo>
                      <a:pt x="1" y="21"/>
                      <a:pt x="0" y="19"/>
                      <a:pt x="0" y="17"/>
                    </a:cubicBezTo>
                    <a:cubicBezTo>
                      <a:pt x="0" y="4"/>
                      <a:pt x="0" y="4"/>
                      <a:pt x="0" y="4"/>
                    </a:cubicBezTo>
                    <a:cubicBezTo>
                      <a:pt x="0" y="2"/>
                      <a:pt x="1" y="0"/>
                      <a:pt x="4" y="0"/>
                    </a:cubicBezTo>
                    <a:cubicBezTo>
                      <a:pt x="89" y="0"/>
                      <a:pt x="89" y="0"/>
                      <a:pt x="89" y="0"/>
                    </a:cubicBezTo>
                    <a:cubicBezTo>
                      <a:pt x="92" y="0"/>
                      <a:pt x="94" y="2"/>
                      <a:pt x="94" y="4"/>
                    </a:cubicBezTo>
                    <a:cubicBezTo>
                      <a:pt x="94" y="17"/>
                      <a:pt x="94" y="17"/>
                      <a:pt x="94" y="17"/>
                    </a:cubicBezTo>
                    <a:cubicBezTo>
                      <a:pt x="94" y="19"/>
                      <a:pt x="92" y="21"/>
                      <a:pt x="89" y="21"/>
                    </a:cubicBezTo>
                    <a:close/>
                  </a:path>
                </a:pathLst>
              </a:custGeom>
              <a:solidFill>
                <a:srgbClr val="6DB8FF">
                  <a:alpha val="100000"/>
                </a:srgbClr>
              </a:solidFill>
              <a:ln>
                <a:headEnd type="none"/>
                <a:tailEnd type="none"/>
              </a:ln>
            </p:spPr>
          </p:sp>
          <p:sp>
            <p:nvSpPr>
              <p:cNvPr id="56" name="AutoShape 56"/>
              <p:cNvSpPr/>
              <p:nvPr/>
            </p:nvSpPr>
            <p:spPr>
              <a:xfrm>
                <a:off x="5386388" y="3092450"/>
                <a:ext cx="250825" cy="114300"/>
              </a:xfrm>
              <a:custGeom>
                <a:avLst/>
                <a:gdLst/>
                <a:ahLst/>
                <a:cxnLst/>
                <a:rect l="l" t="t" r="r" b="b"/>
                <a:pathLst>
                  <a:path w="35" h="16">
                    <a:moveTo>
                      <a:pt x="27" y="16"/>
                    </a:moveTo>
                    <a:cubicBezTo>
                      <a:pt x="8" y="16"/>
                      <a:pt x="8" y="16"/>
                      <a:pt x="8" y="16"/>
                    </a:cubicBezTo>
                    <a:cubicBezTo>
                      <a:pt x="4" y="16"/>
                      <a:pt x="0" y="13"/>
                      <a:pt x="0" y="8"/>
                    </a:cubicBezTo>
                    <a:cubicBezTo>
                      <a:pt x="0" y="4"/>
                      <a:pt x="4" y="0"/>
                      <a:pt x="8" y="0"/>
                    </a:cubicBezTo>
                    <a:cubicBezTo>
                      <a:pt x="27" y="0"/>
                      <a:pt x="27" y="0"/>
                      <a:pt x="27" y="0"/>
                    </a:cubicBezTo>
                    <a:cubicBezTo>
                      <a:pt x="31" y="0"/>
                      <a:pt x="35" y="4"/>
                      <a:pt x="35" y="8"/>
                    </a:cubicBezTo>
                    <a:cubicBezTo>
                      <a:pt x="35" y="13"/>
                      <a:pt x="31" y="16"/>
                      <a:pt x="27" y="16"/>
                    </a:cubicBezTo>
                    <a:close/>
                  </a:path>
                </a:pathLst>
              </a:custGeom>
              <a:solidFill>
                <a:srgbClr val="6DB8FF">
                  <a:alpha val="100000"/>
                </a:srgbClr>
              </a:solidFill>
              <a:ln>
                <a:headEnd type="none"/>
                <a:tailEnd type="none"/>
              </a:ln>
            </p:spPr>
          </p:sp>
          <p:sp>
            <p:nvSpPr>
              <p:cNvPr id="57" name="AutoShape 57"/>
              <p:cNvSpPr/>
              <p:nvPr/>
            </p:nvSpPr>
            <p:spPr>
              <a:xfrm>
                <a:off x="5773738" y="3092450"/>
                <a:ext cx="250825" cy="114300"/>
              </a:xfrm>
              <a:custGeom>
                <a:avLst/>
                <a:gdLst/>
                <a:ahLst/>
                <a:cxnLst/>
                <a:rect l="l" t="t" r="r" b="b"/>
                <a:pathLst>
                  <a:path w="35" h="16">
                    <a:moveTo>
                      <a:pt x="27" y="16"/>
                    </a:moveTo>
                    <a:cubicBezTo>
                      <a:pt x="8" y="16"/>
                      <a:pt x="8" y="16"/>
                      <a:pt x="8" y="16"/>
                    </a:cubicBezTo>
                    <a:cubicBezTo>
                      <a:pt x="4" y="16"/>
                      <a:pt x="0" y="13"/>
                      <a:pt x="0" y="8"/>
                    </a:cubicBezTo>
                    <a:cubicBezTo>
                      <a:pt x="0" y="4"/>
                      <a:pt x="4" y="0"/>
                      <a:pt x="8" y="0"/>
                    </a:cubicBezTo>
                    <a:cubicBezTo>
                      <a:pt x="27" y="0"/>
                      <a:pt x="27" y="0"/>
                      <a:pt x="27" y="0"/>
                    </a:cubicBezTo>
                    <a:cubicBezTo>
                      <a:pt x="31" y="0"/>
                      <a:pt x="35" y="4"/>
                      <a:pt x="35" y="8"/>
                    </a:cubicBezTo>
                    <a:cubicBezTo>
                      <a:pt x="35" y="13"/>
                      <a:pt x="31" y="16"/>
                      <a:pt x="27" y="16"/>
                    </a:cubicBezTo>
                    <a:close/>
                  </a:path>
                </a:pathLst>
              </a:custGeom>
              <a:solidFill>
                <a:srgbClr val="9570EE">
                  <a:alpha val="100000"/>
                </a:srgbClr>
              </a:solidFill>
              <a:ln>
                <a:headEnd type="none"/>
                <a:tailEnd type="none"/>
              </a:ln>
            </p:spPr>
          </p:sp>
          <p:sp>
            <p:nvSpPr>
              <p:cNvPr id="58" name="AutoShape 58"/>
              <p:cNvSpPr/>
              <p:nvPr/>
            </p:nvSpPr>
            <p:spPr>
              <a:xfrm>
                <a:off x="5335588" y="2533650"/>
                <a:ext cx="723900" cy="106363"/>
              </a:xfrm>
              <a:prstGeom prst="rect">
                <a:avLst/>
              </a:prstGeom>
              <a:solidFill>
                <a:srgbClr val="F9FBFC">
                  <a:alpha val="100000"/>
                </a:srgbClr>
              </a:solidFill>
              <a:ln>
                <a:headEnd type="none"/>
                <a:tailEnd type="none"/>
              </a:ln>
            </p:spPr>
          </p:sp>
          <p:sp>
            <p:nvSpPr>
              <p:cNvPr id="59" name="AutoShape 59"/>
              <p:cNvSpPr/>
              <p:nvPr/>
            </p:nvSpPr>
            <p:spPr>
              <a:xfrm>
                <a:off x="5335588" y="2727325"/>
                <a:ext cx="723900" cy="106363"/>
              </a:xfrm>
              <a:prstGeom prst="rect">
                <a:avLst/>
              </a:prstGeom>
              <a:solidFill>
                <a:srgbClr val="F9FBFC">
                  <a:alpha val="100000"/>
                </a:srgbClr>
              </a:solidFill>
              <a:ln>
                <a:headEnd type="none"/>
                <a:tailEnd type="none"/>
              </a:ln>
            </p:spPr>
          </p:sp>
          <p:sp>
            <p:nvSpPr>
              <p:cNvPr id="60" name="AutoShape 60"/>
              <p:cNvSpPr/>
              <p:nvPr/>
            </p:nvSpPr>
            <p:spPr>
              <a:xfrm>
                <a:off x="5494338" y="2905125"/>
                <a:ext cx="414338" cy="28575"/>
              </a:xfrm>
              <a:prstGeom prst="rect">
                <a:avLst/>
              </a:prstGeom>
              <a:solidFill>
                <a:srgbClr val="CDD4FF">
                  <a:alpha val="100000"/>
                </a:srgbClr>
              </a:solidFill>
              <a:ln>
                <a:headEnd type="none"/>
                <a:tailEnd type="none"/>
              </a:ln>
            </p:spPr>
          </p:sp>
          <p:sp>
            <p:nvSpPr>
              <p:cNvPr id="61" name="AutoShape 61"/>
              <p:cNvSpPr/>
              <p:nvPr/>
            </p:nvSpPr>
            <p:spPr>
              <a:xfrm>
                <a:off x="6913563" y="3228975"/>
                <a:ext cx="1590675" cy="293688"/>
              </a:xfrm>
              <a:custGeom>
                <a:avLst/>
                <a:gdLst/>
                <a:ahLst/>
                <a:cxnLst/>
                <a:rect l="l" t="t" r="r" b="b"/>
                <a:pathLst>
                  <a:path w="221" h="41">
                    <a:moveTo>
                      <a:pt x="202" y="41"/>
                    </a:moveTo>
                    <a:cubicBezTo>
                      <a:pt x="21" y="41"/>
                      <a:pt x="21" y="41"/>
                      <a:pt x="21" y="41"/>
                    </a:cubicBezTo>
                    <a:cubicBezTo>
                      <a:pt x="9" y="41"/>
                      <a:pt x="0" y="32"/>
                      <a:pt x="0" y="21"/>
                    </a:cubicBezTo>
                    <a:cubicBezTo>
                      <a:pt x="0" y="9"/>
                      <a:pt x="9" y="0"/>
                      <a:pt x="21" y="0"/>
                    </a:cubicBezTo>
                    <a:cubicBezTo>
                      <a:pt x="202" y="0"/>
                      <a:pt x="202" y="0"/>
                      <a:pt x="202" y="0"/>
                    </a:cubicBezTo>
                    <a:cubicBezTo>
                      <a:pt x="213" y="0"/>
                      <a:pt x="222" y="9"/>
                      <a:pt x="222" y="21"/>
                    </a:cubicBezTo>
                    <a:cubicBezTo>
                      <a:pt x="222" y="32"/>
                      <a:pt x="213" y="41"/>
                      <a:pt x="202" y="41"/>
                    </a:cubicBezTo>
                    <a:close/>
                  </a:path>
                </a:pathLst>
              </a:custGeom>
              <a:solidFill>
                <a:srgbClr val="9570EE">
                  <a:alpha val="100000"/>
                </a:srgbClr>
              </a:solidFill>
              <a:ln>
                <a:headEnd type="none"/>
                <a:tailEnd type="none"/>
              </a:ln>
            </p:spPr>
          </p:sp>
          <p:sp>
            <p:nvSpPr>
              <p:cNvPr id="62" name="AutoShape 62"/>
              <p:cNvSpPr/>
              <p:nvPr/>
            </p:nvSpPr>
            <p:spPr>
              <a:xfrm>
                <a:off x="6303963" y="2052638"/>
                <a:ext cx="1046163" cy="236538"/>
              </a:xfrm>
              <a:custGeom>
                <a:avLst/>
                <a:gdLst/>
                <a:ahLst/>
                <a:cxnLst/>
                <a:rect l="l" t="t" r="r" b="b"/>
                <a:pathLst>
                  <a:path w="146" h="33">
                    <a:moveTo>
                      <a:pt x="130" y="33"/>
                    </a:moveTo>
                    <a:cubicBezTo>
                      <a:pt x="17" y="33"/>
                      <a:pt x="17" y="33"/>
                      <a:pt x="17" y="33"/>
                    </a:cubicBezTo>
                    <a:cubicBezTo>
                      <a:pt x="8" y="33"/>
                      <a:pt x="0" y="26"/>
                      <a:pt x="0" y="17"/>
                    </a:cubicBezTo>
                    <a:cubicBezTo>
                      <a:pt x="0" y="8"/>
                      <a:pt x="8" y="0"/>
                      <a:pt x="17" y="0"/>
                    </a:cubicBezTo>
                    <a:cubicBezTo>
                      <a:pt x="130" y="0"/>
                      <a:pt x="130" y="0"/>
                      <a:pt x="130" y="0"/>
                    </a:cubicBezTo>
                    <a:cubicBezTo>
                      <a:pt x="139" y="0"/>
                      <a:pt x="146" y="8"/>
                      <a:pt x="146" y="17"/>
                    </a:cubicBezTo>
                    <a:cubicBezTo>
                      <a:pt x="146" y="26"/>
                      <a:pt x="139" y="33"/>
                      <a:pt x="130" y="33"/>
                    </a:cubicBezTo>
                    <a:close/>
                  </a:path>
                </a:pathLst>
              </a:custGeom>
              <a:solidFill>
                <a:srgbClr val="E3EAFF">
                  <a:alpha val="100000"/>
                </a:srgbClr>
              </a:solidFill>
              <a:ln>
                <a:headEnd type="none"/>
                <a:tailEnd type="none"/>
              </a:ln>
            </p:spPr>
          </p:sp>
          <p:sp>
            <p:nvSpPr>
              <p:cNvPr id="63" name="AutoShape 63"/>
              <p:cNvSpPr/>
              <p:nvPr/>
            </p:nvSpPr>
            <p:spPr>
              <a:xfrm>
                <a:off x="6540501" y="2138363"/>
                <a:ext cx="79375" cy="73025"/>
              </a:xfrm>
              <a:prstGeom prst="ellipse">
                <a:avLst/>
              </a:prstGeom>
              <a:solidFill>
                <a:srgbClr val="FFC240">
                  <a:alpha val="100000"/>
                </a:srgbClr>
              </a:solidFill>
              <a:ln>
                <a:headEnd type="none"/>
                <a:tailEnd type="none"/>
              </a:ln>
            </p:spPr>
          </p:sp>
          <p:sp>
            <p:nvSpPr>
              <p:cNvPr id="64" name="AutoShape 64"/>
              <p:cNvSpPr/>
              <p:nvPr/>
            </p:nvSpPr>
            <p:spPr>
              <a:xfrm>
                <a:off x="6797676" y="2138363"/>
                <a:ext cx="73025" cy="73025"/>
              </a:xfrm>
              <a:prstGeom prst="ellipse">
                <a:avLst/>
              </a:prstGeom>
              <a:solidFill>
                <a:srgbClr val="90C240">
                  <a:alpha val="100000"/>
                </a:srgbClr>
              </a:solidFill>
              <a:ln>
                <a:headEnd type="none"/>
                <a:tailEnd type="none"/>
              </a:ln>
            </p:spPr>
          </p:sp>
          <p:sp>
            <p:nvSpPr>
              <p:cNvPr id="65" name="AutoShape 65"/>
              <p:cNvSpPr/>
              <p:nvPr/>
            </p:nvSpPr>
            <p:spPr>
              <a:xfrm>
                <a:off x="7034213" y="2138363"/>
                <a:ext cx="73025" cy="73025"/>
              </a:xfrm>
              <a:prstGeom prst="ellipse">
                <a:avLst/>
              </a:prstGeom>
              <a:solidFill>
                <a:srgbClr val="EB4F24">
                  <a:alpha val="100000"/>
                </a:srgbClr>
              </a:solidFill>
              <a:ln>
                <a:headEnd type="none"/>
                <a:tailEnd type="none"/>
              </a:ln>
            </p:spPr>
          </p:sp>
          <p:sp>
            <p:nvSpPr>
              <p:cNvPr id="66" name="AutoShape 66"/>
              <p:cNvSpPr/>
              <p:nvPr/>
            </p:nvSpPr>
            <p:spPr>
              <a:xfrm>
                <a:off x="4024313" y="3049588"/>
                <a:ext cx="179388" cy="179388"/>
              </a:xfrm>
              <a:prstGeom prst="ellipse">
                <a:avLst/>
              </a:prstGeom>
              <a:solidFill>
                <a:srgbClr val="FFFFFF">
                  <a:alpha val="100000"/>
                </a:srgbClr>
              </a:solidFill>
              <a:ln>
                <a:headEnd type="none"/>
                <a:tailEnd type="none"/>
              </a:ln>
            </p:spPr>
          </p:sp>
          <p:sp>
            <p:nvSpPr>
              <p:cNvPr id="67" name="AutoShape 67"/>
              <p:cNvSpPr/>
              <p:nvPr/>
            </p:nvSpPr>
            <p:spPr>
              <a:xfrm>
                <a:off x="3981451" y="2992438"/>
                <a:ext cx="271463" cy="257175"/>
              </a:xfrm>
              <a:custGeom>
                <a:avLst/>
                <a:gdLst/>
                <a:ahLst/>
                <a:cxnLst/>
                <a:rect l="l" t="t" r="r" b="b"/>
                <a:pathLst>
                  <a:path w="38" h="36">
                    <a:moveTo>
                      <a:pt x="32" y="6"/>
                    </a:moveTo>
                    <a:cubicBezTo>
                      <a:pt x="30" y="6"/>
                      <a:pt x="30" y="6"/>
                      <a:pt x="30" y="6"/>
                    </a:cubicBezTo>
                    <a:cubicBezTo>
                      <a:pt x="26" y="1"/>
                      <a:pt x="26" y="1"/>
                      <a:pt x="26" y="1"/>
                    </a:cubicBezTo>
                    <a:cubicBezTo>
                      <a:pt x="26" y="1"/>
                      <a:pt x="26" y="0"/>
                      <a:pt x="25" y="0"/>
                    </a:cubicBezTo>
                    <a:cubicBezTo>
                      <a:pt x="13" y="0"/>
                      <a:pt x="13" y="0"/>
                      <a:pt x="13" y="0"/>
                    </a:cubicBezTo>
                    <a:cubicBezTo>
                      <a:pt x="12" y="0"/>
                      <a:pt x="12" y="1"/>
                      <a:pt x="11" y="1"/>
                    </a:cubicBezTo>
                    <a:cubicBezTo>
                      <a:pt x="8" y="6"/>
                      <a:pt x="8" y="6"/>
                      <a:pt x="8" y="6"/>
                    </a:cubicBezTo>
                    <a:cubicBezTo>
                      <a:pt x="6" y="6"/>
                      <a:pt x="6" y="6"/>
                      <a:pt x="6" y="6"/>
                    </a:cubicBezTo>
                    <a:cubicBezTo>
                      <a:pt x="3" y="6"/>
                      <a:pt x="0" y="8"/>
                      <a:pt x="0" y="12"/>
                    </a:cubicBezTo>
                    <a:cubicBezTo>
                      <a:pt x="0" y="30"/>
                      <a:pt x="0" y="30"/>
                      <a:pt x="0" y="30"/>
                    </a:cubicBezTo>
                    <a:cubicBezTo>
                      <a:pt x="0" y="34"/>
                      <a:pt x="3" y="36"/>
                      <a:pt x="6" y="36"/>
                    </a:cubicBezTo>
                    <a:cubicBezTo>
                      <a:pt x="32" y="36"/>
                      <a:pt x="32" y="36"/>
                      <a:pt x="32" y="36"/>
                    </a:cubicBezTo>
                    <a:cubicBezTo>
                      <a:pt x="35" y="36"/>
                      <a:pt x="38" y="34"/>
                      <a:pt x="38" y="30"/>
                    </a:cubicBezTo>
                    <a:cubicBezTo>
                      <a:pt x="38" y="12"/>
                      <a:pt x="38" y="12"/>
                      <a:pt x="38" y="12"/>
                    </a:cubicBezTo>
                    <a:cubicBezTo>
                      <a:pt x="38" y="8"/>
                      <a:pt x="35" y="6"/>
                      <a:pt x="32" y="6"/>
                    </a:cubicBezTo>
                    <a:close/>
                    <a:moveTo>
                      <a:pt x="19" y="30"/>
                    </a:moveTo>
                    <a:cubicBezTo>
                      <a:pt x="14" y="30"/>
                      <a:pt x="10" y="26"/>
                      <a:pt x="10" y="21"/>
                    </a:cubicBezTo>
                    <a:cubicBezTo>
                      <a:pt x="10" y="16"/>
                      <a:pt x="14" y="12"/>
                      <a:pt x="19" y="12"/>
                    </a:cubicBezTo>
                    <a:cubicBezTo>
                      <a:pt x="24" y="12"/>
                      <a:pt x="28" y="16"/>
                      <a:pt x="28" y="21"/>
                    </a:cubicBezTo>
                    <a:cubicBezTo>
                      <a:pt x="28" y="26"/>
                      <a:pt x="24" y="30"/>
                      <a:pt x="19" y="30"/>
                    </a:cubicBezTo>
                    <a:close/>
                  </a:path>
                </a:pathLst>
              </a:custGeom>
              <a:solidFill>
                <a:srgbClr val="9570EE">
                  <a:alpha val="100000"/>
                </a:srgbClr>
              </a:solidFill>
              <a:ln>
                <a:headEnd type="none"/>
                <a:tailEnd type="none"/>
              </a:ln>
            </p:spPr>
          </p:sp>
          <p:sp>
            <p:nvSpPr>
              <p:cNvPr id="68" name="AutoShape 68"/>
              <p:cNvSpPr/>
              <p:nvPr/>
            </p:nvSpPr>
            <p:spPr>
              <a:xfrm>
                <a:off x="4075113" y="3098800"/>
                <a:ext cx="85725" cy="85725"/>
              </a:xfrm>
              <a:prstGeom prst="ellipse">
                <a:avLst/>
              </a:prstGeom>
              <a:solidFill>
                <a:srgbClr val="6DB8FF">
                  <a:alpha val="100000"/>
                </a:srgbClr>
              </a:solidFill>
              <a:ln>
                <a:headEnd type="none"/>
                <a:tailEnd type="none"/>
              </a:ln>
            </p:spPr>
          </p:sp>
          <p:sp>
            <p:nvSpPr>
              <p:cNvPr id="69" name="AutoShape 69"/>
              <p:cNvSpPr/>
              <p:nvPr/>
            </p:nvSpPr>
            <p:spPr>
              <a:xfrm>
                <a:off x="6611938" y="2533650"/>
                <a:ext cx="795338" cy="522288"/>
              </a:xfrm>
              <a:custGeom>
                <a:avLst/>
                <a:gdLst/>
                <a:ahLst/>
                <a:cxnLst/>
                <a:rect l="l" t="t" r="r" b="b"/>
                <a:pathLst>
                  <a:path w="110" h="73">
                    <a:moveTo>
                      <a:pt x="103" y="73"/>
                    </a:moveTo>
                    <a:cubicBezTo>
                      <a:pt x="8" y="73"/>
                      <a:pt x="8" y="73"/>
                      <a:pt x="8" y="73"/>
                    </a:cubicBezTo>
                    <a:cubicBezTo>
                      <a:pt x="4" y="73"/>
                      <a:pt x="0" y="70"/>
                      <a:pt x="0" y="65"/>
                    </a:cubicBezTo>
                    <a:cubicBezTo>
                      <a:pt x="0" y="9"/>
                      <a:pt x="0" y="9"/>
                      <a:pt x="0" y="9"/>
                    </a:cubicBezTo>
                    <a:cubicBezTo>
                      <a:pt x="0" y="4"/>
                      <a:pt x="4" y="0"/>
                      <a:pt x="8" y="0"/>
                    </a:cubicBezTo>
                    <a:cubicBezTo>
                      <a:pt x="103" y="0"/>
                      <a:pt x="103" y="0"/>
                      <a:pt x="103" y="0"/>
                    </a:cubicBezTo>
                    <a:cubicBezTo>
                      <a:pt x="108" y="0"/>
                      <a:pt x="111" y="4"/>
                      <a:pt x="111" y="9"/>
                    </a:cubicBezTo>
                    <a:cubicBezTo>
                      <a:pt x="111" y="65"/>
                      <a:pt x="111" y="65"/>
                      <a:pt x="111" y="65"/>
                    </a:cubicBezTo>
                    <a:cubicBezTo>
                      <a:pt x="111" y="70"/>
                      <a:pt x="108" y="73"/>
                      <a:pt x="103" y="73"/>
                    </a:cubicBezTo>
                    <a:close/>
                  </a:path>
                </a:pathLst>
              </a:custGeom>
              <a:solidFill>
                <a:srgbClr val="E3EAFF">
                  <a:alpha val="100000"/>
                </a:srgbClr>
              </a:solidFill>
              <a:ln>
                <a:headEnd type="none"/>
                <a:tailEnd type="none"/>
              </a:ln>
            </p:spPr>
          </p:sp>
          <p:sp>
            <p:nvSpPr>
              <p:cNvPr id="70" name="AutoShape 70"/>
              <p:cNvSpPr/>
              <p:nvPr/>
            </p:nvSpPr>
            <p:spPr>
              <a:xfrm>
                <a:off x="6683376" y="2576513"/>
                <a:ext cx="660400" cy="214313"/>
              </a:xfrm>
              <a:custGeom>
                <a:avLst/>
                <a:gdLst/>
                <a:ahLst/>
                <a:cxnLst/>
                <a:rect l="l" t="t" r="r" b="b"/>
                <a:pathLst>
                  <a:path w="92" h="30">
                    <a:moveTo>
                      <a:pt x="46" y="30"/>
                    </a:moveTo>
                    <a:cubicBezTo>
                      <a:pt x="46" y="30"/>
                      <a:pt x="46" y="30"/>
                      <a:pt x="46" y="30"/>
                    </a:cubicBezTo>
                    <a:cubicBezTo>
                      <a:pt x="45" y="30"/>
                      <a:pt x="45" y="30"/>
                      <a:pt x="44" y="30"/>
                    </a:cubicBezTo>
                    <a:cubicBezTo>
                      <a:pt x="1" y="6"/>
                      <a:pt x="1" y="6"/>
                      <a:pt x="1" y="6"/>
                    </a:cubicBezTo>
                    <a:cubicBezTo>
                      <a:pt x="0" y="5"/>
                      <a:pt x="0" y="4"/>
                      <a:pt x="0" y="2"/>
                    </a:cubicBezTo>
                    <a:cubicBezTo>
                      <a:pt x="1" y="1"/>
                      <a:pt x="3" y="0"/>
                      <a:pt x="4" y="1"/>
                    </a:cubicBezTo>
                    <a:cubicBezTo>
                      <a:pt x="46" y="24"/>
                      <a:pt x="46" y="24"/>
                      <a:pt x="46" y="24"/>
                    </a:cubicBezTo>
                    <a:cubicBezTo>
                      <a:pt x="87" y="1"/>
                      <a:pt x="87" y="1"/>
                      <a:pt x="87" y="1"/>
                    </a:cubicBezTo>
                    <a:cubicBezTo>
                      <a:pt x="89" y="0"/>
                      <a:pt x="91" y="1"/>
                      <a:pt x="91" y="2"/>
                    </a:cubicBezTo>
                    <a:cubicBezTo>
                      <a:pt x="92" y="4"/>
                      <a:pt x="92" y="5"/>
                      <a:pt x="90" y="6"/>
                    </a:cubicBezTo>
                    <a:cubicBezTo>
                      <a:pt x="47" y="30"/>
                      <a:pt x="47" y="30"/>
                      <a:pt x="47" y="30"/>
                    </a:cubicBezTo>
                    <a:cubicBezTo>
                      <a:pt x="47" y="30"/>
                      <a:pt x="46" y="30"/>
                      <a:pt x="46" y="30"/>
                    </a:cubicBezTo>
                    <a:close/>
                  </a:path>
                </a:pathLst>
              </a:custGeom>
              <a:solidFill>
                <a:srgbClr val="FD4940">
                  <a:alpha val="100000"/>
                </a:srgbClr>
              </a:solidFill>
              <a:ln>
                <a:headEnd type="none"/>
                <a:tailEnd type="none"/>
              </a:ln>
            </p:spPr>
          </p:sp>
          <p:sp>
            <p:nvSpPr>
              <p:cNvPr id="71" name="AutoShape 71"/>
              <p:cNvSpPr/>
              <p:nvPr/>
            </p:nvSpPr>
            <p:spPr>
              <a:xfrm>
                <a:off x="7594601" y="1730375"/>
                <a:ext cx="989013" cy="1276350"/>
              </a:xfrm>
              <a:custGeom>
                <a:avLst/>
                <a:gdLst/>
                <a:ahLst/>
                <a:cxnLst/>
                <a:rect l="l" t="t" r="r" b="b"/>
                <a:pathLst>
                  <a:path w="138" h="178">
                    <a:moveTo>
                      <a:pt x="130" y="178"/>
                    </a:moveTo>
                    <a:cubicBezTo>
                      <a:pt x="7" y="178"/>
                      <a:pt x="7" y="178"/>
                      <a:pt x="7" y="178"/>
                    </a:cubicBezTo>
                    <a:cubicBezTo>
                      <a:pt x="3" y="178"/>
                      <a:pt x="0" y="175"/>
                      <a:pt x="0" y="171"/>
                    </a:cubicBezTo>
                    <a:cubicBezTo>
                      <a:pt x="0" y="7"/>
                      <a:pt x="0" y="7"/>
                      <a:pt x="0" y="7"/>
                    </a:cubicBezTo>
                    <a:cubicBezTo>
                      <a:pt x="0" y="3"/>
                      <a:pt x="3" y="0"/>
                      <a:pt x="7" y="0"/>
                    </a:cubicBezTo>
                    <a:cubicBezTo>
                      <a:pt x="130" y="0"/>
                      <a:pt x="130" y="0"/>
                      <a:pt x="130" y="0"/>
                    </a:cubicBezTo>
                    <a:cubicBezTo>
                      <a:pt x="134" y="0"/>
                      <a:pt x="138" y="3"/>
                      <a:pt x="138" y="7"/>
                    </a:cubicBezTo>
                    <a:cubicBezTo>
                      <a:pt x="138" y="171"/>
                      <a:pt x="138" y="171"/>
                      <a:pt x="138" y="171"/>
                    </a:cubicBezTo>
                    <a:cubicBezTo>
                      <a:pt x="138" y="175"/>
                      <a:pt x="134" y="178"/>
                      <a:pt x="130" y="178"/>
                    </a:cubicBezTo>
                    <a:close/>
                  </a:path>
                </a:pathLst>
              </a:custGeom>
              <a:solidFill>
                <a:srgbClr val="544DB8">
                  <a:alpha val="100000"/>
                </a:srgbClr>
              </a:solidFill>
              <a:ln>
                <a:headEnd type="none"/>
                <a:tailEnd type="none"/>
              </a:ln>
            </p:spPr>
          </p:sp>
          <p:sp>
            <p:nvSpPr>
              <p:cNvPr id="72" name="AutoShape 72"/>
              <p:cNvSpPr/>
              <p:nvPr/>
            </p:nvSpPr>
            <p:spPr>
              <a:xfrm>
                <a:off x="7737476" y="1873250"/>
                <a:ext cx="79375" cy="22225"/>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00CCFF">
                  <a:alpha val="100000"/>
                </a:srgbClr>
              </a:solidFill>
              <a:ln>
                <a:headEnd type="none"/>
                <a:tailEnd type="none"/>
              </a:ln>
            </p:spPr>
          </p:sp>
          <p:sp>
            <p:nvSpPr>
              <p:cNvPr id="73" name="AutoShape 73"/>
              <p:cNvSpPr/>
              <p:nvPr/>
            </p:nvSpPr>
            <p:spPr>
              <a:xfrm>
                <a:off x="7837488" y="1873250"/>
                <a:ext cx="387350" cy="22225"/>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00CCFF">
                  <a:alpha val="100000"/>
                </a:srgbClr>
              </a:solidFill>
              <a:ln>
                <a:headEnd type="none"/>
                <a:tailEnd type="none"/>
              </a:ln>
            </p:spPr>
          </p:sp>
          <p:sp>
            <p:nvSpPr>
              <p:cNvPr id="74" name="AutoShape 74"/>
              <p:cNvSpPr/>
              <p:nvPr/>
            </p:nvSpPr>
            <p:spPr>
              <a:xfrm>
                <a:off x="7837488" y="1924050"/>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FF56A9">
                  <a:alpha val="100000"/>
                </a:srgbClr>
              </a:solidFill>
              <a:ln>
                <a:headEnd type="none"/>
                <a:tailEnd type="none"/>
              </a:ln>
            </p:spPr>
          </p:sp>
          <p:sp>
            <p:nvSpPr>
              <p:cNvPr id="75" name="AutoShape 75"/>
              <p:cNvSpPr/>
              <p:nvPr/>
            </p:nvSpPr>
            <p:spPr>
              <a:xfrm>
                <a:off x="7980363" y="1924050"/>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sp>
          <p:sp>
            <p:nvSpPr>
              <p:cNvPr id="76" name="AutoShape 76"/>
              <p:cNvSpPr/>
              <p:nvPr/>
            </p:nvSpPr>
            <p:spPr>
              <a:xfrm>
                <a:off x="7837488" y="2182813"/>
                <a:ext cx="387350" cy="28575"/>
              </a:xfrm>
              <a:custGeom>
                <a:avLst/>
                <a:gdLst/>
                <a:ahLst/>
                <a:cxnLst/>
                <a:rect l="l" t="t" r="r" b="b"/>
                <a:pathLst>
                  <a:path w="54" h="4">
                    <a:moveTo>
                      <a:pt x="53" y="4"/>
                    </a:moveTo>
                    <a:cubicBezTo>
                      <a:pt x="1" y="4"/>
                      <a:pt x="1" y="4"/>
                      <a:pt x="1" y="4"/>
                    </a:cubicBezTo>
                    <a:cubicBezTo>
                      <a:pt x="0" y="4"/>
                      <a:pt x="0" y="3"/>
                      <a:pt x="0" y="2"/>
                    </a:cubicBezTo>
                    <a:cubicBezTo>
                      <a:pt x="0" y="1"/>
                      <a:pt x="0" y="0"/>
                      <a:pt x="1" y="0"/>
                    </a:cubicBezTo>
                    <a:cubicBezTo>
                      <a:pt x="53" y="0"/>
                      <a:pt x="53" y="0"/>
                      <a:pt x="53" y="0"/>
                    </a:cubicBezTo>
                    <a:cubicBezTo>
                      <a:pt x="54" y="0"/>
                      <a:pt x="54" y="1"/>
                      <a:pt x="54" y="2"/>
                    </a:cubicBezTo>
                    <a:cubicBezTo>
                      <a:pt x="54" y="3"/>
                      <a:pt x="54" y="4"/>
                      <a:pt x="53" y="4"/>
                    </a:cubicBezTo>
                    <a:close/>
                  </a:path>
                </a:pathLst>
              </a:custGeom>
              <a:solidFill>
                <a:srgbClr val="E3EAFF">
                  <a:alpha val="100000"/>
                </a:srgbClr>
              </a:solidFill>
              <a:ln>
                <a:headEnd type="none"/>
                <a:tailEnd type="none"/>
              </a:ln>
            </p:spPr>
          </p:sp>
          <p:sp>
            <p:nvSpPr>
              <p:cNvPr id="77" name="AutoShape 77"/>
              <p:cNvSpPr/>
              <p:nvPr/>
            </p:nvSpPr>
            <p:spPr>
              <a:xfrm>
                <a:off x="7737476" y="2232025"/>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00CCFF">
                  <a:alpha val="100000"/>
                </a:srgbClr>
              </a:solidFill>
              <a:ln>
                <a:headEnd type="none"/>
                <a:tailEnd type="none"/>
              </a:ln>
            </p:spPr>
          </p:sp>
          <p:sp>
            <p:nvSpPr>
              <p:cNvPr id="78" name="AutoShape 78"/>
              <p:cNvSpPr/>
              <p:nvPr/>
            </p:nvSpPr>
            <p:spPr>
              <a:xfrm>
                <a:off x="7837488" y="2232025"/>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E3EAFF">
                  <a:alpha val="100000"/>
                </a:srgbClr>
              </a:solidFill>
              <a:ln>
                <a:headEnd type="none"/>
                <a:tailEnd type="none"/>
              </a:ln>
            </p:spPr>
          </p:sp>
          <p:sp>
            <p:nvSpPr>
              <p:cNvPr id="79" name="AutoShape 79"/>
              <p:cNvSpPr/>
              <p:nvPr/>
            </p:nvSpPr>
            <p:spPr>
              <a:xfrm>
                <a:off x="7980363" y="2232025"/>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FF56A9">
                  <a:alpha val="100000"/>
                </a:srgbClr>
              </a:solidFill>
              <a:ln>
                <a:headEnd type="none"/>
                <a:tailEnd type="none"/>
              </a:ln>
            </p:spPr>
          </p:sp>
          <p:sp>
            <p:nvSpPr>
              <p:cNvPr id="80" name="AutoShape 80"/>
              <p:cNvSpPr/>
              <p:nvPr/>
            </p:nvSpPr>
            <p:spPr>
              <a:xfrm>
                <a:off x="7837488" y="1981200"/>
                <a:ext cx="481013" cy="22225"/>
              </a:xfrm>
              <a:custGeom>
                <a:avLst/>
                <a:gdLst/>
                <a:ahLst/>
                <a:cxnLst/>
                <a:rect l="l" t="t" r="r" b="b"/>
                <a:pathLst>
                  <a:path w="67" h="3">
                    <a:moveTo>
                      <a:pt x="66" y="3"/>
                    </a:moveTo>
                    <a:cubicBezTo>
                      <a:pt x="1" y="3"/>
                      <a:pt x="1" y="3"/>
                      <a:pt x="1" y="3"/>
                    </a:cubicBezTo>
                    <a:cubicBezTo>
                      <a:pt x="0" y="3"/>
                      <a:pt x="0" y="2"/>
                      <a:pt x="0" y="1"/>
                    </a:cubicBezTo>
                    <a:cubicBezTo>
                      <a:pt x="0" y="0"/>
                      <a:pt x="0" y="0"/>
                      <a:pt x="1" y="0"/>
                    </a:cubicBezTo>
                    <a:cubicBezTo>
                      <a:pt x="66" y="0"/>
                      <a:pt x="66" y="0"/>
                      <a:pt x="66" y="0"/>
                    </a:cubicBezTo>
                    <a:cubicBezTo>
                      <a:pt x="67" y="0"/>
                      <a:pt x="67" y="0"/>
                      <a:pt x="67" y="1"/>
                    </a:cubicBezTo>
                    <a:cubicBezTo>
                      <a:pt x="67" y="2"/>
                      <a:pt x="67" y="3"/>
                      <a:pt x="66" y="3"/>
                    </a:cubicBezTo>
                    <a:close/>
                  </a:path>
                </a:pathLst>
              </a:custGeom>
              <a:solidFill>
                <a:srgbClr val="FF56A9">
                  <a:alpha val="100000"/>
                </a:srgbClr>
              </a:solidFill>
              <a:ln>
                <a:headEnd type="none"/>
                <a:tailEnd type="none"/>
              </a:ln>
            </p:spPr>
          </p:sp>
          <p:sp>
            <p:nvSpPr>
              <p:cNvPr id="81" name="AutoShape 81"/>
              <p:cNvSpPr/>
              <p:nvPr/>
            </p:nvSpPr>
            <p:spPr>
              <a:xfrm>
                <a:off x="8096251" y="2032000"/>
                <a:ext cx="128588" cy="28575"/>
              </a:xfrm>
              <a:custGeom>
                <a:avLst/>
                <a:gdLst/>
                <a:ahLst/>
                <a:cxnLst/>
                <a:rect l="l" t="t" r="r" b="b"/>
                <a:pathLst>
                  <a:path w="18" h="4">
                    <a:moveTo>
                      <a:pt x="17" y="4"/>
                    </a:moveTo>
                    <a:cubicBezTo>
                      <a:pt x="1" y="4"/>
                      <a:pt x="1" y="4"/>
                      <a:pt x="1" y="4"/>
                    </a:cubicBezTo>
                    <a:cubicBezTo>
                      <a:pt x="1" y="4"/>
                      <a:pt x="0" y="3"/>
                      <a:pt x="0" y="3"/>
                    </a:cubicBezTo>
                    <a:cubicBezTo>
                      <a:pt x="0" y="1"/>
                      <a:pt x="0" y="1"/>
                      <a:pt x="0" y="1"/>
                    </a:cubicBezTo>
                    <a:cubicBezTo>
                      <a:pt x="0" y="0"/>
                      <a:pt x="1" y="0"/>
                      <a:pt x="1" y="0"/>
                    </a:cubicBezTo>
                    <a:cubicBezTo>
                      <a:pt x="17" y="0"/>
                      <a:pt x="17" y="0"/>
                      <a:pt x="17" y="0"/>
                    </a:cubicBezTo>
                    <a:cubicBezTo>
                      <a:pt x="17" y="0"/>
                      <a:pt x="18" y="0"/>
                      <a:pt x="18" y="1"/>
                    </a:cubicBezTo>
                    <a:cubicBezTo>
                      <a:pt x="18" y="3"/>
                      <a:pt x="18" y="3"/>
                      <a:pt x="18" y="3"/>
                    </a:cubicBezTo>
                    <a:cubicBezTo>
                      <a:pt x="18" y="3"/>
                      <a:pt x="17" y="4"/>
                      <a:pt x="17" y="4"/>
                    </a:cubicBezTo>
                    <a:close/>
                  </a:path>
                </a:pathLst>
              </a:custGeom>
              <a:solidFill>
                <a:srgbClr val="00CCFF">
                  <a:alpha val="100000"/>
                </a:srgbClr>
              </a:solidFill>
              <a:ln>
                <a:headEnd type="none"/>
                <a:tailEnd type="none"/>
              </a:ln>
            </p:spPr>
          </p:sp>
          <p:sp>
            <p:nvSpPr>
              <p:cNvPr id="82" name="AutoShape 82"/>
              <p:cNvSpPr/>
              <p:nvPr/>
            </p:nvSpPr>
            <p:spPr>
              <a:xfrm>
                <a:off x="7837488" y="2032000"/>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sp>
          <p:sp>
            <p:nvSpPr>
              <p:cNvPr id="83" name="AutoShape 83"/>
              <p:cNvSpPr/>
              <p:nvPr/>
            </p:nvSpPr>
            <p:spPr>
              <a:xfrm>
                <a:off x="8016876" y="2032000"/>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00CCFF">
                  <a:alpha val="100000"/>
                </a:srgbClr>
              </a:solidFill>
              <a:ln>
                <a:headEnd type="none"/>
                <a:tailEnd type="none"/>
              </a:ln>
            </p:spPr>
          </p:sp>
          <p:sp>
            <p:nvSpPr>
              <p:cNvPr id="84" name="AutoShape 84"/>
              <p:cNvSpPr/>
              <p:nvPr/>
            </p:nvSpPr>
            <p:spPr>
              <a:xfrm>
                <a:off x="7737476" y="208121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sp>
          <p:sp>
            <p:nvSpPr>
              <p:cNvPr id="85" name="AutoShape 85"/>
              <p:cNvSpPr/>
              <p:nvPr/>
            </p:nvSpPr>
            <p:spPr>
              <a:xfrm>
                <a:off x="7837488" y="2081213"/>
                <a:ext cx="481013" cy="28575"/>
              </a:xfrm>
              <a:custGeom>
                <a:avLst/>
                <a:gdLst/>
                <a:ahLst/>
                <a:cxnLst/>
                <a:rect l="l" t="t" r="r" b="b"/>
                <a:pathLst>
                  <a:path w="67" h="4">
                    <a:moveTo>
                      <a:pt x="66" y="4"/>
                    </a:moveTo>
                    <a:cubicBezTo>
                      <a:pt x="1" y="4"/>
                      <a:pt x="1" y="4"/>
                      <a:pt x="1" y="4"/>
                    </a:cubicBezTo>
                    <a:cubicBezTo>
                      <a:pt x="0" y="4"/>
                      <a:pt x="0" y="3"/>
                      <a:pt x="0" y="2"/>
                    </a:cubicBezTo>
                    <a:cubicBezTo>
                      <a:pt x="0" y="1"/>
                      <a:pt x="0" y="0"/>
                      <a:pt x="1" y="0"/>
                    </a:cubicBezTo>
                    <a:cubicBezTo>
                      <a:pt x="66" y="0"/>
                      <a:pt x="66" y="0"/>
                      <a:pt x="66" y="0"/>
                    </a:cubicBezTo>
                    <a:cubicBezTo>
                      <a:pt x="67" y="0"/>
                      <a:pt x="67" y="1"/>
                      <a:pt x="67" y="2"/>
                    </a:cubicBezTo>
                    <a:cubicBezTo>
                      <a:pt x="67" y="3"/>
                      <a:pt x="67" y="4"/>
                      <a:pt x="66" y="4"/>
                    </a:cubicBezTo>
                    <a:close/>
                  </a:path>
                </a:pathLst>
              </a:custGeom>
              <a:solidFill>
                <a:srgbClr val="E3EAFF">
                  <a:alpha val="100000"/>
                </a:srgbClr>
              </a:solidFill>
              <a:ln>
                <a:headEnd type="none"/>
                <a:tailEnd type="none"/>
              </a:ln>
            </p:spPr>
          </p:sp>
          <p:sp>
            <p:nvSpPr>
              <p:cNvPr id="86" name="AutoShape 86"/>
              <p:cNvSpPr/>
              <p:nvPr/>
            </p:nvSpPr>
            <p:spPr>
              <a:xfrm>
                <a:off x="7737476" y="2282825"/>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sp>
          <p:sp>
            <p:nvSpPr>
              <p:cNvPr id="87" name="AutoShape 87"/>
              <p:cNvSpPr/>
              <p:nvPr/>
            </p:nvSpPr>
            <p:spPr>
              <a:xfrm>
                <a:off x="8096251" y="2282825"/>
                <a:ext cx="171450" cy="28575"/>
              </a:xfrm>
              <a:custGeom>
                <a:avLst/>
                <a:gdLst/>
                <a:ahLst/>
                <a:cxnLst/>
                <a:rect l="l" t="t" r="r" b="b"/>
                <a:pathLst>
                  <a:path w="24" h="4">
                    <a:moveTo>
                      <a:pt x="23" y="4"/>
                    </a:moveTo>
                    <a:cubicBezTo>
                      <a:pt x="2" y="4"/>
                      <a:pt x="2" y="4"/>
                      <a:pt x="2" y="4"/>
                    </a:cubicBezTo>
                    <a:cubicBezTo>
                      <a:pt x="1" y="4"/>
                      <a:pt x="0" y="3"/>
                      <a:pt x="0" y="3"/>
                    </a:cubicBezTo>
                    <a:cubicBezTo>
                      <a:pt x="0" y="1"/>
                      <a:pt x="0" y="1"/>
                      <a:pt x="0" y="1"/>
                    </a:cubicBezTo>
                    <a:cubicBezTo>
                      <a:pt x="0" y="1"/>
                      <a:pt x="1" y="0"/>
                      <a:pt x="2" y="0"/>
                    </a:cubicBezTo>
                    <a:cubicBezTo>
                      <a:pt x="23" y="0"/>
                      <a:pt x="23" y="0"/>
                      <a:pt x="23" y="0"/>
                    </a:cubicBezTo>
                    <a:cubicBezTo>
                      <a:pt x="24" y="0"/>
                      <a:pt x="24" y="1"/>
                      <a:pt x="24" y="1"/>
                    </a:cubicBezTo>
                    <a:cubicBezTo>
                      <a:pt x="24" y="3"/>
                      <a:pt x="24" y="3"/>
                      <a:pt x="24" y="3"/>
                    </a:cubicBezTo>
                    <a:cubicBezTo>
                      <a:pt x="24" y="3"/>
                      <a:pt x="24" y="4"/>
                      <a:pt x="23" y="4"/>
                    </a:cubicBezTo>
                    <a:close/>
                  </a:path>
                </a:pathLst>
              </a:custGeom>
              <a:solidFill>
                <a:srgbClr val="E3EAFF">
                  <a:alpha val="100000"/>
                </a:srgbClr>
              </a:solidFill>
              <a:ln>
                <a:headEnd type="none"/>
                <a:tailEnd type="none"/>
              </a:ln>
            </p:spPr>
          </p:sp>
          <p:sp>
            <p:nvSpPr>
              <p:cNvPr id="88" name="AutoShape 88"/>
              <p:cNvSpPr/>
              <p:nvPr/>
            </p:nvSpPr>
            <p:spPr>
              <a:xfrm>
                <a:off x="7837488" y="2282825"/>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sp>
          <p:sp>
            <p:nvSpPr>
              <p:cNvPr id="89" name="AutoShape 89"/>
              <p:cNvSpPr/>
              <p:nvPr/>
            </p:nvSpPr>
            <p:spPr>
              <a:xfrm>
                <a:off x="8016876" y="2282825"/>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E3EAFF">
                  <a:alpha val="100000"/>
                </a:srgbClr>
              </a:solidFill>
              <a:ln>
                <a:headEnd type="none"/>
                <a:tailEnd type="none"/>
              </a:ln>
            </p:spPr>
          </p:sp>
          <p:sp>
            <p:nvSpPr>
              <p:cNvPr id="90" name="AutoShape 90"/>
              <p:cNvSpPr/>
              <p:nvPr/>
            </p:nvSpPr>
            <p:spPr>
              <a:xfrm>
                <a:off x="7737476" y="2332038"/>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C359">
                  <a:alpha val="100000"/>
                </a:srgbClr>
              </a:solidFill>
              <a:ln>
                <a:headEnd type="none"/>
                <a:tailEnd type="none"/>
              </a:ln>
            </p:spPr>
          </p:sp>
          <p:sp>
            <p:nvSpPr>
              <p:cNvPr id="91" name="AutoShape 91"/>
              <p:cNvSpPr/>
              <p:nvPr/>
            </p:nvSpPr>
            <p:spPr>
              <a:xfrm>
                <a:off x="7837488" y="2332038"/>
                <a:ext cx="93663" cy="28575"/>
              </a:xfrm>
              <a:custGeom>
                <a:avLst/>
                <a:gdLst/>
                <a:ahLst/>
                <a:cxnLst/>
                <a:rect l="l" t="t" r="r" b="b"/>
                <a:pathLst>
                  <a:path w="13" h="4">
                    <a:moveTo>
                      <a:pt x="12" y="4"/>
                    </a:moveTo>
                    <a:cubicBezTo>
                      <a:pt x="1" y="4"/>
                      <a:pt x="1" y="4"/>
                      <a:pt x="1" y="4"/>
                    </a:cubicBezTo>
                    <a:cubicBezTo>
                      <a:pt x="0" y="4"/>
                      <a:pt x="0" y="3"/>
                      <a:pt x="0" y="2"/>
                    </a:cubicBezTo>
                    <a:cubicBezTo>
                      <a:pt x="0" y="1"/>
                      <a:pt x="0" y="0"/>
                      <a:pt x="1" y="0"/>
                    </a:cubicBezTo>
                    <a:cubicBezTo>
                      <a:pt x="12" y="0"/>
                      <a:pt x="12" y="0"/>
                      <a:pt x="12" y="0"/>
                    </a:cubicBezTo>
                    <a:cubicBezTo>
                      <a:pt x="13" y="0"/>
                      <a:pt x="13" y="1"/>
                      <a:pt x="13" y="2"/>
                    </a:cubicBezTo>
                    <a:cubicBezTo>
                      <a:pt x="13" y="3"/>
                      <a:pt x="13" y="4"/>
                      <a:pt x="12" y="4"/>
                    </a:cubicBezTo>
                    <a:close/>
                  </a:path>
                </a:pathLst>
              </a:custGeom>
              <a:solidFill>
                <a:srgbClr val="00CCFF">
                  <a:alpha val="100000"/>
                </a:srgbClr>
              </a:solidFill>
              <a:ln>
                <a:headEnd type="none"/>
                <a:tailEnd type="none"/>
              </a:ln>
            </p:spPr>
          </p:sp>
          <p:sp>
            <p:nvSpPr>
              <p:cNvPr id="92" name="AutoShape 92"/>
              <p:cNvSpPr/>
              <p:nvPr/>
            </p:nvSpPr>
            <p:spPr>
              <a:xfrm>
                <a:off x="7737476" y="2132013"/>
                <a:ext cx="79375" cy="28575"/>
              </a:xfrm>
              <a:custGeom>
                <a:avLst/>
                <a:gdLst/>
                <a:ahLst/>
                <a:cxnLst/>
                <a:rect l="l" t="t" r="r" b="b"/>
                <a:pathLst>
                  <a:path w="11" h="4">
                    <a:moveTo>
                      <a:pt x="1" y="4"/>
                    </a:move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path>
                </a:pathLst>
              </a:custGeom>
              <a:solidFill>
                <a:srgbClr val="00CCFF">
                  <a:alpha val="100000"/>
                </a:srgbClr>
              </a:solidFill>
              <a:ln>
                <a:headEnd type="none"/>
                <a:tailEnd type="none"/>
              </a:ln>
            </p:spPr>
          </p:sp>
          <p:sp>
            <p:nvSpPr>
              <p:cNvPr id="93" name="AutoShape 93"/>
              <p:cNvSpPr/>
              <p:nvPr/>
            </p:nvSpPr>
            <p:spPr>
              <a:xfrm>
                <a:off x="8096251" y="2132013"/>
                <a:ext cx="193675" cy="28575"/>
              </a:xfrm>
              <a:custGeom>
                <a:avLst/>
                <a:gdLst/>
                <a:ahLst/>
                <a:cxnLst/>
                <a:rect l="l" t="t" r="r" b="b"/>
                <a:pathLst>
                  <a:path w="27" h="4">
                    <a:moveTo>
                      <a:pt x="26" y="4"/>
                    </a:moveTo>
                    <a:cubicBezTo>
                      <a:pt x="2" y="4"/>
                      <a:pt x="2" y="4"/>
                      <a:pt x="2" y="4"/>
                    </a:cubicBezTo>
                    <a:cubicBezTo>
                      <a:pt x="1" y="4"/>
                      <a:pt x="0" y="3"/>
                      <a:pt x="0" y="3"/>
                    </a:cubicBezTo>
                    <a:cubicBezTo>
                      <a:pt x="0" y="2"/>
                      <a:pt x="0" y="2"/>
                      <a:pt x="0" y="2"/>
                    </a:cubicBezTo>
                    <a:cubicBezTo>
                      <a:pt x="0" y="1"/>
                      <a:pt x="1" y="0"/>
                      <a:pt x="2" y="0"/>
                    </a:cubicBezTo>
                    <a:cubicBezTo>
                      <a:pt x="26" y="0"/>
                      <a:pt x="26" y="0"/>
                      <a:pt x="26" y="0"/>
                    </a:cubicBezTo>
                    <a:cubicBezTo>
                      <a:pt x="27" y="0"/>
                      <a:pt x="27" y="1"/>
                      <a:pt x="27" y="2"/>
                    </a:cubicBezTo>
                    <a:cubicBezTo>
                      <a:pt x="27" y="3"/>
                      <a:pt x="27" y="3"/>
                      <a:pt x="27" y="3"/>
                    </a:cubicBezTo>
                    <a:cubicBezTo>
                      <a:pt x="27" y="3"/>
                      <a:pt x="27" y="4"/>
                      <a:pt x="26" y="4"/>
                    </a:cubicBezTo>
                    <a:close/>
                  </a:path>
                </a:pathLst>
              </a:custGeom>
              <a:solidFill>
                <a:srgbClr val="E3EAFF">
                  <a:alpha val="100000"/>
                </a:srgbClr>
              </a:solidFill>
              <a:ln>
                <a:headEnd type="none"/>
                <a:tailEnd type="none"/>
              </a:ln>
            </p:spPr>
          </p:sp>
          <p:sp>
            <p:nvSpPr>
              <p:cNvPr id="94" name="AutoShape 94"/>
              <p:cNvSpPr/>
              <p:nvPr/>
            </p:nvSpPr>
            <p:spPr>
              <a:xfrm>
                <a:off x="7837488" y="2132013"/>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FFC359">
                  <a:alpha val="100000"/>
                </a:srgbClr>
              </a:solidFill>
              <a:ln>
                <a:headEnd type="none"/>
                <a:tailEnd type="none"/>
              </a:ln>
            </p:spPr>
          </p:sp>
          <p:sp>
            <p:nvSpPr>
              <p:cNvPr id="95" name="AutoShape 95"/>
              <p:cNvSpPr/>
              <p:nvPr/>
            </p:nvSpPr>
            <p:spPr>
              <a:xfrm>
                <a:off x="8016876" y="2132013"/>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FFC359">
                  <a:alpha val="100000"/>
                </a:srgbClr>
              </a:solidFill>
              <a:ln>
                <a:headEnd type="none"/>
                <a:tailEnd type="none"/>
              </a:ln>
            </p:spPr>
          </p:sp>
          <p:sp>
            <p:nvSpPr>
              <p:cNvPr id="96" name="AutoShape 96"/>
              <p:cNvSpPr/>
              <p:nvPr/>
            </p:nvSpPr>
            <p:spPr>
              <a:xfrm>
                <a:off x="7837488" y="2389188"/>
                <a:ext cx="387350" cy="22225"/>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E3EAFF">
                  <a:alpha val="100000"/>
                </a:srgbClr>
              </a:solidFill>
              <a:ln>
                <a:headEnd type="none"/>
                <a:tailEnd type="none"/>
              </a:ln>
            </p:spPr>
          </p:sp>
          <p:sp>
            <p:nvSpPr>
              <p:cNvPr id="97" name="AutoShape 97"/>
              <p:cNvSpPr/>
              <p:nvPr/>
            </p:nvSpPr>
            <p:spPr>
              <a:xfrm>
                <a:off x="7837488" y="2439988"/>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E3EAFF">
                  <a:alpha val="100000"/>
                </a:srgbClr>
              </a:solidFill>
              <a:ln>
                <a:headEnd type="none"/>
                <a:tailEnd type="none"/>
              </a:ln>
            </p:spPr>
          </p:sp>
          <p:sp>
            <p:nvSpPr>
              <p:cNvPr id="98" name="AutoShape 98"/>
              <p:cNvSpPr/>
              <p:nvPr/>
            </p:nvSpPr>
            <p:spPr>
              <a:xfrm>
                <a:off x="7980363" y="2439988"/>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sp>
          <p:sp>
            <p:nvSpPr>
              <p:cNvPr id="99" name="AutoShape 99"/>
              <p:cNvSpPr/>
              <p:nvPr/>
            </p:nvSpPr>
            <p:spPr>
              <a:xfrm>
                <a:off x="7837488" y="2698750"/>
                <a:ext cx="387350" cy="20638"/>
              </a:xfrm>
              <a:custGeom>
                <a:avLst/>
                <a:gdLst/>
                <a:ahLst/>
                <a:cxnLst/>
                <a:rect l="l" t="t" r="r" b="b"/>
                <a:pathLst>
                  <a:path w="54" h="3">
                    <a:moveTo>
                      <a:pt x="53" y="3"/>
                    </a:moveTo>
                    <a:cubicBezTo>
                      <a:pt x="1" y="3"/>
                      <a:pt x="1" y="3"/>
                      <a:pt x="1" y="3"/>
                    </a:cubicBezTo>
                    <a:cubicBezTo>
                      <a:pt x="0" y="3"/>
                      <a:pt x="0" y="3"/>
                      <a:pt x="0" y="2"/>
                    </a:cubicBezTo>
                    <a:cubicBezTo>
                      <a:pt x="0" y="1"/>
                      <a:pt x="0" y="0"/>
                      <a:pt x="1" y="0"/>
                    </a:cubicBezTo>
                    <a:cubicBezTo>
                      <a:pt x="53" y="0"/>
                      <a:pt x="53" y="0"/>
                      <a:pt x="53" y="0"/>
                    </a:cubicBezTo>
                    <a:cubicBezTo>
                      <a:pt x="54" y="0"/>
                      <a:pt x="54" y="1"/>
                      <a:pt x="54" y="2"/>
                    </a:cubicBezTo>
                    <a:cubicBezTo>
                      <a:pt x="54" y="3"/>
                      <a:pt x="54" y="3"/>
                      <a:pt x="53" y="3"/>
                    </a:cubicBezTo>
                    <a:close/>
                  </a:path>
                </a:pathLst>
              </a:custGeom>
              <a:solidFill>
                <a:srgbClr val="E3EAFF">
                  <a:alpha val="100000"/>
                </a:srgbClr>
              </a:solidFill>
              <a:ln>
                <a:headEnd type="none"/>
                <a:tailEnd type="none"/>
              </a:ln>
            </p:spPr>
          </p:sp>
          <p:sp>
            <p:nvSpPr>
              <p:cNvPr id="100" name="AutoShape 100"/>
              <p:cNvSpPr/>
              <p:nvPr/>
            </p:nvSpPr>
            <p:spPr>
              <a:xfrm>
                <a:off x="7737476" y="274796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56A9">
                  <a:alpha val="100000"/>
                </a:srgbClr>
              </a:solidFill>
              <a:ln>
                <a:headEnd type="none"/>
                <a:tailEnd type="none"/>
              </a:ln>
            </p:spPr>
          </p:sp>
          <p:sp>
            <p:nvSpPr>
              <p:cNvPr id="101" name="AutoShape 101"/>
              <p:cNvSpPr/>
              <p:nvPr/>
            </p:nvSpPr>
            <p:spPr>
              <a:xfrm>
                <a:off x="7837488" y="2747963"/>
                <a:ext cx="128588" cy="28575"/>
              </a:xfrm>
              <a:custGeom>
                <a:avLst/>
                <a:gdLst/>
                <a:ahLst/>
                <a:cxnLst/>
                <a:rect l="l" t="t" r="r" b="b"/>
                <a:pathLst>
                  <a:path w="18" h="4">
                    <a:moveTo>
                      <a:pt x="18" y="4"/>
                    </a:moveTo>
                    <a:cubicBezTo>
                      <a:pt x="1" y="4"/>
                      <a:pt x="1" y="4"/>
                      <a:pt x="1" y="4"/>
                    </a:cubicBezTo>
                    <a:cubicBezTo>
                      <a:pt x="0" y="4"/>
                      <a:pt x="0" y="3"/>
                      <a:pt x="0" y="2"/>
                    </a:cubicBezTo>
                    <a:cubicBezTo>
                      <a:pt x="0" y="1"/>
                      <a:pt x="0" y="0"/>
                      <a:pt x="1" y="0"/>
                    </a:cubicBezTo>
                    <a:cubicBezTo>
                      <a:pt x="18" y="0"/>
                      <a:pt x="18" y="0"/>
                      <a:pt x="18" y="0"/>
                    </a:cubicBezTo>
                    <a:cubicBezTo>
                      <a:pt x="18" y="0"/>
                      <a:pt x="18" y="1"/>
                      <a:pt x="18" y="2"/>
                    </a:cubicBezTo>
                    <a:cubicBezTo>
                      <a:pt x="18" y="3"/>
                      <a:pt x="18" y="4"/>
                      <a:pt x="18" y="4"/>
                    </a:cubicBezTo>
                    <a:close/>
                  </a:path>
                </a:pathLst>
              </a:custGeom>
              <a:solidFill>
                <a:srgbClr val="00CCFF">
                  <a:alpha val="100000"/>
                </a:srgbClr>
              </a:solidFill>
              <a:ln>
                <a:headEnd type="none"/>
                <a:tailEnd type="none"/>
              </a:ln>
            </p:spPr>
          </p:sp>
          <p:sp>
            <p:nvSpPr>
              <p:cNvPr id="102" name="AutoShape 102"/>
              <p:cNvSpPr/>
              <p:nvPr/>
            </p:nvSpPr>
            <p:spPr>
              <a:xfrm>
                <a:off x="7980363" y="2747963"/>
                <a:ext cx="187325" cy="28575"/>
              </a:xfrm>
              <a:custGeom>
                <a:avLst/>
                <a:gdLst/>
                <a:ahLst/>
                <a:cxnLst/>
                <a:rect l="l" t="t" r="r" b="b"/>
                <a:pathLst>
                  <a:path w="26" h="4">
                    <a:moveTo>
                      <a:pt x="25" y="4"/>
                    </a:moveTo>
                    <a:cubicBezTo>
                      <a:pt x="1" y="4"/>
                      <a:pt x="1" y="4"/>
                      <a:pt x="1" y="4"/>
                    </a:cubicBezTo>
                    <a:cubicBezTo>
                      <a:pt x="0" y="4"/>
                      <a:pt x="0" y="3"/>
                      <a:pt x="0" y="2"/>
                    </a:cubicBezTo>
                    <a:cubicBezTo>
                      <a:pt x="0" y="1"/>
                      <a:pt x="0" y="0"/>
                      <a:pt x="1" y="0"/>
                    </a:cubicBezTo>
                    <a:cubicBezTo>
                      <a:pt x="25" y="0"/>
                      <a:pt x="25" y="0"/>
                      <a:pt x="25" y="0"/>
                    </a:cubicBezTo>
                    <a:cubicBezTo>
                      <a:pt x="26" y="0"/>
                      <a:pt x="26" y="1"/>
                      <a:pt x="26" y="2"/>
                    </a:cubicBezTo>
                    <a:cubicBezTo>
                      <a:pt x="26" y="3"/>
                      <a:pt x="26" y="4"/>
                      <a:pt x="25" y="4"/>
                    </a:cubicBezTo>
                    <a:close/>
                  </a:path>
                </a:pathLst>
              </a:custGeom>
              <a:solidFill>
                <a:srgbClr val="E3EAFF">
                  <a:alpha val="100000"/>
                </a:srgbClr>
              </a:solidFill>
              <a:ln>
                <a:headEnd type="none"/>
                <a:tailEnd type="none"/>
              </a:ln>
            </p:spPr>
          </p:sp>
          <p:sp>
            <p:nvSpPr>
              <p:cNvPr id="103" name="AutoShape 103"/>
              <p:cNvSpPr/>
              <p:nvPr/>
            </p:nvSpPr>
            <p:spPr>
              <a:xfrm>
                <a:off x="7737476" y="2490788"/>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FF56A9">
                  <a:alpha val="100000"/>
                </a:srgbClr>
              </a:solidFill>
              <a:ln>
                <a:headEnd type="none"/>
                <a:tailEnd type="none"/>
              </a:ln>
            </p:spPr>
          </p:sp>
          <p:sp>
            <p:nvSpPr>
              <p:cNvPr id="104" name="AutoShape 104"/>
              <p:cNvSpPr/>
              <p:nvPr/>
            </p:nvSpPr>
            <p:spPr>
              <a:xfrm>
                <a:off x="7837488" y="2490788"/>
                <a:ext cx="350838" cy="28575"/>
              </a:xfrm>
              <a:custGeom>
                <a:avLst/>
                <a:gdLst/>
                <a:ahLst/>
                <a:cxnLst/>
                <a:rect l="l" t="t" r="r" b="b"/>
                <a:pathLst>
                  <a:path w="49" h="4">
                    <a:moveTo>
                      <a:pt x="48" y="4"/>
                    </a:moveTo>
                    <a:cubicBezTo>
                      <a:pt x="1" y="4"/>
                      <a:pt x="1" y="4"/>
                      <a:pt x="1" y="4"/>
                    </a:cubicBezTo>
                    <a:cubicBezTo>
                      <a:pt x="0" y="4"/>
                      <a:pt x="0" y="4"/>
                      <a:pt x="0" y="3"/>
                    </a:cubicBezTo>
                    <a:cubicBezTo>
                      <a:pt x="0" y="2"/>
                      <a:pt x="0" y="2"/>
                      <a:pt x="0" y="2"/>
                    </a:cubicBezTo>
                    <a:cubicBezTo>
                      <a:pt x="0" y="1"/>
                      <a:pt x="0" y="0"/>
                      <a:pt x="1" y="0"/>
                    </a:cubicBezTo>
                    <a:cubicBezTo>
                      <a:pt x="48" y="0"/>
                      <a:pt x="48" y="0"/>
                      <a:pt x="48" y="0"/>
                    </a:cubicBezTo>
                    <a:cubicBezTo>
                      <a:pt x="48" y="0"/>
                      <a:pt x="49" y="1"/>
                      <a:pt x="49" y="2"/>
                    </a:cubicBezTo>
                    <a:cubicBezTo>
                      <a:pt x="49" y="3"/>
                      <a:pt x="49" y="3"/>
                      <a:pt x="49" y="3"/>
                    </a:cubicBezTo>
                    <a:cubicBezTo>
                      <a:pt x="49" y="4"/>
                      <a:pt x="48" y="4"/>
                      <a:pt x="48" y="4"/>
                    </a:cubicBezTo>
                    <a:close/>
                  </a:path>
                </a:pathLst>
              </a:custGeom>
              <a:solidFill>
                <a:srgbClr val="FF56A9">
                  <a:alpha val="100000"/>
                </a:srgbClr>
              </a:solidFill>
              <a:ln>
                <a:headEnd type="none"/>
                <a:tailEnd type="none"/>
              </a:ln>
            </p:spPr>
          </p:sp>
          <p:sp>
            <p:nvSpPr>
              <p:cNvPr id="105" name="AutoShape 105"/>
              <p:cNvSpPr/>
              <p:nvPr/>
            </p:nvSpPr>
            <p:spPr>
              <a:xfrm>
                <a:off x="7737476" y="2547938"/>
                <a:ext cx="79375" cy="20638"/>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E3EAFF">
                  <a:alpha val="100000"/>
                </a:srgbClr>
              </a:solidFill>
              <a:ln>
                <a:headEnd type="none"/>
                <a:tailEnd type="none"/>
              </a:ln>
            </p:spPr>
          </p:sp>
          <p:sp>
            <p:nvSpPr>
              <p:cNvPr id="106" name="AutoShape 106"/>
              <p:cNvSpPr/>
              <p:nvPr/>
            </p:nvSpPr>
            <p:spPr>
              <a:xfrm>
                <a:off x="7837488" y="2547938"/>
                <a:ext cx="165100" cy="20638"/>
              </a:xfrm>
              <a:custGeom>
                <a:avLst/>
                <a:gdLst/>
                <a:ahLst/>
                <a:cxnLst/>
                <a:rect l="l" t="t" r="r" b="b"/>
                <a:pathLst>
                  <a:path w="23" h="3">
                    <a:moveTo>
                      <a:pt x="23" y="3"/>
                    </a:moveTo>
                    <a:cubicBezTo>
                      <a:pt x="1" y="3"/>
                      <a:pt x="1" y="3"/>
                      <a:pt x="1" y="3"/>
                    </a:cubicBezTo>
                    <a:cubicBezTo>
                      <a:pt x="0" y="3"/>
                      <a:pt x="0" y="3"/>
                      <a:pt x="0" y="2"/>
                    </a:cubicBezTo>
                    <a:cubicBezTo>
                      <a:pt x="0" y="1"/>
                      <a:pt x="0" y="0"/>
                      <a:pt x="1" y="0"/>
                    </a:cubicBezTo>
                    <a:cubicBezTo>
                      <a:pt x="23" y="0"/>
                      <a:pt x="23" y="0"/>
                      <a:pt x="23" y="0"/>
                    </a:cubicBezTo>
                    <a:cubicBezTo>
                      <a:pt x="23" y="0"/>
                      <a:pt x="23" y="1"/>
                      <a:pt x="23" y="2"/>
                    </a:cubicBezTo>
                    <a:cubicBezTo>
                      <a:pt x="23" y="3"/>
                      <a:pt x="23" y="3"/>
                      <a:pt x="23" y="3"/>
                    </a:cubicBezTo>
                    <a:close/>
                  </a:path>
                </a:pathLst>
              </a:custGeom>
              <a:solidFill>
                <a:srgbClr val="E3EAFF">
                  <a:alpha val="100000"/>
                </a:srgbClr>
              </a:solidFill>
              <a:ln>
                <a:headEnd type="none"/>
                <a:tailEnd type="none"/>
              </a:ln>
            </p:spPr>
          </p:sp>
          <p:sp>
            <p:nvSpPr>
              <p:cNvPr id="107" name="AutoShape 107"/>
              <p:cNvSpPr/>
              <p:nvPr/>
            </p:nvSpPr>
            <p:spPr>
              <a:xfrm>
                <a:off x="8016876" y="2547938"/>
                <a:ext cx="71438" cy="20638"/>
              </a:xfrm>
              <a:custGeom>
                <a:avLst/>
                <a:gdLst/>
                <a:ahLst/>
                <a:cxnLst/>
                <a:rect l="l" t="t" r="r" b="b"/>
                <a:pathLst>
                  <a:path w="10" h="3">
                    <a:moveTo>
                      <a:pt x="9" y="3"/>
                    </a:moveTo>
                    <a:cubicBezTo>
                      <a:pt x="1" y="3"/>
                      <a:pt x="1" y="3"/>
                      <a:pt x="1" y="3"/>
                    </a:cubicBezTo>
                    <a:cubicBezTo>
                      <a:pt x="0" y="3"/>
                      <a:pt x="0" y="3"/>
                      <a:pt x="0" y="2"/>
                    </a:cubicBezTo>
                    <a:cubicBezTo>
                      <a:pt x="0" y="1"/>
                      <a:pt x="0" y="0"/>
                      <a:pt x="1" y="0"/>
                    </a:cubicBezTo>
                    <a:cubicBezTo>
                      <a:pt x="9" y="0"/>
                      <a:pt x="9" y="0"/>
                      <a:pt x="9" y="0"/>
                    </a:cubicBezTo>
                    <a:cubicBezTo>
                      <a:pt x="10" y="0"/>
                      <a:pt x="10" y="1"/>
                      <a:pt x="10" y="2"/>
                    </a:cubicBezTo>
                    <a:cubicBezTo>
                      <a:pt x="10" y="3"/>
                      <a:pt x="10" y="3"/>
                      <a:pt x="9" y="3"/>
                    </a:cubicBezTo>
                    <a:close/>
                  </a:path>
                </a:pathLst>
              </a:custGeom>
              <a:solidFill>
                <a:srgbClr val="E3EAFF">
                  <a:alpha val="100000"/>
                </a:srgbClr>
              </a:solidFill>
              <a:ln>
                <a:headEnd type="none"/>
                <a:tailEnd type="none"/>
              </a:ln>
            </p:spPr>
          </p:sp>
          <p:sp>
            <p:nvSpPr>
              <p:cNvPr id="108" name="AutoShape 108"/>
              <p:cNvSpPr/>
              <p:nvPr/>
            </p:nvSpPr>
            <p:spPr>
              <a:xfrm>
                <a:off x="7737476" y="2597150"/>
                <a:ext cx="79375" cy="22225"/>
              </a:xfrm>
              <a:custGeom>
                <a:avLst/>
                <a:gdLst/>
                <a:ahLst/>
                <a:cxnLst/>
                <a:rect l="l" t="t" r="r" b="b"/>
                <a:pathLst>
                  <a:path w="11" h="3">
                    <a:moveTo>
                      <a:pt x="10" y="3"/>
                    </a:moveTo>
                    <a:cubicBezTo>
                      <a:pt x="1" y="3"/>
                      <a:pt x="1" y="3"/>
                      <a:pt x="1" y="3"/>
                    </a:cubicBezTo>
                    <a:cubicBezTo>
                      <a:pt x="1" y="3"/>
                      <a:pt x="0" y="3"/>
                      <a:pt x="0" y="2"/>
                    </a:cubicBezTo>
                    <a:cubicBezTo>
                      <a:pt x="0" y="1"/>
                      <a:pt x="1" y="0"/>
                      <a:pt x="1" y="0"/>
                    </a:cubicBezTo>
                    <a:cubicBezTo>
                      <a:pt x="10" y="0"/>
                      <a:pt x="10" y="0"/>
                      <a:pt x="10" y="0"/>
                    </a:cubicBezTo>
                    <a:cubicBezTo>
                      <a:pt x="11" y="0"/>
                      <a:pt x="11" y="1"/>
                      <a:pt x="11" y="2"/>
                    </a:cubicBezTo>
                    <a:cubicBezTo>
                      <a:pt x="11" y="3"/>
                      <a:pt x="11" y="3"/>
                      <a:pt x="10" y="3"/>
                    </a:cubicBezTo>
                    <a:close/>
                  </a:path>
                </a:pathLst>
              </a:custGeom>
              <a:solidFill>
                <a:srgbClr val="E3EAFF">
                  <a:alpha val="100000"/>
                </a:srgbClr>
              </a:solidFill>
              <a:ln>
                <a:headEnd type="none"/>
                <a:tailEnd type="none"/>
              </a:ln>
            </p:spPr>
          </p:sp>
          <p:sp>
            <p:nvSpPr>
              <p:cNvPr id="109" name="AutoShape 109"/>
              <p:cNvSpPr/>
              <p:nvPr/>
            </p:nvSpPr>
            <p:spPr>
              <a:xfrm>
                <a:off x="7837488" y="2597150"/>
                <a:ext cx="438150" cy="22225"/>
              </a:xfrm>
              <a:custGeom>
                <a:avLst/>
                <a:gdLst/>
                <a:ahLst/>
                <a:cxnLst/>
                <a:rect l="l" t="t" r="r" b="b"/>
                <a:pathLst>
                  <a:path w="61" h="3">
                    <a:moveTo>
                      <a:pt x="60" y="3"/>
                    </a:moveTo>
                    <a:cubicBezTo>
                      <a:pt x="1" y="3"/>
                      <a:pt x="1" y="3"/>
                      <a:pt x="1" y="3"/>
                    </a:cubicBezTo>
                    <a:cubicBezTo>
                      <a:pt x="0" y="3"/>
                      <a:pt x="0" y="3"/>
                      <a:pt x="0" y="2"/>
                    </a:cubicBezTo>
                    <a:cubicBezTo>
                      <a:pt x="0" y="1"/>
                      <a:pt x="0" y="1"/>
                      <a:pt x="0" y="1"/>
                    </a:cubicBezTo>
                    <a:cubicBezTo>
                      <a:pt x="0" y="0"/>
                      <a:pt x="0" y="0"/>
                      <a:pt x="1" y="0"/>
                    </a:cubicBezTo>
                    <a:cubicBezTo>
                      <a:pt x="60" y="0"/>
                      <a:pt x="60" y="0"/>
                      <a:pt x="60" y="0"/>
                    </a:cubicBezTo>
                    <a:cubicBezTo>
                      <a:pt x="61" y="0"/>
                      <a:pt x="61" y="0"/>
                      <a:pt x="61" y="1"/>
                    </a:cubicBezTo>
                    <a:cubicBezTo>
                      <a:pt x="61" y="2"/>
                      <a:pt x="61" y="2"/>
                      <a:pt x="61" y="2"/>
                    </a:cubicBezTo>
                    <a:cubicBezTo>
                      <a:pt x="61" y="3"/>
                      <a:pt x="61" y="3"/>
                      <a:pt x="60" y="3"/>
                    </a:cubicBezTo>
                    <a:close/>
                  </a:path>
                </a:pathLst>
              </a:custGeom>
              <a:solidFill>
                <a:srgbClr val="E3EAFF">
                  <a:alpha val="100000"/>
                </a:srgbClr>
              </a:solidFill>
              <a:ln>
                <a:headEnd type="none"/>
                <a:tailEnd type="none"/>
              </a:ln>
            </p:spPr>
          </p:sp>
          <p:sp>
            <p:nvSpPr>
              <p:cNvPr id="110" name="AutoShape 110"/>
              <p:cNvSpPr/>
              <p:nvPr/>
            </p:nvSpPr>
            <p:spPr>
              <a:xfrm>
                <a:off x="7737476" y="2798763"/>
                <a:ext cx="79375" cy="28575"/>
              </a:xfrm>
              <a:custGeom>
                <a:avLst/>
                <a:gdLst/>
                <a:ahLst/>
                <a:cxnLst/>
                <a:rect l="l" t="t" r="r" b="b"/>
                <a:pathLst>
                  <a:path w="11" h="4">
                    <a:moveTo>
                      <a:pt x="10" y="4"/>
                    </a:moveTo>
                    <a:cubicBezTo>
                      <a:pt x="1" y="4"/>
                      <a:pt x="1" y="4"/>
                      <a:pt x="1" y="4"/>
                    </a:cubicBezTo>
                    <a:cubicBezTo>
                      <a:pt x="1" y="4"/>
                      <a:pt x="0" y="3"/>
                      <a:pt x="0" y="2"/>
                    </a:cubicBezTo>
                    <a:cubicBezTo>
                      <a:pt x="0" y="1"/>
                      <a:pt x="1" y="0"/>
                      <a:pt x="1" y="0"/>
                    </a:cubicBezTo>
                    <a:cubicBezTo>
                      <a:pt x="10" y="0"/>
                      <a:pt x="10" y="0"/>
                      <a:pt x="10" y="0"/>
                    </a:cubicBezTo>
                    <a:cubicBezTo>
                      <a:pt x="11" y="0"/>
                      <a:pt x="11" y="1"/>
                      <a:pt x="11" y="2"/>
                    </a:cubicBezTo>
                    <a:cubicBezTo>
                      <a:pt x="11" y="3"/>
                      <a:pt x="11" y="4"/>
                      <a:pt x="10" y="4"/>
                    </a:cubicBezTo>
                    <a:close/>
                  </a:path>
                </a:pathLst>
              </a:custGeom>
              <a:solidFill>
                <a:srgbClr val="E3EAFF">
                  <a:alpha val="100000"/>
                </a:srgbClr>
              </a:solidFill>
              <a:ln>
                <a:headEnd type="none"/>
                <a:tailEnd type="none"/>
              </a:ln>
            </p:spPr>
          </p:sp>
          <p:sp>
            <p:nvSpPr>
              <p:cNvPr id="111" name="AutoShape 111"/>
              <p:cNvSpPr/>
              <p:nvPr/>
            </p:nvSpPr>
            <p:spPr>
              <a:xfrm>
                <a:off x="8096251" y="2798763"/>
                <a:ext cx="222250" cy="28575"/>
              </a:xfrm>
              <a:custGeom>
                <a:avLst/>
                <a:gdLst/>
                <a:ahLst/>
                <a:cxnLst/>
                <a:rect l="l" t="t" r="r" b="b"/>
                <a:pathLst>
                  <a:path w="31" h="4">
                    <a:moveTo>
                      <a:pt x="30" y="4"/>
                    </a:moveTo>
                    <a:cubicBezTo>
                      <a:pt x="1" y="4"/>
                      <a:pt x="1" y="4"/>
                      <a:pt x="1" y="4"/>
                    </a:cubicBezTo>
                    <a:cubicBezTo>
                      <a:pt x="1" y="4"/>
                      <a:pt x="0" y="3"/>
                      <a:pt x="0" y="2"/>
                    </a:cubicBezTo>
                    <a:cubicBezTo>
                      <a:pt x="0" y="1"/>
                      <a:pt x="1" y="0"/>
                      <a:pt x="1" y="0"/>
                    </a:cubicBezTo>
                    <a:cubicBezTo>
                      <a:pt x="30" y="0"/>
                      <a:pt x="30" y="0"/>
                      <a:pt x="30" y="0"/>
                    </a:cubicBezTo>
                    <a:cubicBezTo>
                      <a:pt x="31" y="0"/>
                      <a:pt x="31" y="1"/>
                      <a:pt x="31" y="2"/>
                    </a:cubicBezTo>
                    <a:cubicBezTo>
                      <a:pt x="31" y="3"/>
                      <a:pt x="31" y="4"/>
                      <a:pt x="30" y="4"/>
                    </a:cubicBezTo>
                    <a:close/>
                  </a:path>
                </a:pathLst>
              </a:custGeom>
              <a:solidFill>
                <a:srgbClr val="E3EAFF">
                  <a:alpha val="100000"/>
                </a:srgbClr>
              </a:solidFill>
              <a:ln>
                <a:headEnd type="none"/>
                <a:tailEnd type="none"/>
              </a:ln>
            </p:spPr>
          </p:sp>
          <p:sp>
            <p:nvSpPr>
              <p:cNvPr id="112" name="AutoShape 112"/>
              <p:cNvSpPr/>
              <p:nvPr/>
            </p:nvSpPr>
            <p:spPr>
              <a:xfrm>
                <a:off x="7837488" y="2798763"/>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E3EAFF">
                  <a:alpha val="100000"/>
                </a:srgbClr>
              </a:solidFill>
              <a:ln>
                <a:headEnd type="none"/>
                <a:tailEnd type="none"/>
              </a:ln>
            </p:spPr>
          </p:sp>
          <p:sp>
            <p:nvSpPr>
              <p:cNvPr id="113" name="AutoShape 113"/>
              <p:cNvSpPr/>
              <p:nvPr/>
            </p:nvSpPr>
            <p:spPr>
              <a:xfrm>
                <a:off x="8016876" y="2798763"/>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E3EAFF">
                  <a:alpha val="100000"/>
                </a:srgbClr>
              </a:solidFill>
              <a:ln>
                <a:headEnd type="none"/>
                <a:tailEnd type="none"/>
              </a:ln>
            </p:spPr>
          </p:sp>
          <p:sp>
            <p:nvSpPr>
              <p:cNvPr id="114" name="AutoShape 114"/>
              <p:cNvSpPr/>
              <p:nvPr/>
            </p:nvSpPr>
            <p:spPr>
              <a:xfrm>
                <a:off x="7837488" y="2847975"/>
                <a:ext cx="293688" cy="28575"/>
              </a:xfrm>
              <a:custGeom>
                <a:avLst/>
                <a:gdLst/>
                <a:ahLst/>
                <a:cxnLst/>
                <a:rect l="l" t="t" r="r" b="b"/>
                <a:pathLst>
                  <a:path w="41" h="4">
                    <a:moveTo>
                      <a:pt x="40" y="4"/>
                    </a:moveTo>
                    <a:cubicBezTo>
                      <a:pt x="1" y="4"/>
                      <a:pt x="1" y="4"/>
                      <a:pt x="1" y="4"/>
                    </a:cubicBezTo>
                    <a:cubicBezTo>
                      <a:pt x="0" y="4"/>
                      <a:pt x="0" y="3"/>
                      <a:pt x="0" y="3"/>
                    </a:cubicBezTo>
                    <a:cubicBezTo>
                      <a:pt x="0" y="1"/>
                      <a:pt x="0" y="1"/>
                      <a:pt x="0" y="1"/>
                    </a:cubicBezTo>
                    <a:cubicBezTo>
                      <a:pt x="0" y="1"/>
                      <a:pt x="0" y="0"/>
                      <a:pt x="1" y="0"/>
                    </a:cubicBezTo>
                    <a:cubicBezTo>
                      <a:pt x="40" y="0"/>
                      <a:pt x="40" y="0"/>
                      <a:pt x="40" y="0"/>
                    </a:cubicBezTo>
                    <a:cubicBezTo>
                      <a:pt x="40" y="0"/>
                      <a:pt x="41" y="1"/>
                      <a:pt x="41" y="1"/>
                    </a:cubicBezTo>
                    <a:cubicBezTo>
                      <a:pt x="41" y="3"/>
                      <a:pt x="41" y="3"/>
                      <a:pt x="41" y="3"/>
                    </a:cubicBezTo>
                    <a:cubicBezTo>
                      <a:pt x="41" y="3"/>
                      <a:pt x="40" y="4"/>
                      <a:pt x="40" y="4"/>
                    </a:cubicBezTo>
                    <a:close/>
                  </a:path>
                </a:pathLst>
              </a:custGeom>
              <a:solidFill>
                <a:srgbClr val="FFC359">
                  <a:alpha val="100000"/>
                </a:srgbClr>
              </a:solidFill>
              <a:ln>
                <a:headEnd type="none"/>
                <a:tailEnd type="none"/>
              </a:ln>
            </p:spPr>
          </p:sp>
          <p:sp>
            <p:nvSpPr>
              <p:cNvPr id="115" name="AutoShape 115"/>
              <p:cNvSpPr/>
              <p:nvPr/>
            </p:nvSpPr>
            <p:spPr>
              <a:xfrm>
                <a:off x="8096251" y="2647950"/>
                <a:ext cx="207963" cy="28575"/>
              </a:xfrm>
              <a:custGeom>
                <a:avLst/>
                <a:gdLst/>
                <a:ahLst/>
                <a:cxnLst/>
                <a:rect l="l" t="t" r="r" b="b"/>
                <a:pathLst>
                  <a:path w="28" h="4">
                    <a:moveTo>
                      <a:pt x="28" y="4"/>
                    </a:moveTo>
                    <a:cubicBezTo>
                      <a:pt x="2" y="4"/>
                      <a:pt x="2" y="4"/>
                      <a:pt x="2" y="4"/>
                    </a:cubicBezTo>
                    <a:cubicBezTo>
                      <a:pt x="1" y="4"/>
                      <a:pt x="0" y="3"/>
                      <a:pt x="0" y="3"/>
                    </a:cubicBezTo>
                    <a:cubicBezTo>
                      <a:pt x="0" y="1"/>
                      <a:pt x="0" y="1"/>
                      <a:pt x="0" y="1"/>
                    </a:cubicBezTo>
                    <a:cubicBezTo>
                      <a:pt x="0" y="1"/>
                      <a:pt x="1" y="0"/>
                      <a:pt x="2" y="0"/>
                    </a:cubicBezTo>
                    <a:cubicBezTo>
                      <a:pt x="28" y="0"/>
                      <a:pt x="28" y="0"/>
                      <a:pt x="28" y="0"/>
                    </a:cubicBezTo>
                    <a:cubicBezTo>
                      <a:pt x="28" y="0"/>
                      <a:pt x="29" y="1"/>
                      <a:pt x="29" y="1"/>
                    </a:cubicBezTo>
                    <a:cubicBezTo>
                      <a:pt x="29" y="3"/>
                      <a:pt x="29" y="3"/>
                      <a:pt x="29" y="3"/>
                    </a:cubicBezTo>
                    <a:cubicBezTo>
                      <a:pt x="29" y="3"/>
                      <a:pt x="28" y="4"/>
                      <a:pt x="28" y="4"/>
                    </a:cubicBezTo>
                    <a:close/>
                  </a:path>
                </a:pathLst>
              </a:custGeom>
              <a:solidFill>
                <a:srgbClr val="FF56A9">
                  <a:alpha val="100000"/>
                </a:srgbClr>
              </a:solidFill>
              <a:ln>
                <a:headEnd type="none"/>
                <a:tailEnd type="none"/>
              </a:ln>
            </p:spPr>
          </p:sp>
          <p:sp>
            <p:nvSpPr>
              <p:cNvPr id="116" name="AutoShape 116"/>
              <p:cNvSpPr/>
              <p:nvPr/>
            </p:nvSpPr>
            <p:spPr>
              <a:xfrm>
                <a:off x="7837488" y="2647950"/>
                <a:ext cx="165100" cy="28575"/>
              </a:xfrm>
              <a:custGeom>
                <a:avLst/>
                <a:gdLst/>
                <a:ahLst/>
                <a:cxnLst/>
                <a:rect l="l" t="t" r="r" b="b"/>
                <a:pathLst>
                  <a:path w="23" h="4">
                    <a:moveTo>
                      <a:pt x="23" y="4"/>
                    </a:moveTo>
                    <a:cubicBezTo>
                      <a:pt x="1" y="4"/>
                      <a:pt x="1" y="4"/>
                      <a:pt x="1" y="4"/>
                    </a:cubicBezTo>
                    <a:cubicBezTo>
                      <a:pt x="0" y="4"/>
                      <a:pt x="0" y="3"/>
                      <a:pt x="0" y="2"/>
                    </a:cubicBezTo>
                    <a:cubicBezTo>
                      <a:pt x="0" y="1"/>
                      <a:pt x="0" y="0"/>
                      <a:pt x="1" y="0"/>
                    </a:cubicBezTo>
                    <a:cubicBezTo>
                      <a:pt x="23" y="0"/>
                      <a:pt x="23" y="0"/>
                      <a:pt x="23" y="0"/>
                    </a:cubicBezTo>
                    <a:cubicBezTo>
                      <a:pt x="23" y="0"/>
                      <a:pt x="23" y="1"/>
                      <a:pt x="23" y="2"/>
                    </a:cubicBezTo>
                    <a:cubicBezTo>
                      <a:pt x="23" y="3"/>
                      <a:pt x="23" y="4"/>
                      <a:pt x="23" y="4"/>
                    </a:cubicBezTo>
                    <a:close/>
                  </a:path>
                </a:pathLst>
              </a:custGeom>
              <a:solidFill>
                <a:srgbClr val="FFC359">
                  <a:alpha val="100000"/>
                </a:srgbClr>
              </a:solidFill>
              <a:ln>
                <a:headEnd type="none"/>
                <a:tailEnd type="none"/>
              </a:ln>
            </p:spPr>
          </p:sp>
          <p:sp>
            <p:nvSpPr>
              <p:cNvPr id="117" name="AutoShape 117"/>
              <p:cNvSpPr/>
              <p:nvPr/>
            </p:nvSpPr>
            <p:spPr>
              <a:xfrm>
                <a:off x="8016876" y="2647950"/>
                <a:ext cx="71438" cy="28575"/>
              </a:xfrm>
              <a:custGeom>
                <a:avLst/>
                <a:gdLst/>
                <a:ahLst/>
                <a:cxnLst/>
                <a:rect l="l" t="t" r="r" b="b"/>
                <a:pathLst>
                  <a:path w="10" h="4">
                    <a:moveTo>
                      <a:pt x="9" y="4"/>
                    </a:moveTo>
                    <a:cubicBezTo>
                      <a:pt x="1" y="4"/>
                      <a:pt x="1" y="4"/>
                      <a:pt x="1" y="4"/>
                    </a:cubicBezTo>
                    <a:cubicBezTo>
                      <a:pt x="0" y="4"/>
                      <a:pt x="0" y="3"/>
                      <a:pt x="0" y="2"/>
                    </a:cubicBezTo>
                    <a:cubicBezTo>
                      <a:pt x="0" y="1"/>
                      <a:pt x="0" y="0"/>
                      <a:pt x="1" y="0"/>
                    </a:cubicBezTo>
                    <a:cubicBezTo>
                      <a:pt x="9" y="0"/>
                      <a:pt x="9" y="0"/>
                      <a:pt x="9" y="0"/>
                    </a:cubicBezTo>
                    <a:cubicBezTo>
                      <a:pt x="10" y="0"/>
                      <a:pt x="10" y="1"/>
                      <a:pt x="10" y="2"/>
                    </a:cubicBezTo>
                    <a:cubicBezTo>
                      <a:pt x="10" y="3"/>
                      <a:pt x="10" y="4"/>
                      <a:pt x="9" y="4"/>
                    </a:cubicBezTo>
                    <a:close/>
                  </a:path>
                </a:pathLst>
              </a:custGeom>
              <a:solidFill>
                <a:srgbClr val="FFC359">
                  <a:alpha val="100000"/>
                </a:srgbClr>
              </a:solidFill>
              <a:ln>
                <a:headEnd type="none"/>
                <a:tailEnd type="none"/>
              </a:ln>
            </p:spPr>
          </p:sp>
          <p:sp>
            <p:nvSpPr>
              <p:cNvPr id="118" name="AutoShape 118"/>
              <p:cNvSpPr/>
              <p:nvPr/>
            </p:nvSpPr>
            <p:spPr>
              <a:xfrm>
                <a:off x="8289926" y="1544638"/>
                <a:ext cx="414338" cy="415925"/>
              </a:xfrm>
              <a:prstGeom prst="ellipse">
                <a:avLst/>
              </a:prstGeom>
              <a:solidFill>
                <a:srgbClr val="FF4DD1">
                  <a:alpha val="100000"/>
                </a:srgbClr>
              </a:solidFill>
              <a:ln>
                <a:headEnd type="none"/>
                <a:tailEnd type="none"/>
              </a:ln>
            </p:spPr>
          </p:sp>
          <p:sp>
            <p:nvSpPr>
              <p:cNvPr id="119" name="AutoShape 119"/>
              <p:cNvSpPr/>
              <p:nvPr/>
            </p:nvSpPr>
            <p:spPr>
              <a:xfrm>
                <a:off x="8367713" y="1701800"/>
                <a:ext cx="115888" cy="122238"/>
              </a:xfrm>
              <a:custGeom>
                <a:avLst/>
                <a:gdLst/>
                <a:ahLst/>
                <a:cxnLst/>
                <a:rect l="l" t="t" r="r" b="b"/>
                <a:pathLst>
                  <a:path w="73" h="77">
                    <a:moveTo>
                      <a:pt x="73" y="23"/>
                    </a:moveTo>
                    <a:lnTo>
                      <a:pt x="23" y="41"/>
                    </a:lnTo>
                    <a:lnTo>
                      <a:pt x="73" y="59"/>
                    </a:lnTo>
                    <a:lnTo>
                      <a:pt x="73" y="77"/>
                    </a:lnTo>
                    <a:lnTo>
                      <a:pt x="0" y="50"/>
                    </a:lnTo>
                    <a:lnTo>
                      <a:pt x="0" y="32"/>
                    </a:lnTo>
                    <a:lnTo>
                      <a:pt x="73" y="0"/>
                    </a:lnTo>
                    <a:lnTo>
                      <a:pt x="73" y="23"/>
                    </a:lnTo>
                    <a:close/>
                  </a:path>
                </a:pathLst>
              </a:custGeom>
              <a:solidFill>
                <a:srgbClr val="F9FBFC">
                  <a:alpha val="100000"/>
                </a:srgbClr>
              </a:solidFill>
              <a:ln>
                <a:headEnd type="none"/>
                <a:tailEnd type="none"/>
              </a:ln>
            </p:spPr>
          </p:sp>
          <p:sp>
            <p:nvSpPr>
              <p:cNvPr id="120" name="AutoShape 120"/>
              <p:cNvSpPr/>
              <p:nvPr/>
            </p:nvSpPr>
            <p:spPr>
              <a:xfrm>
                <a:off x="8512176" y="1701800"/>
                <a:ext cx="120650" cy="122238"/>
              </a:xfrm>
              <a:custGeom>
                <a:avLst/>
                <a:gdLst/>
                <a:ahLst/>
                <a:cxnLst/>
                <a:rect l="l" t="t" r="r" b="b"/>
                <a:pathLst>
                  <a:path w="76" h="77">
                    <a:moveTo>
                      <a:pt x="0" y="0"/>
                    </a:moveTo>
                    <a:lnTo>
                      <a:pt x="76" y="32"/>
                    </a:lnTo>
                    <a:lnTo>
                      <a:pt x="76" y="50"/>
                    </a:lnTo>
                    <a:lnTo>
                      <a:pt x="0" y="77"/>
                    </a:lnTo>
                    <a:lnTo>
                      <a:pt x="0" y="59"/>
                    </a:lnTo>
                    <a:lnTo>
                      <a:pt x="54" y="41"/>
                    </a:lnTo>
                    <a:lnTo>
                      <a:pt x="0" y="23"/>
                    </a:lnTo>
                    <a:lnTo>
                      <a:pt x="0" y="0"/>
                    </a:lnTo>
                    <a:close/>
                  </a:path>
                </a:pathLst>
              </a:custGeom>
              <a:solidFill>
                <a:srgbClr val="F9FBFC">
                  <a:alpha val="100000"/>
                </a:srgbClr>
              </a:solidFill>
              <a:ln>
                <a:headEnd type="none"/>
                <a:tailEnd type="none"/>
              </a:ln>
            </p:spPr>
          </p:sp>
          <p:sp>
            <p:nvSpPr>
              <p:cNvPr id="121" name="AutoShape 121"/>
              <p:cNvSpPr/>
              <p:nvPr/>
            </p:nvSpPr>
            <p:spPr>
              <a:xfrm>
                <a:off x="6899276" y="5033963"/>
                <a:ext cx="450850" cy="450850"/>
              </a:xfrm>
              <a:prstGeom prst="ellipse">
                <a:avLst/>
              </a:prstGeom>
              <a:solidFill>
                <a:srgbClr val="FFC240">
                  <a:alpha val="100000"/>
                </a:srgbClr>
              </a:solidFill>
              <a:ln>
                <a:headEnd type="none"/>
                <a:tailEnd type="none"/>
              </a:ln>
            </p:spPr>
          </p:sp>
          <p:sp>
            <p:nvSpPr>
              <p:cNvPr id="122" name="AutoShape 122"/>
              <p:cNvSpPr/>
              <p:nvPr/>
            </p:nvSpPr>
            <p:spPr>
              <a:xfrm>
                <a:off x="7005638" y="5141913"/>
                <a:ext cx="236538" cy="236538"/>
              </a:xfrm>
              <a:custGeom>
                <a:avLst/>
                <a:gdLst/>
                <a:ahLst/>
                <a:cxnLst/>
                <a:rect l="l" t="t" r="r" b="b"/>
                <a:pathLst>
                  <a:path w="33" h="33">
                    <a:moveTo>
                      <a:pt x="33" y="15"/>
                    </a:moveTo>
                    <a:cubicBezTo>
                      <a:pt x="33" y="17"/>
                      <a:pt x="33" y="19"/>
                      <a:pt x="32" y="20"/>
                    </a:cubicBezTo>
                    <a:cubicBezTo>
                      <a:pt x="31" y="22"/>
                      <a:pt x="31" y="23"/>
                      <a:pt x="29" y="24"/>
                    </a:cubicBezTo>
                    <a:cubicBezTo>
                      <a:pt x="28" y="25"/>
                      <a:pt x="27" y="26"/>
                      <a:pt x="25" y="26"/>
                    </a:cubicBezTo>
                    <a:cubicBezTo>
                      <a:pt x="24" y="26"/>
                      <a:pt x="24" y="25"/>
                      <a:pt x="23" y="25"/>
                    </a:cubicBezTo>
                    <a:cubicBezTo>
                      <a:pt x="22" y="24"/>
                      <a:pt x="21" y="24"/>
                      <a:pt x="21" y="23"/>
                    </a:cubicBezTo>
                    <a:cubicBezTo>
                      <a:pt x="21" y="23"/>
                      <a:pt x="21" y="23"/>
                      <a:pt x="21" y="23"/>
                    </a:cubicBezTo>
                    <a:cubicBezTo>
                      <a:pt x="19" y="25"/>
                      <a:pt x="17" y="26"/>
                      <a:pt x="15" y="26"/>
                    </a:cubicBezTo>
                    <a:cubicBezTo>
                      <a:pt x="13" y="26"/>
                      <a:pt x="11" y="25"/>
                      <a:pt x="10" y="23"/>
                    </a:cubicBezTo>
                    <a:cubicBezTo>
                      <a:pt x="8" y="22"/>
                      <a:pt x="7" y="20"/>
                      <a:pt x="7" y="17"/>
                    </a:cubicBezTo>
                    <a:cubicBezTo>
                      <a:pt x="7" y="15"/>
                      <a:pt x="8" y="12"/>
                      <a:pt x="10" y="11"/>
                    </a:cubicBezTo>
                    <a:cubicBezTo>
                      <a:pt x="12" y="9"/>
                      <a:pt x="14" y="8"/>
                      <a:pt x="17" y="8"/>
                    </a:cubicBezTo>
                    <a:cubicBezTo>
                      <a:pt x="18" y="8"/>
                      <a:pt x="20" y="8"/>
                      <a:pt x="21" y="8"/>
                    </a:cubicBezTo>
                    <a:cubicBezTo>
                      <a:pt x="23" y="8"/>
                      <a:pt x="24" y="9"/>
                      <a:pt x="25" y="9"/>
                    </a:cubicBezTo>
                    <a:cubicBezTo>
                      <a:pt x="24" y="19"/>
                      <a:pt x="24" y="19"/>
                      <a:pt x="24" y="19"/>
                    </a:cubicBezTo>
                    <a:cubicBezTo>
                      <a:pt x="24" y="21"/>
                      <a:pt x="25" y="22"/>
                      <a:pt x="26" y="22"/>
                    </a:cubicBezTo>
                    <a:cubicBezTo>
                      <a:pt x="27" y="22"/>
                      <a:pt x="27" y="21"/>
                      <a:pt x="28" y="20"/>
                    </a:cubicBezTo>
                    <a:cubicBezTo>
                      <a:pt x="28" y="19"/>
                      <a:pt x="29" y="17"/>
                      <a:pt x="29" y="15"/>
                    </a:cubicBezTo>
                    <a:cubicBezTo>
                      <a:pt x="29" y="13"/>
                      <a:pt x="28" y="11"/>
                      <a:pt x="27" y="9"/>
                    </a:cubicBezTo>
                    <a:cubicBezTo>
                      <a:pt x="26" y="7"/>
                      <a:pt x="25" y="6"/>
                      <a:pt x="23" y="5"/>
                    </a:cubicBezTo>
                    <a:cubicBezTo>
                      <a:pt x="22" y="4"/>
                      <a:pt x="20" y="4"/>
                      <a:pt x="18" y="4"/>
                    </a:cubicBezTo>
                    <a:cubicBezTo>
                      <a:pt x="15" y="4"/>
                      <a:pt x="13" y="5"/>
                      <a:pt x="11" y="6"/>
                    </a:cubicBezTo>
                    <a:cubicBezTo>
                      <a:pt x="9" y="7"/>
                      <a:pt x="7" y="8"/>
                      <a:pt x="6" y="11"/>
                    </a:cubicBezTo>
                    <a:cubicBezTo>
                      <a:pt x="5" y="13"/>
                      <a:pt x="4" y="15"/>
                      <a:pt x="4" y="18"/>
                    </a:cubicBezTo>
                    <a:cubicBezTo>
                      <a:pt x="4" y="22"/>
                      <a:pt x="5" y="25"/>
                      <a:pt x="7" y="27"/>
                    </a:cubicBezTo>
                    <a:cubicBezTo>
                      <a:pt x="9" y="29"/>
                      <a:pt x="12" y="30"/>
                      <a:pt x="16" y="30"/>
                    </a:cubicBezTo>
                    <a:cubicBezTo>
                      <a:pt x="17" y="30"/>
                      <a:pt x="19" y="29"/>
                      <a:pt x="21" y="29"/>
                    </a:cubicBezTo>
                    <a:cubicBezTo>
                      <a:pt x="22" y="29"/>
                      <a:pt x="24" y="28"/>
                      <a:pt x="26" y="28"/>
                    </a:cubicBezTo>
                    <a:cubicBezTo>
                      <a:pt x="26" y="32"/>
                      <a:pt x="26" y="32"/>
                      <a:pt x="26" y="32"/>
                    </a:cubicBezTo>
                    <a:cubicBezTo>
                      <a:pt x="23" y="33"/>
                      <a:pt x="20" y="33"/>
                      <a:pt x="16" y="33"/>
                    </a:cubicBezTo>
                    <a:cubicBezTo>
                      <a:pt x="11" y="33"/>
                      <a:pt x="7" y="32"/>
                      <a:pt x="4" y="29"/>
                    </a:cubicBezTo>
                    <a:cubicBezTo>
                      <a:pt x="1" y="27"/>
                      <a:pt x="0" y="23"/>
                      <a:pt x="0" y="18"/>
                    </a:cubicBezTo>
                    <a:cubicBezTo>
                      <a:pt x="0" y="15"/>
                      <a:pt x="0" y="12"/>
                      <a:pt x="2" y="9"/>
                    </a:cubicBezTo>
                    <a:cubicBezTo>
                      <a:pt x="3" y="6"/>
                      <a:pt x="6" y="4"/>
                      <a:pt x="8" y="2"/>
                    </a:cubicBezTo>
                    <a:cubicBezTo>
                      <a:pt x="11" y="1"/>
                      <a:pt x="14" y="0"/>
                      <a:pt x="18" y="0"/>
                    </a:cubicBezTo>
                    <a:cubicBezTo>
                      <a:pt x="21" y="0"/>
                      <a:pt x="23" y="1"/>
                      <a:pt x="26" y="2"/>
                    </a:cubicBezTo>
                    <a:cubicBezTo>
                      <a:pt x="28" y="3"/>
                      <a:pt x="30" y="5"/>
                      <a:pt x="31" y="7"/>
                    </a:cubicBezTo>
                    <a:cubicBezTo>
                      <a:pt x="32" y="9"/>
                      <a:pt x="33" y="12"/>
                      <a:pt x="33" y="15"/>
                    </a:cubicBezTo>
                    <a:close/>
                    <a:moveTo>
                      <a:pt x="12" y="18"/>
                    </a:moveTo>
                    <a:cubicBezTo>
                      <a:pt x="12" y="20"/>
                      <a:pt x="13" y="22"/>
                      <a:pt x="16" y="22"/>
                    </a:cubicBezTo>
                    <a:cubicBezTo>
                      <a:pt x="17" y="22"/>
                      <a:pt x="18" y="21"/>
                      <a:pt x="18" y="21"/>
                    </a:cubicBezTo>
                    <a:cubicBezTo>
                      <a:pt x="19" y="20"/>
                      <a:pt x="19" y="18"/>
                      <a:pt x="20" y="16"/>
                    </a:cubicBezTo>
                    <a:cubicBezTo>
                      <a:pt x="20" y="12"/>
                      <a:pt x="20" y="12"/>
                      <a:pt x="20" y="12"/>
                    </a:cubicBezTo>
                    <a:cubicBezTo>
                      <a:pt x="19" y="12"/>
                      <a:pt x="18" y="12"/>
                      <a:pt x="18" y="12"/>
                    </a:cubicBezTo>
                    <a:cubicBezTo>
                      <a:pt x="16" y="12"/>
                      <a:pt x="15" y="12"/>
                      <a:pt x="14" y="13"/>
                    </a:cubicBezTo>
                    <a:cubicBezTo>
                      <a:pt x="13" y="14"/>
                      <a:pt x="12" y="16"/>
                      <a:pt x="12" y="18"/>
                    </a:cubicBezTo>
                    <a:close/>
                  </a:path>
                </a:pathLst>
              </a:custGeom>
              <a:solidFill>
                <a:srgbClr val="FFFFFF">
                  <a:alpha val="100000"/>
                </a:srgbClr>
              </a:solidFill>
              <a:ln>
                <a:headEnd type="none"/>
                <a:tailEnd type="none"/>
              </a:ln>
            </p:spPr>
          </p:sp>
          <p:sp>
            <p:nvSpPr>
              <p:cNvPr id="123" name="AutoShape 123"/>
              <p:cNvSpPr/>
              <p:nvPr/>
            </p:nvSpPr>
            <p:spPr>
              <a:xfrm>
                <a:off x="4368801" y="1357313"/>
                <a:ext cx="1827213" cy="515938"/>
              </a:xfrm>
              <a:custGeom>
                <a:avLst/>
                <a:gdLst/>
                <a:ahLst/>
                <a:cxnLst/>
                <a:rect l="l" t="t" r="r" b="b"/>
                <a:pathLst>
                  <a:path w="255" h="72">
                    <a:moveTo>
                      <a:pt x="226" y="0"/>
                    </a:moveTo>
                    <a:cubicBezTo>
                      <a:pt x="29" y="0"/>
                      <a:pt x="29" y="0"/>
                      <a:pt x="29" y="0"/>
                    </a:cubicBezTo>
                    <a:cubicBezTo>
                      <a:pt x="13" y="0"/>
                      <a:pt x="0" y="13"/>
                      <a:pt x="0" y="29"/>
                    </a:cubicBezTo>
                    <a:cubicBezTo>
                      <a:pt x="0" y="45"/>
                      <a:pt x="13" y="58"/>
                      <a:pt x="29" y="58"/>
                    </a:cubicBezTo>
                    <a:cubicBezTo>
                      <a:pt x="43" y="58"/>
                      <a:pt x="43" y="58"/>
                      <a:pt x="43" y="58"/>
                    </a:cubicBezTo>
                    <a:cubicBezTo>
                      <a:pt x="57" y="72"/>
                      <a:pt x="57" y="72"/>
                      <a:pt x="57" y="72"/>
                    </a:cubicBezTo>
                    <a:cubicBezTo>
                      <a:pt x="71" y="58"/>
                      <a:pt x="71" y="58"/>
                      <a:pt x="71" y="58"/>
                    </a:cubicBezTo>
                    <a:cubicBezTo>
                      <a:pt x="226" y="58"/>
                      <a:pt x="226" y="58"/>
                      <a:pt x="226" y="58"/>
                    </a:cubicBezTo>
                    <a:cubicBezTo>
                      <a:pt x="242" y="58"/>
                      <a:pt x="255" y="45"/>
                      <a:pt x="255" y="29"/>
                    </a:cubicBezTo>
                    <a:cubicBezTo>
                      <a:pt x="255" y="13"/>
                      <a:pt x="242" y="0"/>
                      <a:pt x="226" y="0"/>
                    </a:cubicBezTo>
                    <a:close/>
                  </a:path>
                </a:pathLst>
              </a:custGeom>
              <a:solidFill>
                <a:srgbClr val="9570EE">
                  <a:alpha val="100000"/>
                </a:srgbClr>
              </a:solidFill>
              <a:ln>
                <a:headEnd type="none"/>
                <a:tailEnd type="none"/>
              </a:ln>
            </p:spPr>
          </p:sp>
          <p:sp>
            <p:nvSpPr>
              <p:cNvPr id="124" name="AutoShape 124"/>
              <p:cNvSpPr/>
              <p:nvPr/>
            </p:nvSpPr>
            <p:spPr>
              <a:xfrm>
                <a:off x="4625976" y="1587500"/>
                <a:ext cx="982663" cy="42863"/>
              </a:xfrm>
              <a:custGeom>
                <a:avLst/>
                <a:gdLst/>
                <a:ahLst/>
                <a:cxnLst/>
                <a:rect l="l" t="t" r="r" b="b"/>
                <a:pathLst>
                  <a:path w="137" h="6">
                    <a:moveTo>
                      <a:pt x="134" y="6"/>
                    </a:moveTo>
                    <a:cubicBezTo>
                      <a:pt x="4" y="6"/>
                      <a:pt x="4" y="6"/>
                      <a:pt x="4" y="6"/>
                    </a:cubicBezTo>
                    <a:cubicBezTo>
                      <a:pt x="2" y="6"/>
                      <a:pt x="0" y="5"/>
                      <a:pt x="0" y="3"/>
                    </a:cubicBezTo>
                    <a:cubicBezTo>
                      <a:pt x="0" y="1"/>
                      <a:pt x="2" y="0"/>
                      <a:pt x="4" y="0"/>
                    </a:cubicBezTo>
                    <a:cubicBezTo>
                      <a:pt x="134" y="0"/>
                      <a:pt x="134" y="0"/>
                      <a:pt x="134" y="0"/>
                    </a:cubicBezTo>
                    <a:cubicBezTo>
                      <a:pt x="135" y="0"/>
                      <a:pt x="137" y="1"/>
                      <a:pt x="137" y="3"/>
                    </a:cubicBezTo>
                    <a:cubicBezTo>
                      <a:pt x="137" y="5"/>
                      <a:pt x="135" y="6"/>
                      <a:pt x="134" y="6"/>
                    </a:cubicBezTo>
                    <a:close/>
                  </a:path>
                </a:pathLst>
              </a:custGeom>
              <a:solidFill>
                <a:srgbClr val="FFFFFF">
                  <a:alpha val="100000"/>
                </a:srgbClr>
              </a:solidFill>
              <a:ln>
                <a:headEnd type="none"/>
                <a:tailEnd type="none"/>
              </a:ln>
            </p:spPr>
          </p:sp>
          <p:sp>
            <p:nvSpPr>
              <p:cNvPr id="125" name="AutoShape 125"/>
              <p:cNvSpPr/>
              <p:nvPr/>
            </p:nvSpPr>
            <p:spPr>
              <a:xfrm>
                <a:off x="4625976" y="1458913"/>
                <a:ext cx="688975" cy="42863"/>
              </a:xfrm>
              <a:custGeom>
                <a:avLst/>
                <a:gdLst/>
                <a:ahLst/>
                <a:cxnLst/>
                <a:rect l="l" t="t" r="r" b="b"/>
                <a:pathLst>
                  <a:path w="96" h="6">
                    <a:moveTo>
                      <a:pt x="93" y="6"/>
                    </a:moveTo>
                    <a:cubicBezTo>
                      <a:pt x="4" y="6"/>
                      <a:pt x="4" y="6"/>
                      <a:pt x="4" y="6"/>
                    </a:cubicBezTo>
                    <a:cubicBezTo>
                      <a:pt x="2" y="6"/>
                      <a:pt x="0" y="5"/>
                      <a:pt x="0" y="3"/>
                    </a:cubicBezTo>
                    <a:cubicBezTo>
                      <a:pt x="0" y="1"/>
                      <a:pt x="2" y="0"/>
                      <a:pt x="4" y="0"/>
                    </a:cubicBezTo>
                    <a:cubicBezTo>
                      <a:pt x="93" y="0"/>
                      <a:pt x="93" y="0"/>
                      <a:pt x="93" y="0"/>
                    </a:cubicBezTo>
                    <a:cubicBezTo>
                      <a:pt x="95" y="0"/>
                      <a:pt x="96" y="1"/>
                      <a:pt x="96" y="3"/>
                    </a:cubicBezTo>
                    <a:cubicBezTo>
                      <a:pt x="96" y="5"/>
                      <a:pt x="95" y="6"/>
                      <a:pt x="93" y="6"/>
                    </a:cubicBezTo>
                    <a:close/>
                  </a:path>
                </a:pathLst>
              </a:custGeom>
              <a:solidFill>
                <a:srgbClr val="FFFFFF">
                  <a:alpha val="100000"/>
                </a:srgbClr>
              </a:solidFill>
              <a:ln>
                <a:headEnd type="none"/>
                <a:tailEnd type="none"/>
              </a:ln>
            </p:spPr>
          </p:sp>
          <p:sp>
            <p:nvSpPr>
              <p:cNvPr id="126" name="AutoShape 126"/>
              <p:cNvSpPr/>
              <p:nvPr/>
            </p:nvSpPr>
            <p:spPr>
              <a:xfrm>
                <a:off x="7894638" y="3959225"/>
                <a:ext cx="115888" cy="122238"/>
              </a:xfrm>
              <a:custGeom>
                <a:avLst/>
                <a:gdLst/>
                <a:ahLst/>
                <a:cxnLst/>
                <a:rect l="l" t="t" r="r" b="b"/>
                <a:pathLst>
                  <a:path w="16" h="17">
                    <a:moveTo>
                      <a:pt x="4" y="5"/>
                    </a:moveTo>
                    <a:cubicBezTo>
                      <a:pt x="4" y="5"/>
                      <a:pt x="2" y="12"/>
                      <a:pt x="0" y="17"/>
                    </a:cubicBezTo>
                    <a:cubicBezTo>
                      <a:pt x="0" y="17"/>
                      <a:pt x="12" y="16"/>
                      <a:pt x="16" y="11"/>
                    </a:cubicBezTo>
                    <a:cubicBezTo>
                      <a:pt x="12" y="0"/>
                      <a:pt x="12" y="0"/>
                      <a:pt x="12" y="0"/>
                    </a:cubicBezTo>
                    <a:lnTo>
                      <a:pt x="4" y="5"/>
                    </a:lnTo>
                    <a:close/>
                  </a:path>
                </a:pathLst>
              </a:custGeom>
              <a:solidFill>
                <a:srgbClr val="F7D3A9">
                  <a:alpha val="100000"/>
                </a:srgbClr>
              </a:solidFill>
              <a:ln>
                <a:headEnd type="none"/>
                <a:tailEnd type="none"/>
              </a:ln>
            </p:spPr>
          </p:sp>
          <p:sp>
            <p:nvSpPr>
              <p:cNvPr id="127" name="AutoShape 127"/>
              <p:cNvSpPr/>
              <p:nvPr/>
            </p:nvSpPr>
            <p:spPr>
              <a:xfrm>
                <a:off x="7908926" y="5407025"/>
                <a:ext cx="57150" cy="42863"/>
              </a:xfrm>
              <a:custGeom>
                <a:avLst/>
                <a:gdLst/>
                <a:ahLst/>
                <a:cxnLst/>
                <a:rect l="l" t="t" r="r" b="b"/>
                <a:pathLst>
                  <a:path w="36" h="27">
                    <a:moveTo>
                      <a:pt x="0" y="4"/>
                    </a:moveTo>
                    <a:lnTo>
                      <a:pt x="5" y="22"/>
                    </a:lnTo>
                    <a:lnTo>
                      <a:pt x="36" y="27"/>
                    </a:lnTo>
                    <a:lnTo>
                      <a:pt x="32" y="0"/>
                    </a:lnTo>
                    <a:lnTo>
                      <a:pt x="0" y="4"/>
                    </a:lnTo>
                    <a:close/>
                  </a:path>
                </a:pathLst>
              </a:custGeom>
              <a:solidFill>
                <a:srgbClr val="F79A74">
                  <a:alpha val="100000"/>
                </a:srgbClr>
              </a:solidFill>
              <a:ln>
                <a:headEnd type="none"/>
                <a:tailEnd type="none"/>
              </a:ln>
            </p:spPr>
          </p:sp>
          <p:sp>
            <p:nvSpPr>
              <p:cNvPr id="128" name="AutoShape 128"/>
              <p:cNvSpPr/>
              <p:nvPr/>
            </p:nvSpPr>
            <p:spPr>
              <a:xfrm>
                <a:off x="7837488" y="5441950"/>
                <a:ext cx="136525" cy="50800"/>
              </a:xfrm>
              <a:custGeom>
                <a:avLst/>
                <a:gdLst/>
                <a:ahLst/>
                <a:cxnLst/>
                <a:rect l="l" t="t" r="r" b="b"/>
                <a:pathLst>
                  <a:path w="19" h="7">
                    <a:moveTo>
                      <a:pt x="11" y="0"/>
                    </a:moveTo>
                    <a:cubicBezTo>
                      <a:pt x="11" y="0"/>
                      <a:pt x="0" y="6"/>
                      <a:pt x="1" y="7"/>
                    </a:cubicBezTo>
                    <a:cubicBezTo>
                      <a:pt x="1" y="7"/>
                      <a:pt x="19" y="5"/>
                      <a:pt x="19" y="5"/>
                    </a:cubicBezTo>
                    <a:cubicBezTo>
                      <a:pt x="18" y="1"/>
                      <a:pt x="18" y="1"/>
                      <a:pt x="18" y="1"/>
                    </a:cubicBezTo>
                    <a:lnTo>
                      <a:pt x="11" y="0"/>
                    </a:lnTo>
                    <a:close/>
                  </a:path>
                </a:pathLst>
              </a:custGeom>
              <a:solidFill>
                <a:srgbClr val="544DB8">
                  <a:alpha val="100000"/>
                </a:srgbClr>
              </a:solidFill>
              <a:ln>
                <a:headEnd type="none"/>
                <a:tailEnd type="none"/>
              </a:ln>
            </p:spPr>
          </p:sp>
          <p:sp>
            <p:nvSpPr>
              <p:cNvPr id="129" name="AutoShape 129"/>
              <p:cNvSpPr/>
              <p:nvPr/>
            </p:nvSpPr>
            <p:spPr>
              <a:xfrm>
                <a:off x="8310563" y="5327650"/>
                <a:ext cx="57150" cy="50800"/>
              </a:xfrm>
              <a:custGeom>
                <a:avLst/>
                <a:gdLst/>
                <a:ahLst/>
                <a:cxnLst/>
                <a:rect l="l" t="t" r="r" b="b"/>
                <a:pathLst>
                  <a:path w="36" h="32">
                    <a:moveTo>
                      <a:pt x="0" y="14"/>
                    </a:moveTo>
                    <a:lnTo>
                      <a:pt x="9" y="32"/>
                    </a:lnTo>
                    <a:lnTo>
                      <a:pt x="36" y="23"/>
                    </a:lnTo>
                    <a:lnTo>
                      <a:pt x="23" y="0"/>
                    </a:lnTo>
                    <a:lnTo>
                      <a:pt x="0" y="14"/>
                    </a:lnTo>
                    <a:close/>
                  </a:path>
                </a:pathLst>
              </a:custGeom>
              <a:solidFill>
                <a:srgbClr val="F79A74">
                  <a:alpha val="100000"/>
                </a:srgbClr>
              </a:solidFill>
              <a:ln>
                <a:headEnd type="none"/>
                <a:tailEnd type="none"/>
              </a:ln>
            </p:spPr>
          </p:sp>
          <p:sp>
            <p:nvSpPr>
              <p:cNvPr id="130" name="AutoShape 130"/>
              <p:cNvSpPr/>
              <p:nvPr/>
            </p:nvSpPr>
            <p:spPr>
              <a:xfrm>
                <a:off x="8267701" y="5364163"/>
                <a:ext cx="122238" cy="77788"/>
              </a:xfrm>
              <a:custGeom>
                <a:avLst/>
                <a:gdLst/>
                <a:ahLst/>
                <a:cxnLst/>
                <a:rect l="l" t="t" r="r" b="b"/>
                <a:pathLst>
                  <a:path w="77" h="49">
                    <a:moveTo>
                      <a:pt x="36" y="9"/>
                    </a:moveTo>
                    <a:lnTo>
                      <a:pt x="0" y="49"/>
                    </a:lnTo>
                    <a:lnTo>
                      <a:pt x="77" y="13"/>
                    </a:lnTo>
                    <a:lnTo>
                      <a:pt x="63" y="0"/>
                    </a:lnTo>
                    <a:lnTo>
                      <a:pt x="36" y="9"/>
                    </a:lnTo>
                    <a:close/>
                  </a:path>
                </a:pathLst>
              </a:custGeom>
              <a:solidFill>
                <a:srgbClr val="544DB8">
                  <a:alpha val="100000"/>
                </a:srgbClr>
              </a:solidFill>
              <a:ln>
                <a:headEnd type="none"/>
                <a:tailEnd type="none"/>
              </a:ln>
            </p:spPr>
          </p:sp>
          <p:sp>
            <p:nvSpPr>
              <p:cNvPr id="131" name="AutoShape 131"/>
              <p:cNvSpPr/>
              <p:nvPr/>
            </p:nvSpPr>
            <p:spPr>
              <a:xfrm>
                <a:off x="7686676" y="4554538"/>
                <a:ext cx="315913" cy="866775"/>
              </a:xfrm>
              <a:custGeom>
                <a:avLst/>
                <a:gdLst/>
                <a:ahLst/>
                <a:cxnLst/>
                <a:rect l="l" t="t" r="r" b="b"/>
                <a:pathLst>
                  <a:path w="44" h="120">
                    <a:moveTo>
                      <a:pt x="19" y="1"/>
                    </a:moveTo>
                    <a:cubicBezTo>
                      <a:pt x="19" y="1"/>
                      <a:pt x="0" y="62"/>
                      <a:pt x="30" y="121"/>
                    </a:cubicBezTo>
                    <a:cubicBezTo>
                      <a:pt x="39" y="121"/>
                      <a:pt x="39" y="121"/>
                      <a:pt x="39" y="121"/>
                    </a:cubicBezTo>
                    <a:cubicBezTo>
                      <a:pt x="39" y="121"/>
                      <a:pt x="21" y="54"/>
                      <a:pt x="44" y="0"/>
                    </a:cubicBezTo>
                    <a:lnTo>
                      <a:pt x="19" y="1"/>
                    </a:lnTo>
                    <a:close/>
                  </a:path>
                </a:pathLst>
              </a:custGeom>
              <a:solidFill>
                <a:srgbClr val="FFC240">
                  <a:alpha val="100000"/>
                </a:srgbClr>
              </a:solidFill>
              <a:ln>
                <a:headEnd type="none"/>
                <a:tailEnd type="none"/>
              </a:ln>
            </p:spPr>
          </p:sp>
          <p:sp>
            <p:nvSpPr>
              <p:cNvPr id="132" name="AutoShape 132"/>
              <p:cNvSpPr/>
              <p:nvPr/>
            </p:nvSpPr>
            <p:spPr>
              <a:xfrm>
                <a:off x="7945438" y="4511675"/>
                <a:ext cx="422275" cy="852488"/>
              </a:xfrm>
              <a:custGeom>
                <a:avLst/>
                <a:gdLst/>
                <a:ahLst/>
                <a:cxnLst/>
                <a:rect l="l" t="t" r="r" b="b"/>
                <a:pathLst>
                  <a:path w="59" h="119">
                    <a:moveTo>
                      <a:pt x="0" y="9"/>
                    </a:moveTo>
                    <a:cubicBezTo>
                      <a:pt x="0" y="9"/>
                      <a:pt x="2" y="73"/>
                      <a:pt x="50" y="119"/>
                    </a:cubicBezTo>
                    <a:cubicBezTo>
                      <a:pt x="59" y="116"/>
                      <a:pt x="59" y="116"/>
                      <a:pt x="59" y="116"/>
                    </a:cubicBezTo>
                    <a:cubicBezTo>
                      <a:pt x="59" y="116"/>
                      <a:pt x="20" y="59"/>
                      <a:pt x="22" y="0"/>
                    </a:cubicBezTo>
                    <a:lnTo>
                      <a:pt x="0" y="9"/>
                    </a:lnTo>
                    <a:close/>
                  </a:path>
                </a:pathLst>
              </a:custGeom>
              <a:solidFill>
                <a:srgbClr val="FFC240">
                  <a:alpha val="100000"/>
                </a:srgbClr>
              </a:solidFill>
              <a:ln>
                <a:headEnd type="none"/>
                <a:tailEnd type="none"/>
              </a:ln>
            </p:spPr>
          </p:sp>
          <p:sp>
            <p:nvSpPr>
              <p:cNvPr id="133" name="AutoShape 133"/>
              <p:cNvSpPr/>
              <p:nvPr/>
            </p:nvSpPr>
            <p:spPr>
              <a:xfrm>
                <a:off x="7808913" y="3471863"/>
                <a:ext cx="71438" cy="85725"/>
              </a:xfrm>
              <a:custGeom>
                <a:avLst/>
                <a:gdLst/>
                <a:ahLst/>
                <a:cxnLst/>
                <a:rect l="l" t="t" r="r" b="b"/>
                <a:pathLst>
                  <a:path w="10" h="12">
                    <a:moveTo>
                      <a:pt x="10" y="9"/>
                    </a:moveTo>
                    <a:cubicBezTo>
                      <a:pt x="10" y="6"/>
                      <a:pt x="10" y="6"/>
                      <a:pt x="10" y="6"/>
                    </a:cubicBezTo>
                    <a:cubicBezTo>
                      <a:pt x="10" y="5"/>
                      <a:pt x="10" y="5"/>
                      <a:pt x="10" y="5"/>
                    </a:cubicBezTo>
                    <a:cubicBezTo>
                      <a:pt x="9" y="2"/>
                      <a:pt x="9" y="2"/>
                      <a:pt x="9" y="2"/>
                    </a:cubicBezTo>
                    <a:cubicBezTo>
                      <a:pt x="7" y="3"/>
                      <a:pt x="7" y="3"/>
                      <a:pt x="7" y="3"/>
                    </a:cubicBezTo>
                    <a:cubicBezTo>
                      <a:pt x="5" y="1"/>
                      <a:pt x="5" y="1"/>
                      <a:pt x="5" y="1"/>
                    </a:cubicBezTo>
                    <a:cubicBezTo>
                      <a:pt x="4" y="0"/>
                      <a:pt x="2" y="0"/>
                      <a:pt x="2" y="1"/>
                    </a:cubicBezTo>
                    <a:cubicBezTo>
                      <a:pt x="1" y="3"/>
                      <a:pt x="0" y="5"/>
                      <a:pt x="0" y="6"/>
                    </a:cubicBezTo>
                    <a:cubicBezTo>
                      <a:pt x="0" y="7"/>
                      <a:pt x="0" y="7"/>
                      <a:pt x="1" y="8"/>
                    </a:cubicBezTo>
                    <a:cubicBezTo>
                      <a:pt x="4" y="11"/>
                      <a:pt x="4" y="11"/>
                      <a:pt x="4" y="11"/>
                    </a:cubicBezTo>
                    <a:cubicBezTo>
                      <a:pt x="4" y="12"/>
                      <a:pt x="5" y="12"/>
                      <a:pt x="6" y="12"/>
                    </a:cubicBezTo>
                    <a:cubicBezTo>
                      <a:pt x="9" y="11"/>
                      <a:pt x="9" y="11"/>
                      <a:pt x="9" y="11"/>
                    </a:cubicBezTo>
                    <a:cubicBezTo>
                      <a:pt x="9" y="11"/>
                      <a:pt x="10" y="10"/>
                      <a:pt x="10" y="9"/>
                    </a:cubicBezTo>
                    <a:close/>
                  </a:path>
                </a:pathLst>
              </a:custGeom>
              <a:solidFill>
                <a:srgbClr val="F79A74">
                  <a:alpha val="100000"/>
                </a:srgbClr>
              </a:solidFill>
              <a:ln>
                <a:headEnd type="none"/>
                <a:tailEnd type="none"/>
              </a:ln>
            </p:spPr>
          </p:sp>
          <p:sp>
            <p:nvSpPr>
              <p:cNvPr id="134" name="AutoShape 134"/>
              <p:cNvSpPr/>
              <p:nvPr/>
            </p:nvSpPr>
            <p:spPr>
              <a:xfrm>
                <a:off x="7816851" y="3543300"/>
                <a:ext cx="322263" cy="731838"/>
              </a:xfrm>
              <a:custGeom>
                <a:avLst/>
                <a:gdLst/>
                <a:ahLst/>
                <a:cxnLst/>
                <a:rect l="l" t="t" r="r" b="b"/>
                <a:pathLst>
                  <a:path w="45" h="102">
                    <a:moveTo>
                      <a:pt x="41" y="82"/>
                    </a:moveTo>
                    <a:cubicBezTo>
                      <a:pt x="41" y="82"/>
                      <a:pt x="17" y="56"/>
                      <a:pt x="15" y="46"/>
                    </a:cubicBezTo>
                    <a:cubicBezTo>
                      <a:pt x="14" y="36"/>
                      <a:pt x="10" y="0"/>
                      <a:pt x="10" y="0"/>
                    </a:cubicBezTo>
                    <a:cubicBezTo>
                      <a:pt x="2" y="1"/>
                      <a:pt x="2" y="1"/>
                      <a:pt x="2" y="1"/>
                    </a:cubicBezTo>
                    <a:cubicBezTo>
                      <a:pt x="2" y="1"/>
                      <a:pt x="0" y="54"/>
                      <a:pt x="2" y="60"/>
                    </a:cubicBezTo>
                    <a:cubicBezTo>
                      <a:pt x="4" y="66"/>
                      <a:pt x="19" y="96"/>
                      <a:pt x="29" y="99"/>
                    </a:cubicBezTo>
                    <a:cubicBezTo>
                      <a:pt x="38" y="102"/>
                      <a:pt x="45" y="93"/>
                      <a:pt x="41" y="82"/>
                    </a:cubicBezTo>
                    <a:close/>
                  </a:path>
                </a:pathLst>
              </a:custGeom>
              <a:solidFill>
                <a:srgbClr val="FF4F72">
                  <a:alpha val="100000"/>
                </a:srgbClr>
              </a:solidFill>
              <a:ln>
                <a:headEnd type="none"/>
                <a:tailEnd type="none"/>
              </a:ln>
            </p:spPr>
          </p:sp>
          <p:sp>
            <p:nvSpPr>
              <p:cNvPr id="135" name="AutoShape 135"/>
              <p:cNvSpPr/>
              <p:nvPr/>
            </p:nvSpPr>
            <p:spPr>
              <a:xfrm>
                <a:off x="7831138" y="3744913"/>
                <a:ext cx="222250" cy="279400"/>
              </a:xfrm>
              <a:custGeom>
                <a:avLst/>
                <a:gdLst/>
                <a:ahLst/>
                <a:cxnLst/>
                <a:rect l="l" t="t" r="r" b="b"/>
                <a:pathLst>
                  <a:path w="31" h="39">
                    <a:moveTo>
                      <a:pt x="5" y="11"/>
                    </a:moveTo>
                    <a:cubicBezTo>
                      <a:pt x="5" y="11"/>
                      <a:pt x="0" y="29"/>
                      <a:pt x="3" y="34"/>
                    </a:cubicBezTo>
                    <a:cubicBezTo>
                      <a:pt x="7" y="39"/>
                      <a:pt x="20" y="34"/>
                      <a:pt x="25" y="27"/>
                    </a:cubicBezTo>
                    <a:cubicBezTo>
                      <a:pt x="30" y="20"/>
                      <a:pt x="31" y="3"/>
                      <a:pt x="22" y="2"/>
                    </a:cubicBezTo>
                    <a:cubicBezTo>
                      <a:pt x="14" y="0"/>
                      <a:pt x="7" y="4"/>
                      <a:pt x="5" y="11"/>
                    </a:cubicBezTo>
                    <a:close/>
                  </a:path>
                </a:pathLst>
              </a:custGeom>
              <a:solidFill>
                <a:srgbClr val="F79A74">
                  <a:alpha val="100000"/>
                </a:srgbClr>
              </a:solidFill>
              <a:ln>
                <a:headEnd type="none"/>
                <a:tailEnd type="none"/>
              </a:ln>
            </p:spPr>
          </p:sp>
          <p:sp>
            <p:nvSpPr>
              <p:cNvPr id="136" name="AutoShape 136"/>
              <p:cNvSpPr/>
              <p:nvPr/>
            </p:nvSpPr>
            <p:spPr>
              <a:xfrm>
                <a:off x="7737476" y="4030663"/>
                <a:ext cx="401638" cy="566738"/>
              </a:xfrm>
              <a:custGeom>
                <a:avLst/>
                <a:gdLst/>
                <a:ahLst/>
                <a:cxnLst/>
                <a:rect l="l" t="t" r="r" b="b"/>
                <a:pathLst>
                  <a:path w="56" h="79">
                    <a:moveTo>
                      <a:pt x="51" y="79"/>
                    </a:moveTo>
                    <a:cubicBezTo>
                      <a:pt x="51" y="79"/>
                      <a:pt x="56" y="26"/>
                      <a:pt x="56" y="11"/>
                    </a:cubicBezTo>
                    <a:cubicBezTo>
                      <a:pt x="56" y="11"/>
                      <a:pt x="56" y="10"/>
                      <a:pt x="56" y="9"/>
                    </a:cubicBezTo>
                    <a:cubicBezTo>
                      <a:pt x="53" y="0"/>
                      <a:pt x="44" y="0"/>
                      <a:pt x="40" y="1"/>
                    </a:cubicBezTo>
                    <a:cubicBezTo>
                      <a:pt x="36" y="2"/>
                      <a:pt x="22" y="6"/>
                      <a:pt x="22" y="7"/>
                    </a:cubicBezTo>
                    <a:cubicBezTo>
                      <a:pt x="22" y="7"/>
                      <a:pt x="22" y="7"/>
                      <a:pt x="22" y="7"/>
                    </a:cubicBezTo>
                    <a:cubicBezTo>
                      <a:pt x="17" y="10"/>
                      <a:pt x="13" y="15"/>
                      <a:pt x="13" y="16"/>
                    </a:cubicBezTo>
                    <a:cubicBezTo>
                      <a:pt x="13" y="16"/>
                      <a:pt x="0" y="43"/>
                      <a:pt x="11" y="76"/>
                    </a:cubicBezTo>
                    <a:lnTo>
                      <a:pt x="51" y="79"/>
                    </a:lnTo>
                    <a:close/>
                  </a:path>
                </a:pathLst>
              </a:custGeom>
              <a:solidFill>
                <a:srgbClr val="FF4F72">
                  <a:alpha val="100000"/>
                </a:srgbClr>
              </a:solidFill>
              <a:ln>
                <a:headEnd type="none"/>
                <a:tailEnd type="none"/>
              </a:ln>
            </p:spPr>
          </p:sp>
          <p:sp>
            <p:nvSpPr>
              <p:cNvPr id="137" name="AutoShape 137"/>
              <p:cNvSpPr/>
              <p:nvPr/>
            </p:nvSpPr>
            <p:spPr>
              <a:xfrm>
                <a:off x="7529513" y="3500438"/>
                <a:ext cx="71438" cy="85725"/>
              </a:xfrm>
              <a:custGeom>
                <a:avLst/>
                <a:gdLst/>
                <a:ahLst/>
                <a:cxnLst/>
                <a:rect l="l" t="t" r="r" b="b"/>
                <a:pathLst>
                  <a:path w="10" h="12">
                    <a:moveTo>
                      <a:pt x="10" y="8"/>
                    </a:moveTo>
                    <a:cubicBezTo>
                      <a:pt x="10" y="4"/>
                      <a:pt x="10" y="4"/>
                      <a:pt x="10" y="4"/>
                    </a:cubicBezTo>
                    <a:cubicBezTo>
                      <a:pt x="9" y="4"/>
                      <a:pt x="9" y="4"/>
                      <a:pt x="9" y="4"/>
                    </a:cubicBezTo>
                    <a:cubicBezTo>
                      <a:pt x="8" y="1"/>
                      <a:pt x="8" y="1"/>
                      <a:pt x="8" y="1"/>
                    </a:cubicBezTo>
                    <a:cubicBezTo>
                      <a:pt x="6" y="2"/>
                      <a:pt x="6" y="2"/>
                      <a:pt x="6" y="2"/>
                    </a:cubicBezTo>
                    <a:cubicBezTo>
                      <a:pt x="4" y="1"/>
                      <a:pt x="4" y="1"/>
                      <a:pt x="4" y="1"/>
                    </a:cubicBezTo>
                    <a:cubicBezTo>
                      <a:pt x="3" y="0"/>
                      <a:pt x="1" y="1"/>
                      <a:pt x="1" y="2"/>
                    </a:cubicBezTo>
                    <a:cubicBezTo>
                      <a:pt x="0" y="3"/>
                      <a:pt x="0" y="5"/>
                      <a:pt x="0" y="7"/>
                    </a:cubicBezTo>
                    <a:cubicBezTo>
                      <a:pt x="0" y="7"/>
                      <a:pt x="0" y="8"/>
                      <a:pt x="1" y="8"/>
                    </a:cubicBezTo>
                    <a:cubicBezTo>
                      <a:pt x="5" y="11"/>
                      <a:pt x="5" y="11"/>
                      <a:pt x="5" y="11"/>
                    </a:cubicBezTo>
                    <a:cubicBezTo>
                      <a:pt x="5" y="12"/>
                      <a:pt x="6" y="12"/>
                      <a:pt x="7" y="11"/>
                    </a:cubicBezTo>
                    <a:cubicBezTo>
                      <a:pt x="9" y="10"/>
                      <a:pt x="9" y="10"/>
                      <a:pt x="9" y="10"/>
                    </a:cubicBezTo>
                    <a:cubicBezTo>
                      <a:pt x="10" y="10"/>
                      <a:pt x="10" y="9"/>
                      <a:pt x="10" y="8"/>
                    </a:cubicBezTo>
                    <a:close/>
                  </a:path>
                </a:pathLst>
              </a:custGeom>
              <a:solidFill>
                <a:srgbClr val="F79A74">
                  <a:alpha val="100000"/>
                </a:srgbClr>
              </a:solidFill>
              <a:ln>
                <a:headEnd type="none"/>
                <a:tailEnd type="none"/>
              </a:ln>
            </p:spPr>
          </p:sp>
          <p:sp>
            <p:nvSpPr>
              <p:cNvPr id="138" name="AutoShape 138"/>
              <p:cNvSpPr/>
              <p:nvPr/>
            </p:nvSpPr>
            <p:spPr>
              <a:xfrm>
                <a:off x="7558088" y="3557588"/>
                <a:ext cx="415925" cy="688975"/>
              </a:xfrm>
              <a:custGeom>
                <a:avLst/>
                <a:gdLst/>
                <a:ahLst/>
                <a:cxnLst/>
                <a:rect l="l" t="t" r="r" b="b"/>
                <a:pathLst>
                  <a:path w="57" h="96">
                    <a:moveTo>
                      <a:pt x="53" y="76"/>
                    </a:moveTo>
                    <a:cubicBezTo>
                      <a:pt x="53" y="76"/>
                      <a:pt x="24" y="55"/>
                      <a:pt x="21" y="45"/>
                    </a:cubicBezTo>
                    <a:cubicBezTo>
                      <a:pt x="17" y="36"/>
                      <a:pt x="7" y="0"/>
                      <a:pt x="7" y="0"/>
                    </a:cubicBezTo>
                    <a:cubicBezTo>
                      <a:pt x="0" y="3"/>
                      <a:pt x="0" y="3"/>
                      <a:pt x="0" y="3"/>
                    </a:cubicBezTo>
                    <a:cubicBezTo>
                      <a:pt x="0" y="3"/>
                      <a:pt x="7" y="55"/>
                      <a:pt x="10" y="61"/>
                    </a:cubicBezTo>
                    <a:cubicBezTo>
                      <a:pt x="13" y="66"/>
                      <a:pt x="33" y="94"/>
                      <a:pt x="43" y="95"/>
                    </a:cubicBezTo>
                    <a:cubicBezTo>
                      <a:pt x="53" y="96"/>
                      <a:pt x="58" y="85"/>
                      <a:pt x="53" y="76"/>
                    </a:cubicBezTo>
                    <a:close/>
                  </a:path>
                </a:pathLst>
              </a:custGeom>
              <a:solidFill>
                <a:srgbClr val="FF4F72">
                  <a:alpha val="100000"/>
                </a:srgbClr>
              </a:solidFill>
              <a:ln>
                <a:headEnd type="none"/>
                <a:tailEnd type="none"/>
              </a:ln>
            </p:spPr>
          </p:sp>
          <p:sp>
            <p:nvSpPr>
              <p:cNvPr id="139" name="AutoShape 139"/>
              <p:cNvSpPr/>
              <p:nvPr/>
            </p:nvSpPr>
            <p:spPr>
              <a:xfrm>
                <a:off x="7788276" y="3708400"/>
                <a:ext cx="565150" cy="995363"/>
              </a:xfrm>
              <a:custGeom>
                <a:avLst/>
                <a:gdLst/>
                <a:ahLst/>
                <a:cxnLst/>
                <a:rect l="l" t="t" r="r" b="b"/>
                <a:pathLst>
                  <a:path w="79" h="139">
                    <a:moveTo>
                      <a:pt x="32" y="6"/>
                    </a:moveTo>
                    <a:cubicBezTo>
                      <a:pt x="32" y="6"/>
                      <a:pt x="17" y="0"/>
                      <a:pt x="10" y="13"/>
                    </a:cubicBezTo>
                    <a:cubicBezTo>
                      <a:pt x="6" y="21"/>
                      <a:pt x="18" y="13"/>
                      <a:pt x="20" y="16"/>
                    </a:cubicBezTo>
                    <a:cubicBezTo>
                      <a:pt x="23" y="19"/>
                      <a:pt x="17" y="24"/>
                      <a:pt x="19" y="26"/>
                    </a:cubicBezTo>
                    <a:cubicBezTo>
                      <a:pt x="20" y="27"/>
                      <a:pt x="23" y="22"/>
                      <a:pt x="24" y="25"/>
                    </a:cubicBezTo>
                    <a:cubicBezTo>
                      <a:pt x="26" y="28"/>
                      <a:pt x="22" y="29"/>
                      <a:pt x="20" y="32"/>
                    </a:cubicBezTo>
                    <a:cubicBezTo>
                      <a:pt x="17" y="35"/>
                      <a:pt x="22" y="40"/>
                      <a:pt x="18" y="43"/>
                    </a:cubicBezTo>
                    <a:cubicBezTo>
                      <a:pt x="14" y="46"/>
                      <a:pt x="4" y="48"/>
                      <a:pt x="10" y="64"/>
                    </a:cubicBezTo>
                    <a:cubicBezTo>
                      <a:pt x="17" y="80"/>
                      <a:pt x="0" y="84"/>
                      <a:pt x="7" y="106"/>
                    </a:cubicBezTo>
                    <a:cubicBezTo>
                      <a:pt x="14" y="127"/>
                      <a:pt x="62" y="139"/>
                      <a:pt x="70" y="114"/>
                    </a:cubicBezTo>
                    <a:cubicBezTo>
                      <a:pt x="79" y="88"/>
                      <a:pt x="50" y="82"/>
                      <a:pt x="52" y="70"/>
                    </a:cubicBezTo>
                    <a:cubicBezTo>
                      <a:pt x="53" y="59"/>
                      <a:pt x="60" y="56"/>
                      <a:pt x="51" y="44"/>
                    </a:cubicBezTo>
                    <a:cubicBezTo>
                      <a:pt x="42" y="33"/>
                      <a:pt x="37" y="26"/>
                      <a:pt x="39" y="19"/>
                    </a:cubicBezTo>
                    <a:cubicBezTo>
                      <a:pt x="42" y="12"/>
                      <a:pt x="35" y="6"/>
                      <a:pt x="32" y="6"/>
                    </a:cubicBezTo>
                    <a:close/>
                  </a:path>
                </a:pathLst>
              </a:custGeom>
              <a:solidFill>
                <a:srgbClr val="544DB8">
                  <a:alpha val="100000"/>
                </a:srgbClr>
              </a:solidFill>
              <a:ln>
                <a:headEnd type="none"/>
                <a:tailEnd type="none"/>
              </a:ln>
            </p:spPr>
          </p:sp>
          <p:sp>
            <p:nvSpPr>
              <p:cNvPr id="140" name="AutoShape 140"/>
              <p:cNvSpPr/>
              <p:nvPr/>
            </p:nvSpPr>
            <p:spPr>
              <a:xfrm>
                <a:off x="8074026" y="3113088"/>
                <a:ext cx="458788" cy="458788"/>
              </a:xfrm>
              <a:custGeom>
                <a:avLst/>
                <a:gdLst/>
                <a:ahLst/>
                <a:cxnLst/>
                <a:rect l="l" t="t" r="r" b="b"/>
                <a:pathLst>
                  <a:path w="64" h="64">
                    <a:moveTo>
                      <a:pt x="32" y="0"/>
                    </a:moveTo>
                    <a:cubicBezTo>
                      <a:pt x="14" y="0"/>
                      <a:pt x="0" y="15"/>
                      <a:pt x="0" y="32"/>
                    </a:cubicBezTo>
                    <a:cubicBezTo>
                      <a:pt x="0" y="50"/>
                      <a:pt x="14" y="64"/>
                      <a:pt x="32" y="64"/>
                    </a:cubicBezTo>
                    <a:cubicBezTo>
                      <a:pt x="49" y="64"/>
                      <a:pt x="64" y="50"/>
                      <a:pt x="64" y="32"/>
                    </a:cubicBezTo>
                    <a:cubicBezTo>
                      <a:pt x="64" y="15"/>
                      <a:pt x="49" y="0"/>
                      <a:pt x="32" y="0"/>
                    </a:cubicBezTo>
                    <a:close/>
                    <a:moveTo>
                      <a:pt x="16" y="30"/>
                    </a:moveTo>
                    <a:cubicBezTo>
                      <a:pt x="16" y="27"/>
                      <a:pt x="18" y="26"/>
                      <a:pt x="20" y="26"/>
                    </a:cubicBezTo>
                    <a:cubicBezTo>
                      <a:pt x="22" y="26"/>
                      <a:pt x="24" y="27"/>
                      <a:pt x="24" y="30"/>
                    </a:cubicBezTo>
                    <a:cubicBezTo>
                      <a:pt x="24" y="32"/>
                      <a:pt x="22" y="33"/>
                      <a:pt x="20" y="33"/>
                    </a:cubicBezTo>
                    <a:cubicBezTo>
                      <a:pt x="18" y="33"/>
                      <a:pt x="16" y="32"/>
                      <a:pt x="16" y="30"/>
                    </a:cubicBezTo>
                    <a:close/>
                    <a:moveTo>
                      <a:pt x="32" y="49"/>
                    </a:moveTo>
                    <a:cubicBezTo>
                      <a:pt x="27" y="49"/>
                      <a:pt x="23" y="46"/>
                      <a:pt x="22" y="41"/>
                    </a:cubicBezTo>
                    <a:cubicBezTo>
                      <a:pt x="42" y="41"/>
                      <a:pt x="42" y="41"/>
                      <a:pt x="42" y="41"/>
                    </a:cubicBezTo>
                    <a:cubicBezTo>
                      <a:pt x="41" y="46"/>
                      <a:pt x="37" y="49"/>
                      <a:pt x="32" y="49"/>
                    </a:cubicBezTo>
                    <a:close/>
                    <a:moveTo>
                      <a:pt x="44" y="33"/>
                    </a:moveTo>
                    <a:cubicBezTo>
                      <a:pt x="42" y="33"/>
                      <a:pt x="40" y="32"/>
                      <a:pt x="40" y="30"/>
                    </a:cubicBezTo>
                    <a:cubicBezTo>
                      <a:pt x="40" y="27"/>
                      <a:pt x="42" y="26"/>
                      <a:pt x="44" y="26"/>
                    </a:cubicBezTo>
                    <a:cubicBezTo>
                      <a:pt x="46" y="26"/>
                      <a:pt x="48" y="27"/>
                      <a:pt x="48" y="30"/>
                    </a:cubicBezTo>
                    <a:cubicBezTo>
                      <a:pt x="48" y="32"/>
                      <a:pt x="46" y="33"/>
                      <a:pt x="44" y="33"/>
                    </a:cubicBezTo>
                    <a:close/>
                  </a:path>
                </a:pathLst>
              </a:custGeom>
              <a:solidFill>
                <a:srgbClr val="FEC800">
                  <a:alpha val="100000"/>
                </a:srgbClr>
              </a:solidFill>
              <a:ln>
                <a:headEnd type="none"/>
                <a:tailEnd type="none"/>
              </a:ln>
            </p:spPr>
          </p:sp>
          <p:sp>
            <p:nvSpPr>
              <p:cNvPr id="141" name="AutoShape 141"/>
              <p:cNvSpPr/>
              <p:nvPr/>
            </p:nvSpPr>
            <p:spPr>
              <a:xfrm>
                <a:off x="4913313" y="4381500"/>
                <a:ext cx="2608263" cy="573088"/>
              </a:xfrm>
              <a:custGeom>
                <a:avLst/>
                <a:gdLst/>
                <a:ahLst/>
                <a:cxnLst/>
                <a:rect l="l" t="t" r="r" b="b"/>
                <a:pathLst>
                  <a:path w="1643" h="361">
                    <a:moveTo>
                      <a:pt x="9" y="361"/>
                    </a:moveTo>
                    <a:lnTo>
                      <a:pt x="0" y="348"/>
                    </a:lnTo>
                    <a:lnTo>
                      <a:pt x="230" y="235"/>
                    </a:lnTo>
                    <a:lnTo>
                      <a:pt x="515" y="240"/>
                    </a:lnTo>
                    <a:lnTo>
                      <a:pt x="826" y="122"/>
                    </a:lnTo>
                    <a:lnTo>
                      <a:pt x="1061" y="122"/>
                    </a:lnTo>
                    <a:lnTo>
                      <a:pt x="1318" y="36"/>
                    </a:lnTo>
                    <a:lnTo>
                      <a:pt x="1318" y="36"/>
                    </a:lnTo>
                    <a:lnTo>
                      <a:pt x="1522" y="59"/>
                    </a:lnTo>
                    <a:lnTo>
                      <a:pt x="1634" y="0"/>
                    </a:lnTo>
                    <a:lnTo>
                      <a:pt x="1643" y="18"/>
                    </a:lnTo>
                    <a:lnTo>
                      <a:pt x="1526" y="77"/>
                    </a:lnTo>
                    <a:lnTo>
                      <a:pt x="1522" y="77"/>
                    </a:lnTo>
                    <a:lnTo>
                      <a:pt x="1318" y="54"/>
                    </a:lnTo>
                    <a:lnTo>
                      <a:pt x="1065" y="140"/>
                    </a:lnTo>
                    <a:lnTo>
                      <a:pt x="826" y="140"/>
                    </a:lnTo>
                    <a:lnTo>
                      <a:pt x="519" y="258"/>
                    </a:lnTo>
                    <a:lnTo>
                      <a:pt x="515" y="258"/>
                    </a:lnTo>
                    <a:lnTo>
                      <a:pt x="235" y="253"/>
                    </a:lnTo>
                    <a:lnTo>
                      <a:pt x="9" y="361"/>
                    </a:lnTo>
                    <a:close/>
                  </a:path>
                </a:pathLst>
              </a:custGeom>
              <a:solidFill>
                <a:srgbClr val="F9FBFC">
                  <a:alpha val="100000"/>
                </a:srgbClr>
              </a:solidFill>
              <a:ln>
                <a:headEnd type="none"/>
                <a:tailEnd type="none"/>
              </a:ln>
            </p:spPr>
          </p:sp>
          <p:sp>
            <p:nvSpPr>
              <p:cNvPr id="142" name="AutoShape 142"/>
              <p:cNvSpPr/>
              <p:nvPr/>
            </p:nvSpPr>
            <p:spPr>
              <a:xfrm>
                <a:off x="6253163" y="4087813"/>
                <a:ext cx="552450" cy="1139825"/>
              </a:xfrm>
              <a:custGeom>
                <a:avLst/>
                <a:gdLst/>
                <a:ahLst/>
                <a:cxnLst/>
                <a:rect l="l" t="t" r="r" b="b"/>
                <a:pathLst>
                  <a:path w="77" h="159">
                    <a:moveTo>
                      <a:pt x="0" y="22"/>
                    </a:moveTo>
                    <a:cubicBezTo>
                      <a:pt x="0" y="22"/>
                      <a:pt x="49" y="102"/>
                      <a:pt x="43" y="159"/>
                    </a:cubicBezTo>
                    <a:cubicBezTo>
                      <a:pt x="77" y="159"/>
                      <a:pt x="77" y="159"/>
                      <a:pt x="77" y="159"/>
                    </a:cubicBezTo>
                    <a:cubicBezTo>
                      <a:pt x="63" y="151"/>
                      <a:pt x="63" y="151"/>
                      <a:pt x="63" y="151"/>
                    </a:cubicBezTo>
                    <a:cubicBezTo>
                      <a:pt x="67" y="150"/>
                      <a:pt x="67" y="150"/>
                      <a:pt x="67" y="150"/>
                    </a:cubicBezTo>
                    <a:cubicBezTo>
                      <a:pt x="67" y="150"/>
                      <a:pt x="54" y="63"/>
                      <a:pt x="43" y="32"/>
                    </a:cubicBezTo>
                    <a:cubicBezTo>
                      <a:pt x="30" y="0"/>
                      <a:pt x="27" y="12"/>
                      <a:pt x="27" y="12"/>
                    </a:cubicBezTo>
                    <a:lnTo>
                      <a:pt x="0" y="22"/>
                    </a:lnTo>
                    <a:close/>
                  </a:path>
                </a:pathLst>
              </a:custGeom>
              <a:solidFill>
                <a:srgbClr val="544DB8">
                  <a:alpha val="100000"/>
                </a:srgbClr>
              </a:solidFill>
              <a:ln>
                <a:headEnd type="none"/>
                <a:tailEnd type="none"/>
              </a:ln>
            </p:spPr>
          </p:sp>
          <p:sp>
            <p:nvSpPr>
              <p:cNvPr id="143" name="AutoShape 143"/>
              <p:cNvSpPr/>
              <p:nvPr/>
            </p:nvSpPr>
            <p:spPr>
              <a:xfrm>
                <a:off x="5995988" y="4187825"/>
                <a:ext cx="342900" cy="1039813"/>
              </a:xfrm>
              <a:custGeom>
                <a:avLst/>
                <a:gdLst/>
                <a:ahLst/>
                <a:cxnLst/>
                <a:rect l="l" t="t" r="r" b="b"/>
                <a:pathLst>
                  <a:path w="48" h="145">
                    <a:moveTo>
                      <a:pt x="18" y="3"/>
                    </a:moveTo>
                    <a:cubicBezTo>
                      <a:pt x="18" y="3"/>
                      <a:pt x="20" y="59"/>
                      <a:pt x="16" y="80"/>
                    </a:cubicBezTo>
                    <a:cubicBezTo>
                      <a:pt x="12" y="102"/>
                      <a:pt x="0" y="144"/>
                      <a:pt x="0" y="144"/>
                    </a:cubicBezTo>
                    <a:cubicBezTo>
                      <a:pt x="32" y="145"/>
                      <a:pt x="32" y="145"/>
                      <a:pt x="32" y="145"/>
                    </a:cubicBezTo>
                    <a:cubicBezTo>
                      <a:pt x="23" y="139"/>
                      <a:pt x="23" y="139"/>
                      <a:pt x="23" y="139"/>
                    </a:cubicBezTo>
                    <a:cubicBezTo>
                      <a:pt x="18" y="136"/>
                      <a:pt x="18" y="136"/>
                      <a:pt x="18" y="136"/>
                    </a:cubicBezTo>
                    <a:cubicBezTo>
                      <a:pt x="18" y="136"/>
                      <a:pt x="41" y="75"/>
                      <a:pt x="43" y="46"/>
                    </a:cubicBezTo>
                    <a:cubicBezTo>
                      <a:pt x="45" y="17"/>
                      <a:pt x="48" y="0"/>
                      <a:pt x="48" y="0"/>
                    </a:cubicBezTo>
                    <a:lnTo>
                      <a:pt x="18" y="3"/>
                    </a:lnTo>
                    <a:close/>
                  </a:path>
                </a:pathLst>
              </a:custGeom>
              <a:solidFill>
                <a:srgbClr val="544DB8">
                  <a:alpha val="100000"/>
                </a:srgbClr>
              </a:solidFill>
              <a:ln>
                <a:headEnd type="none"/>
                <a:tailEnd type="none"/>
              </a:ln>
            </p:spPr>
          </p:sp>
          <p:sp>
            <p:nvSpPr>
              <p:cNvPr id="144" name="AutoShape 144"/>
              <p:cNvSpPr/>
              <p:nvPr/>
            </p:nvSpPr>
            <p:spPr>
              <a:xfrm>
                <a:off x="6561138" y="2847975"/>
                <a:ext cx="79375" cy="173038"/>
              </a:xfrm>
              <a:custGeom>
                <a:avLst/>
                <a:gdLst/>
                <a:ahLst/>
                <a:cxnLst/>
                <a:rect l="l" t="t" r="r" b="b"/>
                <a:pathLst>
                  <a:path w="50" h="109">
                    <a:moveTo>
                      <a:pt x="18" y="109"/>
                    </a:moveTo>
                    <a:lnTo>
                      <a:pt x="41" y="95"/>
                    </a:lnTo>
                    <a:lnTo>
                      <a:pt x="50" y="54"/>
                    </a:lnTo>
                    <a:lnTo>
                      <a:pt x="41" y="50"/>
                    </a:lnTo>
                    <a:lnTo>
                      <a:pt x="32" y="68"/>
                    </a:lnTo>
                    <a:lnTo>
                      <a:pt x="41" y="0"/>
                    </a:lnTo>
                    <a:lnTo>
                      <a:pt x="27" y="0"/>
                    </a:lnTo>
                    <a:lnTo>
                      <a:pt x="14" y="68"/>
                    </a:lnTo>
                    <a:lnTo>
                      <a:pt x="0" y="95"/>
                    </a:lnTo>
                    <a:lnTo>
                      <a:pt x="14" y="104"/>
                    </a:lnTo>
                    <a:lnTo>
                      <a:pt x="18" y="109"/>
                    </a:lnTo>
                    <a:close/>
                  </a:path>
                </a:pathLst>
              </a:custGeom>
              <a:solidFill>
                <a:srgbClr val="F7D3A9">
                  <a:alpha val="100000"/>
                </a:srgbClr>
              </a:solidFill>
              <a:ln>
                <a:headEnd type="none"/>
                <a:tailEnd type="none"/>
              </a:ln>
            </p:spPr>
          </p:sp>
          <p:sp>
            <p:nvSpPr>
              <p:cNvPr id="145" name="AutoShape 145"/>
              <p:cNvSpPr/>
              <p:nvPr/>
            </p:nvSpPr>
            <p:spPr>
              <a:xfrm>
                <a:off x="6561138" y="2847975"/>
                <a:ext cx="79375" cy="173038"/>
              </a:xfrm>
              <a:custGeom>
                <a:avLst/>
                <a:gdLst/>
                <a:ahLst/>
                <a:cxnLst/>
                <a:rect l="l" t="t" r="r" b="b"/>
                <a:pathLst>
                  <a:path w="50" h="109">
                    <a:moveTo>
                      <a:pt x="18" y="109"/>
                    </a:moveTo>
                    <a:lnTo>
                      <a:pt x="41" y="95"/>
                    </a:lnTo>
                    <a:lnTo>
                      <a:pt x="50" y="54"/>
                    </a:lnTo>
                    <a:lnTo>
                      <a:pt x="41" y="50"/>
                    </a:lnTo>
                    <a:lnTo>
                      <a:pt x="32" y="68"/>
                    </a:lnTo>
                    <a:lnTo>
                      <a:pt x="41" y="0"/>
                    </a:lnTo>
                    <a:lnTo>
                      <a:pt x="27" y="0"/>
                    </a:lnTo>
                    <a:lnTo>
                      <a:pt x="14" y="68"/>
                    </a:lnTo>
                    <a:lnTo>
                      <a:pt x="0" y="95"/>
                    </a:lnTo>
                    <a:lnTo>
                      <a:pt x="14" y="104"/>
                    </a:lnTo>
                  </a:path>
                </a:pathLst>
              </a:custGeom>
              <a:ln>
                <a:headEnd type="none"/>
                <a:tailEnd type="none"/>
              </a:ln>
            </p:spPr>
          </p:sp>
          <p:sp>
            <p:nvSpPr>
              <p:cNvPr id="146" name="AutoShape 146"/>
              <p:cNvSpPr/>
              <p:nvPr/>
            </p:nvSpPr>
            <p:spPr>
              <a:xfrm>
                <a:off x="6805613" y="3035300"/>
                <a:ext cx="157163" cy="106363"/>
              </a:xfrm>
              <a:custGeom>
                <a:avLst/>
                <a:gdLst/>
                <a:ahLst/>
                <a:cxnLst/>
                <a:rect l="l" t="t" r="r" b="b"/>
                <a:pathLst>
                  <a:path w="99" h="67">
                    <a:moveTo>
                      <a:pt x="0" y="63"/>
                    </a:moveTo>
                    <a:lnTo>
                      <a:pt x="4" y="31"/>
                    </a:lnTo>
                    <a:lnTo>
                      <a:pt x="41" y="0"/>
                    </a:lnTo>
                    <a:lnTo>
                      <a:pt x="45" y="9"/>
                    </a:lnTo>
                    <a:lnTo>
                      <a:pt x="36" y="22"/>
                    </a:lnTo>
                    <a:lnTo>
                      <a:pt x="99" y="9"/>
                    </a:lnTo>
                    <a:lnTo>
                      <a:pt x="99" y="22"/>
                    </a:lnTo>
                    <a:lnTo>
                      <a:pt x="41" y="45"/>
                    </a:lnTo>
                    <a:lnTo>
                      <a:pt x="27" y="67"/>
                    </a:lnTo>
                    <a:lnTo>
                      <a:pt x="0" y="63"/>
                    </a:lnTo>
                    <a:close/>
                  </a:path>
                </a:pathLst>
              </a:custGeom>
              <a:solidFill>
                <a:srgbClr val="F7D3A9">
                  <a:alpha val="100000"/>
                </a:srgbClr>
              </a:solidFill>
              <a:ln>
                <a:headEnd type="none"/>
                <a:tailEnd type="none"/>
              </a:ln>
            </p:spPr>
          </p:sp>
          <p:sp>
            <p:nvSpPr>
              <p:cNvPr id="147" name="AutoShape 147"/>
              <p:cNvSpPr/>
              <p:nvPr/>
            </p:nvSpPr>
            <p:spPr>
              <a:xfrm>
                <a:off x="6067426" y="2984500"/>
                <a:ext cx="552450" cy="1282700"/>
              </a:xfrm>
              <a:custGeom>
                <a:avLst/>
                <a:gdLst/>
                <a:ahLst/>
                <a:cxnLst/>
                <a:rect l="l" t="t" r="r" b="b"/>
                <a:pathLst>
                  <a:path w="77" h="179">
                    <a:moveTo>
                      <a:pt x="69" y="0"/>
                    </a:moveTo>
                    <a:cubicBezTo>
                      <a:pt x="69" y="0"/>
                      <a:pt x="10" y="72"/>
                      <a:pt x="3" y="86"/>
                    </a:cubicBezTo>
                    <a:cubicBezTo>
                      <a:pt x="3" y="86"/>
                      <a:pt x="0" y="91"/>
                      <a:pt x="0" y="106"/>
                    </a:cubicBezTo>
                    <a:cubicBezTo>
                      <a:pt x="0" y="121"/>
                      <a:pt x="6" y="176"/>
                      <a:pt x="6" y="176"/>
                    </a:cubicBezTo>
                    <a:cubicBezTo>
                      <a:pt x="66" y="179"/>
                      <a:pt x="66" y="179"/>
                      <a:pt x="66" y="179"/>
                    </a:cubicBezTo>
                    <a:cubicBezTo>
                      <a:pt x="66" y="179"/>
                      <a:pt x="46" y="112"/>
                      <a:pt x="46" y="111"/>
                    </a:cubicBezTo>
                    <a:cubicBezTo>
                      <a:pt x="45" y="109"/>
                      <a:pt x="35" y="98"/>
                      <a:pt x="26" y="96"/>
                    </a:cubicBezTo>
                    <a:cubicBezTo>
                      <a:pt x="77" y="5"/>
                      <a:pt x="77" y="5"/>
                      <a:pt x="77" y="5"/>
                    </a:cubicBezTo>
                    <a:lnTo>
                      <a:pt x="69" y="0"/>
                    </a:lnTo>
                    <a:close/>
                  </a:path>
                </a:pathLst>
              </a:custGeom>
              <a:solidFill>
                <a:srgbClr val="6DB8FF">
                  <a:alpha val="100000"/>
                </a:srgbClr>
              </a:solidFill>
              <a:ln>
                <a:headEnd type="none"/>
                <a:tailEnd type="none"/>
              </a:ln>
            </p:spPr>
          </p:sp>
          <p:sp>
            <p:nvSpPr>
              <p:cNvPr id="148" name="AutoShape 148"/>
              <p:cNvSpPr/>
              <p:nvPr/>
            </p:nvSpPr>
            <p:spPr>
              <a:xfrm>
                <a:off x="6203951" y="3586163"/>
                <a:ext cx="120650" cy="122238"/>
              </a:xfrm>
              <a:custGeom>
                <a:avLst/>
                <a:gdLst/>
                <a:ahLst/>
                <a:cxnLst/>
                <a:rect l="l" t="t" r="r" b="b"/>
                <a:pathLst>
                  <a:path w="17" h="17">
                    <a:moveTo>
                      <a:pt x="13" y="5"/>
                    </a:moveTo>
                    <a:cubicBezTo>
                      <a:pt x="13" y="5"/>
                      <a:pt x="15" y="13"/>
                      <a:pt x="17" y="17"/>
                    </a:cubicBezTo>
                    <a:cubicBezTo>
                      <a:pt x="17" y="17"/>
                      <a:pt x="4" y="17"/>
                      <a:pt x="0" y="11"/>
                    </a:cubicBezTo>
                    <a:cubicBezTo>
                      <a:pt x="5" y="0"/>
                      <a:pt x="5" y="0"/>
                      <a:pt x="5" y="0"/>
                    </a:cubicBezTo>
                    <a:lnTo>
                      <a:pt x="13" y="5"/>
                    </a:lnTo>
                    <a:close/>
                  </a:path>
                </a:pathLst>
              </a:custGeom>
              <a:solidFill>
                <a:srgbClr val="F7D3A9">
                  <a:alpha val="100000"/>
                </a:srgbClr>
              </a:solidFill>
              <a:ln>
                <a:headEnd type="none"/>
                <a:tailEnd type="none"/>
              </a:ln>
            </p:spPr>
          </p:sp>
          <p:sp>
            <p:nvSpPr>
              <p:cNvPr id="149" name="AutoShape 149"/>
              <p:cNvSpPr/>
              <p:nvPr/>
            </p:nvSpPr>
            <p:spPr>
              <a:xfrm>
                <a:off x="6167438" y="3363913"/>
                <a:ext cx="222250" cy="315913"/>
              </a:xfrm>
              <a:custGeom>
                <a:avLst/>
                <a:gdLst/>
                <a:ahLst/>
                <a:cxnLst/>
                <a:rect l="l" t="t" r="r" b="b"/>
                <a:pathLst>
                  <a:path w="31" h="44">
                    <a:moveTo>
                      <a:pt x="27" y="13"/>
                    </a:moveTo>
                    <a:cubicBezTo>
                      <a:pt x="27" y="13"/>
                      <a:pt x="31" y="34"/>
                      <a:pt x="27" y="39"/>
                    </a:cubicBezTo>
                    <a:cubicBezTo>
                      <a:pt x="23" y="44"/>
                      <a:pt x="11" y="36"/>
                      <a:pt x="6" y="28"/>
                    </a:cubicBezTo>
                    <a:cubicBezTo>
                      <a:pt x="1" y="20"/>
                      <a:pt x="0" y="3"/>
                      <a:pt x="8" y="1"/>
                    </a:cubicBezTo>
                    <a:cubicBezTo>
                      <a:pt x="17" y="0"/>
                      <a:pt x="25" y="5"/>
                      <a:pt x="27" y="13"/>
                    </a:cubicBezTo>
                    <a:close/>
                  </a:path>
                </a:pathLst>
              </a:custGeom>
              <a:solidFill>
                <a:srgbClr val="F7D3A9">
                  <a:alpha val="100000"/>
                </a:srgbClr>
              </a:solidFill>
              <a:ln>
                <a:headEnd type="none"/>
                <a:tailEnd type="none"/>
              </a:ln>
            </p:spPr>
          </p:sp>
          <p:sp>
            <p:nvSpPr>
              <p:cNvPr id="150" name="AutoShape 150"/>
              <p:cNvSpPr/>
              <p:nvPr/>
            </p:nvSpPr>
            <p:spPr>
              <a:xfrm>
                <a:off x="6281738" y="3113088"/>
                <a:ext cx="574675" cy="809625"/>
              </a:xfrm>
              <a:custGeom>
                <a:avLst/>
                <a:gdLst/>
                <a:ahLst/>
                <a:cxnLst/>
                <a:rect l="l" t="t" r="r" b="b"/>
                <a:pathLst>
                  <a:path w="80" h="113">
                    <a:moveTo>
                      <a:pt x="6" y="87"/>
                    </a:moveTo>
                    <a:cubicBezTo>
                      <a:pt x="6" y="87"/>
                      <a:pt x="53" y="57"/>
                      <a:pt x="57" y="51"/>
                    </a:cubicBezTo>
                    <a:cubicBezTo>
                      <a:pt x="60" y="45"/>
                      <a:pt x="71" y="0"/>
                      <a:pt x="71" y="0"/>
                    </a:cubicBezTo>
                    <a:cubicBezTo>
                      <a:pt x="80" y="2"/>
                      <a:pt x="80" y="2"/>
                      <a:pt x="80" y="2"/>
                    </a:cubicBezTo>
                    <a:cubicBezTo>
                      <a:pt x="80" y="2"/>
                      <a:pt x="75" y="53"/>
                      <a:pt x="73" y="58"/>
                    </a:cubicBezTo>
                    <a:cubicBezTo>
                      <a:pt x="72" y="64"/>
                      <a:pt x="25" y="113"/>
                      <a:pt x="15" y="113"/>
                    </a:cubicBezTo>
                    <a:cubicBezTo>
                      <a:pt x="4" y="113"/>
                      <a:pt x="0" y="99"/>
                      <a:pt x="6" y="87"/>
                    </a:cubicBezTo>
                    <a:close/>
                  </a:path>
                </a:pathLst>
              </a:custGeom>
              <a:solidFill>
                <a:srgbClr val="6DB8FF">
                  <a:alpha val="100000"/>
                </a:srgbClr>
              </a:solidFill>
              <a:ln>
                <a:headEnd type="none"/>
                <a:tailEnd type="none"/>
              </a:ln>
            </p:spPr>
          </p:sp>
          <p:sp>
            <p:nvSpPr>
              <p:cNvPr id="151" name="AutoShape 151"/>
              <p:cNvSpPr/>
              <p:nvPr/>
            </p:nvSpPr>
            <p:spPr>
              <a:xfrm>
                <a:off x="6138863" y="3306763"/>
                <a:ext cx="214313" cy="322263"/>
              </a:xfrm>
              <a:custGeom>
                <a:avLst/>
                <a:gdLst/>
                <a:ahLst/>
                <a:cxnLst/>
                <a:rect l="l" t="t" r="r" b="b"/>
                <a:pathLst>
                  <a:path w="30" h="45">
                    <a:moveTo>
                      <a:pt x="28" y="16"/>
                    </a:moveTo>
                    <a:cubicBezTo>
                      <a:pt x="28" y="16"/>
                      <a:pt x="30" y="8"/>
                      <a:pt x="25" y="4"/>
                    </a:cubicBezTo>
                    <a:cubicBezTo>
                      <a:pt x="20" y="0"/>
                      <a:pt x="11" y="0"/>
                      <a:pt x="9" y="2"/>
                    </a:cubicBezTo>
                    <a:cubicBezTo>
                      <a:pt x="9" y="4"/>
                      <a:pt x="15" y="6"/>
                      <a:pt x="14" y="7"/>
                    </a:cubicBezTo>
                    <a:cubicBezTo>
                      <a:pt x="12" y="8"/>
                      <a:pt x="5" y="7"/>
                      <a:pt x="3" y="14"/>
                    </a:cubicBezTo>
                    <a:cubicBezTo>
                      <a:pt x="1" y="22"/>
                      <a:pt x="4" y="23"/>
                      <a:pt x="4" y="23"/>
                    </a:cubicBezTo>
                    <a:cubicBezTo>
                      <a:pt x="4" y="23"/>
                      <a:pt x="0" y="27"/>
                      <a:pt x="5" y="34"/>
                    </a:cubicBezTo>
                    <a:cubicBezTo>
                      <a:pt x="9" y="40"/>
                      <a:pt x="19" y="45"/>
                      <a:pt x="22" y="44"/>
                    </a:cubicBezTo>
                    <a:cubicBezTo>
                      <a:pt x="24" y="44"/>
                      <a:pt x="23" y="34"/>
                      <a:pt x="23" y="34"/>
                    </a:cubicBezTo>
                    <a:cubicBezTo>
                      <a:pt x="23" y="34"/>
                      <a:pt x="17" y="33"/>
                      <a:pt x="17" y="29"/>
                    </a:cubicBezTo>
                    <a:cubicBezTo>
                      <a:pt x="16" y="26"/>
                      <a:pt x="19" y="25"/>
                      <a:pt x="21" y="27"/>
                    </a:cubicBezTo>
                    <a:cubicBezTo>
                      <a:pt x="22" y="28"/>
                      <a:pt x="23" y="31"/>
                      <a:pt x="24" y="30"/>
                    </a:cubicBezTo>
                    <a:cubicBezTo>
                      <a:pt x="25" y="30"/>
                      <a:pt x="23" y="23"/>
                      <a:pt x="23" y="23"/>
                    </a:cubicBezTo>
                    <a:cubicBezTo>
                      <a:pt x="23" y="23"/>
                      <a:pt x="27" y="19"/>
                      <a:pt x="28" y="16"/>
                    </a:cubicBezTo>
                    <a:close/>
                  </a:path>
                </a:pathLst>
              </a:custGeom>
              <a:solidFill>
                <a:srgbClr val="544DB8">
                  <a:alpha val="100000"/>
                </a:srgbClr>
              </a:solidFill>
              <a:ln>
                <a:headEnd type="none"/>
                <a:tailEnd type="none"/>
              </a:ln>
            </p:spPr>
          </p:sp>
          <p:sp>
            <p:nvSpPr>
              <p:cNvPr id="152" name="AutoShape 152"/>
              <p:cNvSpPr/>
              <p:nvPr/>
            </p:nvSpPr>
            <p:spPr>
              <a:xfrm>
                <a:off x="6167438" y="4919663"/>
                <a:ext cx="601663" cy="573088"/>
              </a:xfrm>
              <a:custGeom>
                <a:avLst/>
                <a:gdLst/>
                <a:ahLst/>
                <a:cxnLst/>
                <a:rect l="l" t="t" r="r" b="b"/>
                <a:pathLst>
                  <a:path w="84" h="80">
                    <a:moveTo>
                      <a:pt x="52" y="3"/>
                    </a:moveTo>
                    <a:cubicBezTo>
                      <a:pt x="16" y="13"/>
                      <a:pt x="16" y="13"/>
                      <a:pt x="16" y="13"/>
                    </a:cubicBezTo>
                    <a:cubicBezTo>
                      <a:pt x="6" y="16"/>
                      <a:pt x="0" y="26"/>
                      <a:pt x="3" y="35"/>
                    </a:cubicBezTo>
                    <a:cubicBezTo>
                      <a:pt x="10" y="60"/>
                      <a:pt x="10" y="60"/>
                      <a:pt x="10" y="60"/>
                    </a:cubicBezTo>
                    <a:cubicBezTo>
                      <a:pt x="13" y="70"/>
                      <a:pt x="23" y="76"/>
                      <a:pt x="33" y="73"/>
                    </a:cubicBezTo>
                    <a:cubicBezTo>
                      <a:pt x="43" y="70"/>
                      <a:pt x="43" y="70"/>
                      <a:pt x="43" y="70"/>
                    </a:cubicBezTo>
                    <a:cubicBezTo>
                      <a:pt x="54" y="80"/>
                      <a:pt x="54" y="80"/>
                      <a:pt x="54" y="80"/>
                    </a:cubicBezTo>
                    <a:cubicBezTo>
                      <a:pt x="57" y="66"/>
                      <a:pt x="57" y="66"/>
                      <a:pt x="57" y="66"/>
                    </a:cubicBezTo>
                    <a:cubicBezTo>
                      <a:pt x="68" y="63"/>
                      <a:pt x="68" y="63"/>
                      <a:pt x="68" y="63"/>
                    </a:cubicBezTo>
                    <a:cubicBezTo>
                      <a:pt x="78" y="60"/>
                      <a:pt x="84" y="50"/>
                      <a:pt x="81" y="40"/>
                    </a:cubicBezTo>
                    <a:cubicBezTo>
                      <a:pt x="74" y="16"/>
                      <a:pt x="74" y="16"/>
                      <a:pt x="74" y="16"/>
                    </a:cubicBezTo>
                    <a:cubicBezTo>
                      <a:pt x="72" y="6"/>
                      <a:pt x="61" y="0"/>
                      <a:pt x="52" y="3"/>
                    </a:cubicBezTo>
                    <a:close/>
                  </a:path>
                </a:pathLst>
              </a:custGeom>
              <a:solidFill>
                <a:srgbClr val="9570EE">
                  <a:alpha val="100000"/>
                </a:srgbClr>
              </a:solidFill>
              <a:ln>
                <a:headEnd type="none"/>
                <a:tailEnd type="none"/>
              </a:ln>
            </p:spPr>
          </p:sp>
          <p:sp>
            <p:nvSpPr>
              <p:cNvPr id="153" name="AutoShape 153"/>
              <p:cNvSpPr/>
              <p:nvPr/>
            </p:nvSpPr>
            <p:spPr>
              <a:xfrm>
                <a:off x="6310313" y="5205413"/>
                <a:ext cx="65088" cy="65088"/>
              </a:xfrm>
              <a:custGeom>
                <a:avLst/>
                <a:gdLst/>
                <a:ahLst/>
                <a:cxnLst/>
                <a:rect l="l" t="t" r="r" b="b"/>
                <a:pathLst>
                  <a:path w="9" h="9">
                    <a:moveTo>
                      <a:pt x="8" y="3"/>
                    </a:moveTo>
                    <a:cubicBezTo>
                      <a:pt x="9" y="5"/>
                      <a:pt x="7" y="8"/>
                      <a:pt x="5" y="8"/>
                    </a:cubicBezTo>
                    <a:cubicBezTo>
                      <a:pt x="3" y="9"/>
                      <a:pt x="1" y="8"/>
                      <a:pt x="0" y="5"/>
                    </a:cubicBezTo>
                    <a:cubicBezTo>
                      <a:pt x="0" y="3"/>
                      <a:pt x="1" y="1"/>
                      <a:pt x="3" y="0"/>
                    </a:cubicBezTo>
                    <a:cubicBezTo>
                      <a:pt x="5" y="0"/>
                      <a:pt x="8" y="1"/>
                      <a:pt x="8" y="3"/>
                    </a:cubicBezTo>
                    <a:close/>
                  </a:path>
                </a:pathLst>
              </a:custGeom>
              <a:solidFill>
                <a:srgbClr val="FFFFFF">
                  <a:alpha val="100000"/>
                </a:srgbClr>
              </a:solidFill>
              <a:ln>
                <a:headEnd type="none"/>
                <a:tailEnd type="none"/>
              </a:ln>
            </p:spPr>
          </p:sp>
          <p:sp>
            <p:nvSpPr>
              <p:cNvPr id="154" name="AutoShape 154"/>
              <p:cNvSpPr/>
              <p:nvPr/>
            </p:nvSpPr>
            <p:spPr>
              <a:xfrm>
                <a:off x="6440488" y="5170488"/>
                <a:ext cx="63500" cy="63500"/>
              </a:xfrm>
              <a:custGeom>
                <a:avLst/>
                <a:gdLst/>
                <a:ahLst/>
                <a:cxnLst/>
                <a:rect l="l" t="t" r="r" b="b"/>
                <a:pathLst>
                  <a:path w="9" h="9">
                    <a:moveTo>
                      <a:pt x="8" y="3"/>
                    </a:moveTo>
                    <a:cubicBezTo>
                      <a:pt x="9" y="5"/>
                      <a:pt x="7" y="8"/>
                      <a:pt x="5" y="8"/>
                    </a:cubicBezTo>
                    <a:cubicBezTo>
                      <a:pt x="3" y="9"/>
                      <a:pt x="1" y="8"/>
                      <a:pt x="0" y="5"/>
                    </a:cubicBezTo>
                    <a:cubicBezTo>
                      <a:pt x="0" y="3"/>
                      <a:pt x="1" y="1"/>
                      <a:pt x="3" y="0"/>
                    </a:cubicBezTo>
                    <a:cubicBezTo>
                      <a:pt x="5" y="0"/>
                      <a:pt x="7" y="1"/>
                      <a:pt x="8" y="3"/>
                    </a:cubicBezTo>
                    <a:close/>
                  </a:path>
                </a:pathLst>
              </a:custGeom>
              <a:solidFill>
                <a:srgbClr val="FFFFFF">
                  <a:alpha val="100000"/>
                </a:srgbClr>
              </a:solidFill>
              <a:ln>
                <a:headEnd type="none"/>
                <a:tailEnd type="none"/>
              </a:ln>
            </p:spPr>
          </p:sp>
          <p:sp>
            <p:nvSpPr>
              <p:cNvPr id="155" name="AutoShape 155"/>
              <p:cNvSpPr/>
              <p:nvPr/>
            </p:nvSpPr>
            <p:spPr>
              <a:xfrm>
                <a:off x="6561138" y="5133975"/>
                <a:ext cx="73025" cy="65088"/>
              </a:xfrm>
              <a:custGeom>
                <a:avLst/>
                <a:gdLst/>
                <a:ahLst/>
                <a:cxnLst/>
                <a:rect l="l" t="t" r="r" b="b"/>
                <a:pathLst>
                  <a:path w="10" h="9">
                    <a:moveTo>
                      <a:pt x="9" y="3"/>
                    </a:moveTo>
                    <a:cubicBezTo>
                      <a:pt x="10" y="6"/>
                      <a:pt x="8" y="8"/>
                      <a:pt x="6" y="8"/>
                    </a:cubicBezTo>
                    <a:cubicBezTo>
                      <a:pt x="4" y="9"/>
                      <a:pt x="2" y="8"/>
                      <a:pt x="1" y="6"/>
                    </a:cubicBezTo>
                    <a:cubicBezTo>
                      <a:pt x="0" y="3"/>
                      <a:pt x="2" y="1"/>
                      <a:pt x="4" y="1"/>
                    </a:cubicBezTo>
                    <a:cubicBezTo>
                      <a:pt x="6" y="0"/>
                      <a:pt x="8" y="1"/>
                      <a:pt x="9" y="3"/>
                    </a:cubicBezTo>
                    <a:close/>
                  </a:path>
                </a:pathLst>
              </a:custGeom>
              <a:solidFill>
                <a:srgbClr val="FFFFFF">
                  <a:alpha val="100000"/>
                </a:srgbClr>
              </a:solidFill>
              <a:ln>
                <a:headEnd type="none"/>
                <a:tailEnd type="none"/>
              </a:ln>
            </p:spPr>
          </p:sp>
          <p:sp>
            <p:nvSpPr>
              <p:cNvPr id="156" name="AutoShape 156"/>
              <p:cNvSpPr/>
              <p:nvPr/>
            </p:nvSpPr>
            <p:spPr>
              <a:xfrm>
                <a:off x="5229226" y="4711700"/>
                <a:ext cx="92075" cy="93663"/>
              </a:xfrm>
              <a:prstGeom prst="ellipse">
                <a:avLst/>
              </a:prstGeom>
              <a:solidFill>
                <a:srgbClr val="FFC240">
                  <a:alpha val="100000"/>
                </a:srgbClr>
              </a:solidFill>
              <a:ln>
                <a:headEnd type="none"/>
                <a:tailEnd type="none"/>
              </a:ln>
            </p:spPr>
          </p:sp>
          <p:sp>
            <p:nvSpPr>
              <p:cNvPr id="157" name="AutoShape 157"/>
              <p:cNvSpPr/>
              <p:nvPr/>
            </p:nvSpPr>
            <p:spPr>
              <a:xfrm>
                <a:off x="6962776" y="4410075"/>
                <a:ext cx="93663" cy="93663"/>
              </a:xfrm>
              <a:prstGeom prst="ellipse">
                <a:avLst/>
              </a:prstGeom>
              <a:solidFill>
                <a:srgbClr val="FF4F72">
                  <a:alpha val="100000"/>
                </a:srgbClr>
              </a:solidFill>
              <a:ln>
                <a:headEnd type="none"/>
                <a:tailEnd type="none"/>
              </a:ln>
            </p:spPr>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pt/slideMasters/slideMaster1.xml">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28384" y="2197587"/>
            <a:ext cx="5890516" cy="2203489"/>
          </a:xfrm>
          <a:prstGeom prst="rect">
            <a:avLst/>
          </a:prstGeom>
          <a:ln>
            <a:headEnd type="none"/>
            <a:tailEnd type="none"/>
          </a:ln>
        </p:spPr>
        <p:txBody>
          <a:bodyPr vert="horz" wrap="square" lIns="91440" tIns="45720" rIns="91440" bIns="45720" rtlCol="0" anchor="b" anchorCtr="0"/>
          <a:lstStyle/>
          <a:p>
            <a:pPr algn="r">
              <a:lnSpc>
                <a:spcPct val="100000"/>
              </a:lnSpc>
              <a:spcBef>
                <a:spcPts val="0"/>
              </a:spcBef>
              <a:defRPr/>
            </a:pPr>
            <a:r>
              <a:rPr lang="en-US" sz="4800" b="1" i="0">
                <a:ln/>
                <a:solidFill>
                  <a:srgbClr val="000000">
                    <a:alpha val="100000"/>
                  </a:srgbClr>
                </a:solidFill>
                <a:latin typeface="Arial"/>
                <a:ea typeface="Arial"/>
                <a:cs typeface="Arial"/>
              </a:rPr>
              <a:t>AI-Powered Telegram Bot</a:t>
            </a:r>
            <a:endParaRPr lang="en-US" sz="1100"/>
          </a:p>
        </p:txBody>
      </p:sp>
      <p:sp>
        <p:nvSpPr>
          <p:cNvPr id="3" name="TextBox 3"/>
          <p:cNvSpPr txBox="1"/>
          <p:nvPr/>
        </p:nvSpPr>
        <p:spPr>
          <a:xfrm>
            <a:off x="6997574" y="4513780"/>
            <a:ext cx="4521325" cy="738875"/>
          </a:xfrm>
          <a:prstGeom prst="roundRect">
            <a:avLst>
              <a:gd name="adj" fmla="val 50000"/>
            </a:avLst>
          </a:prstGeom>
          <a:solidFill>
            <a:srgbClr val="2F6DFF">
              <a:alpha val="100000"/>
            </a:srgbClr>
          </a:solidFill>
          <a:ln>
            <a:headEnd type="none"/>
            <a:tailEnd type="none"/>
          </a:ln>
        </p:spPr>
        <p:txBody>
          <a:bodyPr vert="horz" wrap="square" lIns="91440" tIns="45720" rIns="91440" bIns="45720" rtlCol="0" anchor="ctr" anchorCtr="0"/>
          <a:lstStyle/>
          <a:p>
            <a:pPr algn="ctr">
              <a:lnSpc>
                <a:spcPct val="120000"/>
              </a:lnSpc>
              <a:spcBef>
                <a:spcPts val="1000"/>
              </a:spcBef>
              <a:defRPr/>
            </a:pPr>
            <a:r>
              <a:rPr lang="en-US" sz="2400" b="0" i="0">
                <a:ln/>
                <a:solidFill>
                  <a:srgbClr val="FFFFFF">
                    <a:alpha val="100000"/>
                  </a:srgbClr>
                </a:solidFill>
                <a:latin typeface="Arial"/>
                <a:ea typeface="Arial"/>
                <a:cs typeface="Arial"/>
              </a:rPr>
              <a:t>An introduction to a versatile &amp; cloud-based chatbot</a:t>
            </a:r>
            <a:endParaRPr lang="en-US" sz="1100"/>
          </a:p>
        </p:txBody>
      </p:sp>
      <p:sp>
        <p:nvSpPr>
          <p:cNvPr id="4" name="TextBox 4"/>
          <p:cNvSpPr txBox="1"/>
          <p:nvPr/>
        </p:nvSpPr>
        <p:spPr>
          <a:xfrm>
            <a:off x="7861300" y="5585460"/>
            <a:ext cx="3657600" cy="274320"/>
          </a:xfrm>
          <a:prstGeom prst="rect">
            <a:avLst/>
          </a:prstGeom>
          <a:ln>
            <a:headEnd type="none"/>
            <a:tailEnd type="none"/>
          </a:ln>
        </p:spPr>
        <p:txBody>
          <a:bodyPr vert="horz" wrap="square" lIns="91440" tIns="45720" rIns="91440" bIns="45720" rtlCol="0" anchor="ctr" anchorCtr="0"/>
          <a:lstStyle/>
          <a:p>
            <a:pPr algn="r">
              <a:lnSpc>
                <a:spcPct val="120000"/>
              </a:lnSpc>
              <a:spcBef>
                <a:spcPts val="1000"/>
              </a:spcBef>
              <a:defRPr/>
            </a:pPr>
            <a:r>
              <a:rPr lang="en-US" altLang="zh-CN"/>
              <a:t>ZHAO </a:t>
            </a:r>
            <a:r>
              <a:rPr lang="en-US" altLang="zh-CN" err="1"/>
              <a:t>Yanming</a:t>
            </a:r>
            <a:r>
              <a:rPr lang="en-US" altLang="zh-CN"/>
              <a:t>          GAO Yikai</a:t>
            </a:r>
            <a:endParaRPr lang="en-US" sz="1100"/>
          </a:p>
        </p:txBody>
      </p:sp>
      <p:sp>
        <p:nvSpPr>
          <p:cNvPr id="5" name="TextBox 5"/>
          <p:cNvSpPr txBox="1"/>
          <p:nvPr/>
        </p:nvSpPr>
        <p:spPr>
          <a:xfrm>
            <a:off x="7861300" y="5859780"/>
            <a:ext cx="3657600" cy="274320"/>
          </a:xfrm>
          <a:prstGeom prst="rect">
            <a:avLst/>
          </a:prstGeom>
          <a:ln>
            <a:headEnd type="none"/>
            <a:tailEnd type="none"/>
          </a:ln>
        </p:spPr>
        <p:txBody>
          <a:bodyPr vert="horz" wrap="square" lIns="91440" tIns="45720" rIns="91440" bIns="45720" rtlCol="0" anchor="ctr" anchorCtr="0"/>
          <a:lstStyle/>
          <a:p>
            <a:pPr algn="r">
              <a:lnSpc>
                <a:spcPct val="120000"/>
              </a:lnSpc>
              <a:spcBef>
                <a:spcPts val="1000"/>
              </a:spcBef>
              <a:defRPr/>
            </a:pPr>
            <a:r>
              <a:rPr lang="en-US" altLang="zh-CN">
                <a:latin typeface="微软雅黑"/>
                <a:ea typeface="微软雅黑"/>
                <a:cs typeface="微软雅黑"/>
              </a:rPr>
              <a:t>2026.04.14</a:t>
            </a:r>
            <a:endParaRPr lang="en-US" altLang="zh-CN" sz="1100"/>
          </a:p>
        </p:txBody>
      </p:sp>
      <p:pic>
        <p:nvPicPr>
          <p:cNvPr id="6" name="Picture 6"/>
          <p:cNvPicPr>
            <a:picLocks noChangeAspect="1"/>
          </p:cNvPicPr>
          <p:nvPr/>
        </p:nvPicPr>
        <p:blipFill>
          <a:blip r:embed="rId3"/>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d8dc005-803b-413d-ba2d-bcc56063bd30"/>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660400" y="1130300"/>
            <a:ext cx="11305661" cy="5553710"/>
            <a:chOff x="660400" y="1130300"/>
            <a:chExt cx="11305661" cy="5553710"/>
          </a:xfrm>
        </p:grpSpPr>
        <p:sp>
          <p:nvSpPr>
            <p:cNvPr id="4" name="AutoShape 4"/>
            <p:cNvSpPr/>
            <p:nvPr/>
          </p:nvSpPr>
          <p:spPr>
            <a:xfrm>
              <a:off x="660400" y="1130300"/>
              <a:ext cx="5435599" cy="646331"/>
            </a:xfrm>
            <a:prstGeom prst="rect">
              <a:avLst/>
            </a:prstGeom>
            <a:ln>
              <a:headEnd type="none"/>
              <a:tailEnd type="none"/>
            </a:ln>
          </p:spPr>
          <p:txBody>
            <a:bodyPr/>
            <a:lstStyle/>
            <a:p>
              <a:endParaRPr lang="zh-CN" altLang="en-US"/>
            </a:p>
          </p:txBody>
        </p:sp>
        <p:grpSp>
          <p:nvGrpSpPr>
            <p:cNvPr id="5" name="Group 5"/>
            <p:cNvGrpSpPr/>
            <p:nvPr/>
          </p:nvGrpSpPr>
          <p:grpSpPr>
            <a:xfrm>
              <a:off x="6400181" y="1130300"/>
              <a:ext cx="5565880" cy="5553710"/>
              <a:chOff x="6400181" y="1130300"/>
              <a:chExt cx="5565880" cy="5553710"/>
            </a:xfrm>
          </p:grpSpPr>
          <p:grpSp>
            <p:nvGrpSpPr>
              <p:cNvPr id="6" name="Group 6"/>
              <p:cNvGrpSpPr/>
              <p:nvPr/>
            </p:nvGrpSpPr>
            <p:grpSpPr>
              <a:xfrm flipH="1">
                <a:off x="6400181" y="2489236"/>
                <a:ext cx="5565880" cy="4194774"/>
                <a:chOff x="7461250" y="7124834"/>
                <a:chExt cx="5565880" cy="4194774"/>
              </a:xfrm>
            </p:grpSpPr>
            <p:sp>
              <p:nvSpPr>
                <p:cNvPr id="7" name="AutoShape 7"/>
                <p:cNvSpPr/>
                <p:nvPr/>
              </p:nvSpPr>
              <p:spPr>
                <a:xfrm rot="7680000" flipV="1">
                  <a:off x="11330258" y="9346530"/>
                  <a:ext cx="82118" cy="174496"/>
                </a:xfrm>
                <a:custGeom>
                  <a:avLst/>
                  <a:gdLst/>
                  <a:ahLst/>
                  <a:cxnLst/>
                  <a:rect l="l" t="t" r="r" b="b"/>
                  <a:pathLst>
                    <a:path w="82118" h="174496">
                      <a:moveTo>
                        <a:pt x="70798" y="651"/>
                      </a:moveTo>
                      <a:cubicBezTo>
                        <a:pt x="59085" y="15221"/>
                        <a:pt x="47027" y="29603"/>
                        <a:pt x="35660" y="44518"/>
                      </a:cubicBezTo>
                      <a:cubicBezTo>
                        <a:pt x="-16498" y="113287"/>
                        <a:pt x="-15179" y="119724"/>
                        <a:pt x="70798" y="175147"/>
                      </a:cubicBezTo>
                      <a:cubicBezTo>
                        <a:pt x="74974" y="115705"/>
                        <a:pt x="78805" y="61852"/>
                        <a:pt x="82636" y="7968"/>
                      </a:cubicBezTo>
                      <a:cubicBezTo>
                        <a:pt x="78679" y="5518"/>
                        <a:pt x="74754" y="3069"/>
                        <a:pt x="70798" y="651"/>
                      </a:cubicBezTo>
                    </a:path>
                  </a:pathLst>
                </a:custGeom>
                <a:solidFill>
                  <a:srgbClr val="FFFFFF">
                    <a:alpha val="100000"/>
                  </a:srgbClr>
                </a:solidFill>
                <a:ln>
                  <a:prstDash val="solid"/>
                  <a:headEnd type="none"/>
                  <a:tailEnd type="none"/>
                </a:ln>
              </p:spPr>
              <p:txBody>
                <a:bodyPr/>
                <a:lstStyle/>
                <a:p>
                  <a:endParaRPr lang="zh-CN" altLang="en-US"/>
                </a:p>
              </p:txBody>
            </p:sp>
            <p:sp>
              <p:nvSpPr>
                <p:cNvPr id="8" name="AutoShape 8"/>
                <p:cNvSpPr/>
                <p:nvPr/>
              </p:nvSpPr>
              <p:spPr>
                <a:xfrm rot="15660000" flipV="1">
                  <a:off x="9776942" y="7214939"/>
                  <a:ext cx="89725" cy="90823"/>
                </a:xfrm>
                <a:custGeom>
                  <a:avLst/>
                  <a:gdLst/>
                  <a:ahLst/>
                  <a:cxnLst/>
                  <a:rect l="l" t="t" r="r" b="b"/>
                  <a:pathLst>
                    <a:path w="89725" h="90823">
                      <a:moveTo>
                        <a:pt x="47789" y="945"/>
                      </a:moveTo>
                      <a:cubicBezTo>
                        <a:pt x="12305" y="8167"/>
                        <a:pt x="-5719" y="35140"/>
                        <a:pt x="2131" y="62899"/>
                      </a:cubicBezTo>
                      <a:cubicBezTo>
                        <a:pt x="8757" y="86356"/>
                        <a:pt x="24740" y="94740"/>
                        <a:pt x="47789" y="89841"/>
                      </a:cubicBezTo>
                      <a:cubicBezTo>
                        <a:pt x="75736" y="83875"/>
                        <a:pt x="93446" y="67295"/>
                        <a:pt x="89489" y="37401"/>
                      </a:cubicBezTo>
                      <a:cubicBezTo>
                        <a:pt x="86129" y="11935"/>
                        <a:pt x="70366" y="-2824"/>
                        <a:pt x="47789" y="945"/>
                      </a:cubicBezTo>
                    </a:path>
                  </a:pathLst>
                </a:custGeom>
                <a:solidFill>
                  <a:srgbClr val="FFFFFF">
                    <a:alpha val="100000"/>
                  </a:srgbClr>
                </a:solidFill>
                <a:ln>
                  <a:prstDash val="solid"/>
                  <a:headEnd type="none"/>
                  <a:tailEnd type="none"/>
                </a:ln>
              </p:spPr>
              <p:txBody>
                <a:bodyPr/>
                <a:lstStyle/>
                <a:p>
                  <a:endParaRPr lang="zh-CN" altLang="en-US"/>
                </a:p>
              </p:txBody>
            </p:sp>
            <p:sp>
              <p:nvSpPr>
                <p:cNvPr id="9" name="AutoShape 9"/>
                <p:cNvSpPr/>
                <p:nvPr/>
              </p:nvSpPr>
              <p:spPr>
                <a:xfrm>
                  <a:off x="8492445" y="10776145"/>
                  <a:ext cx="85220" cy="86039"/>
                </a:xfrm>
                <a:custGeom>
                  <a:avLst/>
                  <a:gdLst/>
                  <a:ahLst/>
                  <a:cxnLst/>
                  <a:rect l="l" t="t" r="r" b="b"/>
                  <a:pathLst>
                    <a:path w="85220" h="86039">
                      <a:moveTo>
                        <a:pt x="22970" y="86871"/>
                      </a:moveTo>
                      <a:cubicBezTo>
                        <a:pt x="14838" y="59835"/>
                        <a:pt x="7772" y="36315"/>
                        <a:pt x="142" y="11006"/>
                      </a:cubicBezTo>
                      <a:cubicBezTo>
                        <a:pt x="40555" y="-5448"/>
                        <a:pt x="71925" y="-3753"/>
                        <a:pt x="83041" y="29533"/>
                      </a:cubicBezTo>
                      <a:cubicBezTo>
                        <a:pt x="93686" y="61373"/>
                        <a:pt x="66712" y="77011"/>
                        <a:pt x="22970" y="86871"/>
                      </a:cubicBezTo>
                    </a:path>
                  </a:pathLst>
                </a:custGeom>
                <a:solidFill>
                  <a:srgbClr val="FFFFFF">
                    <a:alpha val="100000"/>
                  </a:srgbClr>
                </a:solidFill>
                <a:ln>
                  <a:prstDash val="solid"/>
                  <a:headEnd type="none"/>
                  <a:tailEnd type="none"/>
                </a:ln>
              </p:spPr>
              <p:txBody>
                <a:bodyPr/>
                <a:lstStyle/>
                <a:p>
                  <a:endParaRPr lang="zh-CN" altLang="en-US"/>
                </a:p>
              </p:txBody>
            </p:sp>
            <p:sp>
              <p:nvSpPr>
                <p:cNvPr id="10" name="AutoShape 10"/>
                <p:cNvSpPr/>
                <p:nvPr/>
              </p:nvSpPr>
              <p:spPr>
                <a:xfrm rot="16020000" flipV="1">
                  <a:off x="11965144" y="10008571"/>
                  <a:ext cx="73165" cy="89770"/>
                </a:xfrm>
                <a:custGeom>
                  <a:avLst/>
                  <a:gdLst/>
                  <a:ahLst/>
                  <a:cxnLst/>
                  <a:rect l="l" t="t" r="r" b="b"/>
                  <a:pathLst>
                    <a:path w="73165" h="89770">
                      <a:moveTo>
                        <a:pt x="44691" y="732"/>
                      </a:moveTo>
                      <a:cubicBezTo>
                        <a:pt x="23621" y="30343"/>
                        <a:pt x="12128" y="46515"/>
                        <a:pt x="604" y="62686"/>
                      </a:cubicBezTo>
                      <a:cubicBezTo>
                        <a:pt x="15205" y="72672"/>
                        <a:pt x="28991" y="88215"/>
                        <a:pt x="44691" y="90445"/>
                      </a:cubicBezTo>
                      <a:cubicBezTo>
                        <a:pt x="53483" y="91732"/>
                        <a:pt x="73674" y="71039"/>
                        <a:pt x="73769" y="60048"/>
                      </a:cubicBezTo>
                      <a:cubicBezTo>
                        <a:pt x="73926" y="45007"/>
                        <a:pt x="59921" y="29778"/>
                        <a:pt x="44691" y="732"/>
                      </a:cubicBezTo>
                    </a:path>
                  </a:pathLst>
                </a:custGeom>
                <a:solidFill>
                  <a:srgbClr val="FFFFFF">
                    <a:alpha val="100000"/>
                  </a:srgbClr>
                </a:solidFill>
                <a:ln>
                  <a:prstDash val="solid"/>
                  <a:headEnd type="none"/>
                  <a:tailEnd type="none"/>
                </a:ln>
              </p:spPr>
              <p:txBody>
                <a:bodyPr/>
                <a:lstStyle/>
                <a:p>
                  <a:endParaRPr lang="zh-CN" altLang="en-US"/>
                </a:p>
              </p:txBody>
            </p:sp>
            <p:sp>
              <p:nvSpPr>
                <p:cNvPr id="11" name="AutoShape 11"/>
                <p:cNvSpPr/>
                <p:nvPr/>
              </p:nvSpPr>
              <p:spPr>
                <a:xfrm flipV="1">
                  <a:off x="11654161" y="9701029"/>
                  <a:ext cx="67093" cy="76568"/>
                </a:xfrm>
                <a:custGeom>
                  <a:avLst/>
                  <a:gdLst/>
                  <a:ahLst/>
                  <a:cxnLst/>
                  <a:rect l="l" t="t" r="r" b="b"/>
                  <a:pathLst>
                    <a:path w="67093" h="76568">
                      <a:moveTo>
                        <a:pt x="35264" y="689"/>
                      </a:moveTo>
                      <a:cubicBezTo>
                        <a:pt x="17994" y="24836"/>
                        <a:pt x="3015" y="37773"/>
                        <a:pt x="597" y="52689"/>
                      </a:cubicBezTo>
                      <a:cubicBezTo>
                        <a:pt x="-502" y="59566"/>
                        <a:pt x="23395" y="77810"/>
                        <a:pt x="35264" y="77244"/>
                      </a:cubicBezTo>
                      <a:cubicBezTo>
                        <a:pt x="47197" y="76679"/>
                        <a:pt x="65786" y="60225"/>
                        <a:pt x="67545" y="48669"/>
                      </a:cubicBezTo>
                      <a:cubicBezTo>
                        <a:pt x="69178" y="37993"/>
                        <a:pt x="52315" y="24553"/>
                        <a:pt x="35264" y="689"/>
                      </a:cubicBezTo>
                    </a:path>
                  </a:pathLst>
                </a:custGeom>
                <a:solidFill>
                  <a:srgbClr val="FFFFFF">
                    <a:alpha val="100000"/>
                  </a:srgbClr>
                </a:solidFill>
                <a:ln>
                  <a:prstDash val="solid"/>
                  <a:headEnd type="none"/>
                  <a:tailEnd type="none"/>
                </a:ln>
              </p:spPr>
              <p:txBody>
                <a:bodyPr/>
                <a:lstStyle/>
                <a:p>
                  <a:endParaRPr lang="zh-CN" altLang="en-US"/>
                </a:p>
              </p:txBody>
            </p:sp>
            <p:sp>
              <p:nvSpPr>
                <p:cNvPr id="12" name="AutoShape 12"/>
                <p:cNvSpPr/>
                <p:nvPr/>
              </p:nvSpPr>
              <p:spPr>
                <a:xfrm rot="16680000" flipV="1">
                  <a:off x="8670354" y="10112619"/>
                  <a:ext cx="61097" cy="73594"/>
                </a:xfrm>
                <a:custGeom>
                  <a:avLst/>
                  <a:gdLst/>
                  <a:ahLst/>
                  <a:cxnLst/>
                  <a:rect l="l" t="t" r="r" b="b"/>
                  <a:pathLst>
                    <a:path w="61097" h="73594">
                      <a:moveTo>
                        <a:pt x="30898" y="744"/>
                      </a:moveTo>
                      <a:cubicBezTo>
                        <a:pt x="16014" y="20715"/>
                        <a:pt x="-911" y="33590"/>
                        <a:pt x="219" y="44517"/>
                      </a:cubicBezTo>
                      <a:cubicBezTo>
                        <a:pt x="1444" y="56104"/>
                        <a:pt x="18934" y="72841"/>
                        <a:pt x="30898" y="74285"/>
                      </a:cubicBezTo>
                      <a:cubicBezTo>
                        <a:pt x="40507" y="75447"/>
                        <a:pt x="61263" y="57172"/>
                        <a:pt x="61263" y="47532"/>
                      </a:cubicBezTo>
                      <a:cubicBezTo>
                        <a:pt x="61294" y="34846"/>
                        <a:pt x="45845" y="22191"/>
                        <a:pt x="30898" y="744"/>
                      </a:cubicBezTo>
                    </a:path>
                  </a:pathLst>
                </a:custGeom>
                <a:solidFill>
                  <a:srgbClr val="FFFFFF">
                    <a:alpha val="100000"/>
                  </a:srgbClr>
                </a:solidFill>
                <a:ln>
                  <a:prstDash val="solid"/>
                  <a:headEnd type="none"/>
                  <a:tailEnd type="none"/>
                </a:ln>
              </p:spPr>
              <p:txBody>
                <a:bodyPr/>
                <a:lstStyle/>
                <a:p>
                  <a:endParaRPr lang="zh-CN" altLang="en-US"/>
                </a:p>
              </p:txBody>
            </p:sp>
            <p:sp>
              <p:nvSpPr>
                <p:cNvPr id="13" name="AutoShape 13"/>
                <p:cNvSpPr/>
                <p:nvPr/>
              </p:nvSpPr>
              <p:spPr>
                <a:xfrm>
                  <a:off x="11174623" y="10597014"/>
                  <a:ext cx="28637" cy="78063"/>
                </a:xfrm>
                <a:custGeom>
                  <a:avLst/>
                  <a:gdLst/>
                  <a:ahLst/>
                  <a:cxnLst/>
                  <a:rect l="l" t="t" r="r" b="b"/>
                  <a:pathLst>
                    <a:path w="28637" h="78063">
                      <a:moveTo>
                        <a:pt x="12584" y="78871"/>
                      </a:moveTo>
                      <a:cubicBezTo>
                        <a:pt x="7905" y="48631"/>
                        <a:pt x="4294" y="25457"/>
                        <a:pt x="495" y="808"/>
                      </a:cubicBezTo>
                      <a:cubicBezTo>
                        <a:pt x="36355" y="28252"/>
                        <a:pt x="36355" y="28252"/>
                        <a:pt x="12584" y="78871"/>
                      </a:cubicBezTo>
                    </a:path>
                  </a:pathLst>
                </a:custGeom>
                <a:solidFill>
                  <a:srgbClr val="FFFFFF">
                    <a:alpha val="100000"/>
                  </a:srgbClr>
                </a:solidFill>
                <a:ln>
                  <a:prstDash val="solid"/>
                  <a:headEnd type="none"/>
                  <a:tailEnd type="none"/>
                </a:ln>
              </p:spPr>
              <p:txBody>
                <a:bodyPr/>
                <a:lstStyle/>
                <a:p>
                  <a:endParaRPr lang="zh-CN" altLang="en-US"/>
                </a:p>
              </p:txBody>
            </p:sp>
            <p:sp>
              <p:nvSpPr>
                <p:cNvPr id="14" name="AutoShape 14"/>
                <p:cNvSpPr/>
                <p:nvPr/>
              </p:nvSpPr>
              <p:spPr>
                <a:xfrm rot="16080000" flipV="1">
                  <a:off x="9034854" y="9590624"/>
                  <a:ext cx="38116" cy="51089"/>
                </a:xfrm>
                <a:custGeom>
                  <a:avLst/>
                  <a:gdLst/>
                  <a:ahLst/>
                  <a:cxnLst/>
                  <a:rect l="l" t="t" r="r" b="b"/>
                  <a:pathLst>
                    <a:path w="38116" h="51089">
                      <a:moveTo>
                        <a:pt x="20407" y="674"/>
                      </a:moveTo>
                      <a:cubicBezTo>
                        <a:pt x="10296" y="12889"/>
                        <a:pt x="-1134" y="21618"/>
                        <a:pt x="342" y="25920"/>
                      </a:cubicBezTo>
                      <a:cubicBezTo>
                        <a:pt x="3701" y="35686"/>
                        <a:pt x="13342" y="43316"/>
                        <a:pt x="20407" y="51763"/>
                      </a:cubicBezTo>
                      <a:cubicBezTo>
                        <a:pt x="26750" y="46017"/>
                        <a:pt x="38933" y="39517"/>
                        <a:pt x="38305" y="34744"/>
                      </a:cubicBezTo>
                      <a:cubicBezTo>
                        <a:pt x="36955" y="24758"/>
                        <a:pt x="28885" y="15715"/>
                        <a:pt x="20407" y="674"/>
                      </a:cubicBezTo>
                    </a:path>
                  </a:pathLst>
                </a:custGeom>
                <a:solidFill>
                  <a:srgbClr val="FFFFFF">
                    <a:alpha val="100000"/>
                  </a:srgbClr>
                </a:solidFill>
                <a:ln>
                  <a:prstDash val="solid"/>
                  <a:headEnd type="none"/>
                  <a:tailEnd type="none"/>
                </a:ln>
              </p:spPr>
              <p:txBody>
                <a:bodyPr/>
                <a:lstStyle/>
                <a:p>
                  <a:endParaRPr lang="zh-CN" altLang="en-US"/>
                </a:p>
              </p:txBody>
            </p:sp>
            <p:sp>
              <p:nvSpPr>
                <p:cNvPr id="15" name="AutoShape 15"/>
                <p:cNvSpPr/>
                <p:nvPr/>
              </p:nvSpPr>
              <p:spPr>
                <a:xfrm rot="16080000" flipV="1">
                  <a:off x="7822982" y="10201104"/>
                  <a:ext cx="31036" cy="42779"/>
                </a:xfrm>
                <a:custGeom>
                  <a:avLst/>
                  <a:gdLst/>
                  <a:ahLst/>
                  <a:cxnLst/>
                  <a:rect l="l" t="t" r="r" b="b"/>
                  <a:pathLst>
                    <a:path w="31036" h="42779">
                      <a:moveTo>
                        <a:pt x="18245" y="754"/>
                      </a:moveTo>
                      <a:cubicBezTo>
                        <a:pt x="8322" y="14790"/>
                        <a:pt x="-879" y="22264"/>
                        <a:pt x="126" y="27885"/>
                      </a:cubicBezTo>
                      <a:cubicBezTo>
                        <a:pt x="1288" y="34259"/>
                        <a:pt x="10928" y="40571"/>
                        <a:pt x="18245" y="43459"/>
                      </a:cubicBezTo>
                      <a:cubicBezTo>
                        <a:pt x="20725" y="44464"/>
                        <a:pt x="31025" y="34950"/>
                        <a:pt x="31088" y="30177"/>
                      </a:cubicBezTo>
                      <a:cubicBezTo>
                        <a:pt x="31119" y="23049"/>
                        <a:pt x="25247" y="15827"/>
                        <a:pt x="18245" y="754"/>
                      </a:cubicBezTo>
                    </a:path>
                  </a:pathLst>
                </a:custGeom>
                <a:solidFill>
                  <a:srgbClr val="FFFFFF">
                    <a:alpha val="100000"/>
                  </a:srgbClr>
                </a:solidFill>
                <a:ln>
                  <a:prstDash val="solid"/>
                  <a:headEnd type="none"/>
                  <a:tailEnd type="none"/>
                </a:ln>
              </p:spPr>
              <p:txBody>
                <a:bodyPr/>
                <a:lstStyle/>
                <a:p>
                  <a:endParaRPr lang="zh-CN" altLang="en-US"/>
                </a:p>
              </p:txBody>
            </p:sp>
            <p:sp>
              <p:nvSpPr>
                <p:cNvPr id="16" name="AutoShape 16"/>
                <p:cNvSpPr/>
                <p:nvPr/>
              </p:nvSpPr>
              <p:spPr>
                <a:xfrm rot="16620000" flipV="1">
                  <a:off x="8371591" y="10465322"/>
                  <a:ext cx="35793" cy="57181"/>
                </a:xfrm>
                <a:custGeom>
                  <a:avLst/>
                  <a:gdLst/>
                  <a:ahLst/>
                  <a:cxnLst/>
                  <a:rect l="l" t="t" r="r" b="b"/>
                  <a:pathLst>
                    <a:path w="35793" h="57181">
                      <a:moveTo>
                        <a:pt x="16907" y="790"/>
                      </a:moveTo>
                      <a:cubicBezTo>
                        <a:pt x="8084" y="16804"/>
                        <a:pt x="-803" y="25597"/>
                        <a:pt x="202" y="33039"/>
                      </a:cubicBezTo>
                      <a:cubicBezTo>
                        <a:pt x="1364" y="41957"/>
                        <a:pt x="10941" y="49681"/>
                        <a:pt x="16907" y="57971"/>
                      </a:cubicBezTo>
                      <a:cubicBezTo>
                        <a:pt x="23564" y="52445"/>
                        <a:pt x="34241" y="47829"/>
                        <a:pt x="35748" y="41140"/>
                      </a:cubicBezTo>
                      <a:cubicBezTo>
                        <a:pt x="37193" y="34640"/>
                        <a:pt x="29279" y="25973"/>
                        <a:pt x="16907" y="790"/>
                      </a:cubicBezTo>
                    </a:path>
                  </a:pathLst>
                </a:custGeom>
                <a:solidFill>
                  <a:srgbClr val="FFFFFF">
                    <a:alpha val="100000"/>
                  </a:srgbClr>
                </a:solidFill>
                <a:ln>
                  <a:prstDash val="solid"/>
                  <a:headEnd type="none"/>
                  <a:tailEnd type="none"/>
                </a:ln>
              </p:spPr>
              <p:txBody>
                <a:bodyPr/>
                <a:lstStyle/>
                <a:p>
                  <a:endParaRPr lang="zh-CN" altLang="en-US"/>
                </a:p>
              </p:txBody>
            </p:sp>
            <p:sp>
              <p:nvSpPr>
                <p:cNvPr id="17" name="AutoShape 17"/>
                <p:cNvSpPr/>
                <p:nvPr/>
              </p:nvSpPr>
              <p:spPr>
                <a:xfrm rot="10740000" flipV="1">
                  <a:off x="9166068" y="10618027"/>
                  <a:ext cx="34594" cy="44244"/>
                </a:xfrm>
                <a:custGeom>
                  <a:avLst/>
                  <a:gdLst/>
                  <a:ahLst/>
                  <a:cxnLst/>
                  <a:rect l="l" t="t" r="r" b="b"/>
                  <a:pathLst>
                    <a:path w="34594" h="44244">
                      <a:moveTo>
                        <a:pt x="18137" y="810"/>
                      </a:moveTo>
                      <a:cubicBezTo>
                        <a:pt x="9188" y="13056"/>
                        <a:pt x="-484" y="20561"/>
                        <a:pt x="270" y="26873"/>
                      </a:cubicBezTo>
                      <a:cubicBezTo>
                        <a:pt x="1055" y="33530"/>
                        <a:pt x="11794" y="39025"/>
                        <a:pt x="18137" y="45054"/>
                      </a:cubicBezTo>
                      <a:cubicBezTo>
                        <a:pt x="24103" y="38774"/>
                        <a:pt x="33932" y="32996"/>
                        <a:pt x="34780" y="26119"/>
                      </a:cubicBezTo>
                      <a:cubicBezTo>
                        <a:pt x="35533" y="19933"/>
                        <a:pt x="26396" y="12617"/>
                        <a:pt x="18137" y="810"/>
                      </a:cubicBezTo>
                    </a:path>
                  </a:pathLst>
                </a:custGeom>
                <a:solidFill>
                  <a:srgbClr val="FFFFFF">
                    <a:alpha val="100000"/>
                  </a:srgbClr>
                </a:solidFill>
                <a:ln>
                  <a:prstDash val="solid"/>
                  <a:headEnd type="none"/>
                  <a:tailEnd type="none"/>
                </a:ln>
              </p:spPr>
              <p:txBody>
                <a:bodyPr/>
                <a:lstStyle/>
                <a:p>
                  <a:endParaRPr lang="zh-CN" altLang="en-US"/>
                </a:p>
              </p:txBody>
            </p:sp>
            <p:sp>
              <p:nvSpPr>
                <p:cNvPr id="18" name="AutoShape 18"/>
                <p:cNvSpPr/>
                <p:nvPr/>
              </p:nvSpPr>
              <p:spPr>
                <a:xfrm rot="16140000" flipV="1">
                  <a:off x="10733400" y="10749283"/>
                  <a:ext cx="25881" cy="30624"/>
                </a:xfrm>
                <a:custGeom>
                  <a:avLst/>
                  <a:gdLst/>
                  <a:ahLst/>
                  <a:cxnLst/>
                  <a:rect l="l" t="t" r="r" b="b"/>
                  <a:pathLst>
                    <a:path w="25881" h="30624">
                      <a:moveTo>
                        <a:pt x="13437" y="826"/>
                      </a:moveTo>
                      <a:cubicBezTo>
                        <a:pt x="7628" y="8425"/>
                        <a:pt x="500" y="13732"/>
                        <a:pt x="437" y="19133"/>
                      </a:cubicBezTo>
                      <a:cubicBezTo>
                        <a:pt x="374" y="23497"/>
                        <a:pt x="9166" y="31756"/>
                        <a:pt x="13437" y="31442"/>
                      </a:cubicBezTo>
                      <a:cubicBezTo>
                        <a:pt x="18367" y="31034"/>
                        <a:pt x="26029" y="23215"/>
                        <a:pt x="26311" y="18285"/>
                      </a:cubicBezTo>
                      <a:cubicBezTo>
                        <a:pt x="26562" y="13355"/>
                        <a:pt x="19120" y="8017"/>
                        <a:pt x="13437" y="826"/>
                      </a:cubicBezTo>
                    </a:path>
                  </a:pathLst>
                </a:custGeom>
                <a:solidFill>
                  <a:srgbClr val="FFFFFF">
                    <a:alpha val="100000"/>
                  </a:srgbClr>
                </a:solidFill>
                <a:ln>
                  <a:prstDash val="solid"/>
                  <a:headEnd type="none"/>
                  <a:tailEnd type="none"/>
                </a:ln>
              </p:spPr>
              <p:txBody>
                <a:bodyPr/>
                <a:lstStyle/>
                <a:p>
                  <a:endParaRPr lang="zh-CN" altLang="en-US"/>
                </a:p>
              </p:txBody>
            </p:sp>
            <p:sp>
              <p:nvSpPr>
                <p:cNvPr id="19" name="AutoShape 19"/>
                <p:cNvSpPr/>
                <p:nvPr/>
              </p:nvSpPr>
              <p:spPr>
                <a:xfrm rot="19440000" flipV="1">
                  <a:off x="7785392" y="10575946"/>
                  <a:ext cx="20769" cy="45123"/>
                </a:xfrm>
                <a:custGeom>
                  <a:avLst/>
                  <a:gdLst/>
                  <a:ahLst/>
                  <a:cxnLst/>
                  <a:rect l="l" t="t" r="r" b="b"/>
                  <a:pathLst>
                    <a:path w="20769" h="45123">
                      <a:moveTo>
                        <a:pt x="9025" y="803"/>
                      </a:moveTo>
                      <a:cubicBezTo>
                        <a:pt x="4535" y="20806"/>
                        <a:pt x="2306" y="30854"/>
                        <a:pt x="45" y="40997"/>
                      </a:cubicBezTo>
                      <a:cubicBezTo>
                        <a:pt x="3028" y="42629"/>
                        <a:pt x="6011" y="44294"/>
                        <a:pt x="9025" y="45927"/>
                      </a:cubicBezTo>
                      <a:cubicBezTo>
                        <a:pt x="13170" y="40494"/>
                        <a:pt x="19984" y="35376"/>
                        <a:pt x="20738" y="29535"/>
                      </a:cubicBezTo>
                      <a:cubicBezTo>
                        <a:pt x="21523" y="23789"/>
                        <a:pt x="16154" y="17320"/>
                        <a:pt x="9025" y="803"/>
                      </a:cubicBezTo>
                    </a:path>
                  </a:pathLst>
                </a:custGeom>
                <a:solidFill>
                  <a:srgbClr val="FFFFFF">
                    <a:alpha val="100000"/>
                  </a:srgbClr>
                </a:solidFill>
                <a:ln>
                  <a:prstDash val="solid"/>
                  <a:headEnd type="none"/>
                  <a:tailEnd type="none"/>
                </a:ln>
              </p:spPr>
              <p:txBody>
                <a:bodyPr/>
                <a:lstStyle/>
                <a:p>
                  <a:endParaRPr lang="zh-CN" altLang="en-US"/>
                </a:p>
              </p:txBody>
            </p:sp>
            <p:sp>
              <p:nvSpPr>
                <p:cNvPr id="20" name="AutoShape 20"/>
                <p:cNvSpPr/>
                <p:nvPr/>
              </p:nvSpPr>
              <p:spPr>
                <a:xfrm rot="16140000" flipV="1">
                  <a:off x="9517124" y="10145344"/>
                  <a:ext cx="28088" cy="31118"/>
                </a:xfrm>
                <a:custGeom>
                  <a:avLst/>
                  <a:gdLst/>
                  <a:ahLst/>
                  <a:cxnLst/>
                  <a:rect l="l" t="t" r="r" b="b"/>
                  <a:pathLst>
                    <a:path w="28088" h="31118">
                      <a:moveTo>
                        <a:pt x="14383" y="746"/>
                      </a:moveTo>
                      <a:cubicBezTo>
                        <a:pt x="8103" y="8251"/>
                        <a:pt x="-30" y="13777"/>
                        <a:pt x="284" y="18739"/>
                      </a:cubicBezTo>
                      <a:cubicBezTo>
                        <a:pt x="598" y="23763"/>
                        <a:pt x="9327" y="31864"/>
                        <a:pt x="14383" y="31864"/>
                      </a:cubicBezTo>
                      <a:cubicBezTo>
                        <a:pt x="19376" y="31896"/>
                        <a:pt x="28043" y="23700"/>
                        <a:pt x="28357" y="18676"/>
                      </a:cubicBezTo>
                      <a:cubicBezTo>
                        <a:pt x="28639" y="13714"/>
                        <a:pt x="20569" y="8188"/>
                        <a:pt x="14383" y="746"/>
                      </a:cubicBezTo>
                    </a:path>
                  </a:pathLst>
                </a:custGeom>
                <a:solidFill>
                  <a:srgbClr val="FFFFFF">
                    <a:alpha val="100000"/>
                  </a:srgbClr>
                </a:solidFill>
                <a:ln>
                  <a:prstDash val="solid"/>
                  <a:headEnd type="none"/>
                  <a:tailEnd type="none"/>
                </a:ln>
              </p:spPr>
              <p:txBody>
                <a:bodyPr/>
                <a:lstStyle/>
                <a:p>
                  <a:endParaRPr lang="zh-CN" altLang="en-US"/>
                </a:p>
              </p:txBody>
            </p:sp>
            <p:sp>
              <p:nvSpPr>
                <p:cNvPr id="21" name="AutoShape 21"/>
                <p:cNvSpPr/>
                <p:nvPr/>
              </p:nvSpPr>
              <p:spPr>
                <a:xfrm rot="14940000" flipV="1">
                  <a:off x="8110943" y="10879741"/>
                  <a:ext cx="21044" cy="28009"/>
                </a:xfrm>
                <a:custGeom>
                  <a:avLst/>
                  <a:gdLst/>
                  <a:ahLst/>
                  <a:cxnLst/>
                  <a:rect l="l" t="t" r="r" b="b"/>
                  <a:pathLst>
                    <a:path w="21044" h="28009">
                      <a:moveTo>
                        <a:pt x="11779" y="843"/>
                      </a:moveTo>
                      <a:cubicBezTo>
                        <a:pt x="6190" y="6181"/>
                        <a:pt x="-499" y="10829"/>
                        <a:pt x="129" y="12210"/>
                      </a:cubicBezTo>
                      <a:cubicBezTo>
                        <a:pt x="2892" y="18271"/>
                        <a:pt x="7728" y="23421"/>
                        <a:pt x="11779" y="28853"/>
                      </a:cubicBezTo>
                      <a:cubicBezTo>
                        <a:pt x="15107" y="25462"/>
                        <a:pt x="21607" y="21474"/>
                        <a:pt x="21105" y="18742"/>
                      </a:cubicBezTo>
                      <a:cubicBezTo>
                        <a:pt x="19975" y="12650"/>
                        <a:pt x="15390" y="7218"/>
                        <a:pt x="11779" y="843"/>
                      </a:cubicBezTo>
                    </a:path>
                  </a:pathLst>
                </a:custGeom>
                <a:solidFill>
                  <a:srgbClr val="FFFFFF">
                    <a:alpha val="100000"/>
                  </a:srgbClr>
                </a:solidFill>
                <a:ln>
                  <a:prstDash val="solid"/>
                  <a:headEnd type="none"/>
                  <a:tailEnd type="none"/>
                </a:ln>
              </p:spPr>
              <p:txBody>
                <a:bodyPr/>
                <a:lstStyle/>
                <a:p>
                  <a:endParaRPr lang="zh-CN" altLang="en-US"/>
                </a:p>
              </p:txBody>
            </p:sp>
            <p:sp>
              <p:nvSpPr>
                <p:cNvPr id="22" name="AutoShape 22"/>
                <p:cNvSpPr/>
                <p:nvPr/>
              </p:nvSpPr>
              <p:spPr>
                <a:xfrm rot="10260000" flipV="1">
                  <a:off x="8505646" y="10711114"/>
                  <a:ext cx="24694" cy="26656"/>
                </a:xfrm>
                <a:custGeom>
                  <a:avLst/>
                  <a:gdLst/>
                  <a:ahLst/>
                  <a:cxnLst/>
                  <a:rect l="l" t="t" r="r" b="b"/>
                  <a:pathLst>
                    <a:path w="24694" h="26656">
                      <a:moveTo>
                        <a:pt x="15401" y="821"/>
                      </a:moveTo>
                      <a:cubicBezTo>
                        <a:pt x="8587" y="7886"/>
                        <a:pt x="4379" y="12314"/>
                        <a:pt x="140" y="16741"/>
                      </a:cubicBezTo>
                      <a:cubicBezTo>
                        <a:pt x="5164" y="20478"/>
                        <a:pt x="9749" y="25377"/>
                        <a:pt x="15401" y="27418"/>
                      </a:cubicBezTo>
                      <a:cubicBezTo>
                        <a:pt x="17505" y="28171"/>
                        <a:pt x="25198" y="21640"/>
                        <a:pt x="24821" y="19316"/>
                      </a:cubicBezTo>
                      <a:cubicBezTo>
                        <a:pt x="23973" y="13821"/>
                        <a:pt x="19797" y="8860"/>
                        <a:pt x="15401" y="821"/>
                      </a:cubicBezTo>
                    </a:path>
                  </a:pathLst>
                </a:custGeom>
                <a:solidFill>
                  <a:srgbClr val="FFFFFF">
                    <a:alpha val="100000"/>
                  </a:srgbClr>
                </a:solidFill>
                <a:ln>
                  <a:prstDash val="solid"/>
                  <a:headEnd type="none"/>
                  <a:tailEnd type="none"/>
                </a:ln>
              </p:spPr>
              <p:txBody>
                <a:bodyPr/>
                <a:lstStyle/>
                <a:p>
                  <a:endParaRPr lang="zh-CN" altLang="en-US"/>
                </a:p>
              </p:txBody>
            </p:sp>
            <p:sp>
              <p:nvSpPr>
                <p:cNvPr id="23" name="AutoShape 23"/>
                <p:cNvSpPr/>
                <p:nvPr/>
              </p:nvSpPr>
              <p:spPr>
                <a:xfrm rot="17040000" flipV="1">
                  <a:off x="8791722" y="10468080"/>
                  <a:ext cx="26527" cy="36550"/>
                </a:xfrm>
                <a:custGeom>
                  <a:avLst/>
                  <a:gdLst/>
                  <a:ahLst/>
                  <a:cxnLst/>
                  <a:rect l="l" t="t" r="r" b="b"/>
                  <a:pathLst>
                    <a:path w="26527" h="36550">
                      <a:moveTo>
                        <a:pt x="15640" y="789"/>
                      </a:moveTo>
                      <a:cubicBezTo>
                        <a:pt x="8669" y="8262"/>
                        <a:pt x="-752" y="14982"/>
                        <a:pt x="253" y="17871"/>
                      </a:cubicBezTo>
                      <a:cubicBezTo>
                        <a:pt x="2891" y="25282"/>
                        <a:pt x="10239" y="30965"/>
                        <a:pt x="15640" y="37340"/>
                      </a:cubicBezTo>
                      <a:cubicBezTo>
                        <a:pt x="19596" y="31656"/>
                        <a:pt x="26347" y="26129"/>
                        <a:pt x="26693" y="20257"/>
                      </a:cubicBezTo>
                      <a:cubicBezTo>
                        <a:pt x="27038" y="14794"/>
                        <a:pt x="20601" y="8922"/>
                        <a:pt x="15640" y="789"/>
                      </a:cubicBezTo>
                    </a:path>
                  </a:pathLst>
                </a:custGeom>
                <a:solidFill>
                  <a:srgbClr val="FFFFFF">
                    <a:alpha val="100000"/>
                  </a:srgbClr>
                </a:solidFill>
                <a:ln>
                  <a:prstDash val="solid"/>
                  <a:headEnd type="none"/>
                  <a:tailEnd type="none"/>
                </a:ln>
              </p:spPr>
              <p:txBody>
                <a:bodyPr/>
                <a:lstStyle/>
                <a:p>
                  <a:endParaRPr lang="zh-CN" altLang="en-US"/>
                </a:p>
              </p:txBody>
            </p:sp>
            <p:sp>
              <p:nvSpPr>
                <p:cNvPr id="24" name="AutoShape 24"/>
                <p:cNvSpPr/>
                <p:nvPr/>
              </p:nvSpPr>
              <p:spPr>
                <a:xfrm rot="16860000" flipV="1">
                  <a:off x="10949114" y="10318631"/>
                  <a:ext cx="24781" cy="34635"/>
                </a:xfrm>
                <a:custGeom>
                  <a:avLst/>
                  <a:gdLst/>
                  <a:ahLst/>
                  <a:cxnLst/>
                  <a:rect l="l" t="t" r="r" b="b"/>
                  <a:pathLst>
                    <a:path w="24781" h="34635">
                      <a:moveTo>
                        <a:pt x="12877" y="769"/>
                      </a:moveTo>
                      <a:cubicBezTo>
                        <a:pt x="6942" y="9812"/>
                        <a:pt x="191" y="15590"/>
                        <a:pt x="474" y="20960"/>
                      </a:cubicBezTo>
                      <a:cubicBezTo>
                        <a:pt x="725" y="25984"/>
                        <a:pt x="8449" y="30600"/>
                        <a:pt x="12877" y="35404"/>
                      </a:cubicBezTo>
                      <a:cubicBezTo>
                        <a:pt x="17305" y="30254"/>
                        <a:pt x="24621" y="25356"/>
                        <a:pt x="25218" y="19798"/>
                      </a:cubicBezTo>
                      <a:cubicBezTo>
                        <a:pt x="25751" y="14899"/>
                        <a:pt x="18686" y="9184"/>
                        <a:pt x="12877" y="769"/>
                      </a:cubicBezTo>
                    </a:path>
                  </a:pathLst>
                </a:custGeom>
                <a:solidFill>
                  <a:srgbClr val="FFFFFF">
                    <a:alpha val="100000"/>
                  </a:srgbClr>
                </a:solidFill>
                <a:ln>
                  <a:prstDash val="solid"/>
                  <a:headEnd type="none"/>
                  <a:tailEnd type="none"/>
                </a:ln>
              </p:spPr>
              <p:txBody>
                <a:bodyPr/>
                <a:lstStyle/>
                <a:p>
                  <a:endParaRPr lang="zh-CN" altLang="en-US"/>
                </a:p>
              </p:txBody>
            </p:sp>
            <p:sp>
              <p:nvSpPr>
                <p:cNvPr id="25" name="AutoShape 25"/>
                <p:cNvSpPr/>
                <p:nvPr/>
              </p:nvSpPr>
              <p:spPr>
                <a:xfrm rot="10320000" flipV="1">
                  <a:off x="9306654" y="9571144"/>
                  <a:ext cx="28628" cy="33944"/>
                </a:xfrm>
                <a:custGeom>
                  <a:avLst/>
                  <a:gdLst/>
                  <a:ahLst/>
                  <a:cxnLst/>
                  <a:rect l="l" t="t" r="r" b="b"/>
                  <a:pathLst>
                    <a:path w="28628" h="33944">
                      <a:moveTo>
                        <a:pt x="15630" y="670"/>
                      </a:moveTo>
                      <a:cubicBezTo>
                        <a:pt x="9130" y="6731"/>
                        <a:pt x="-604" y="13325"/>
                        <a:pt x="306" y="15492"/>
                      </a:cubicBezTo>
                      <a:cubicBezTo>
                        <a:pt x="3384" y="22714"/>
                        <a:pt x="10229" y="28366"/>
                        <a:pt x="15630" y="34615"/>
                      </a:cubicBezTo>
                      <a:cubicBezTo>
                        <a:pt x="20372" y="29277"/>
                        <a:pt x="28253" y="24284"/>
                        <a:pt x="28850" y="18506"/>
                      </a:cubicBezTo>
                      <a:cubicBezTo>
                        <a:pt x="29384" y="13670"/>
                        <a:pt x="21408" y="7955"/>
                        <a:pt x="15630" y="670"/>
                      </a:cubicBezTo>
                    </a:path>
                  </a:pathLst>
                </a:custGeom>
                <a:solidFill>
                  <a:srgbClr val="FFFFFF">
                    <a:alpha val="100000"/>
                  </a:srgbClr>
                </a:solidFill>
                <a:ln>
                  <a:prstDash val="solid"/>
                  <a:headEnd type="none"/>
                  <a:tailEnd type="none"/>
                </a:ln>
              </p:spPr>
              <p:txBody>
                <a:bodyPr/>
                <a:lstStyle/>
                <a:p>
                  <a:endParaRPr lang="zh-CN" altLang="en-US"/>
                </a:p>
              </p:txBody>
            </p:sp>
            <p:sp>
              <p:nvSpPr>
                <p:cNvPr id="26" name="AutoShape 26"/>
                <p:cNvSpPr/>
                <p:nvPr/>
              </p:nvSpPr>
              <p:spPr>
                <a:xfrm rot="16200000" flipV="1">
                  <a:off x="10026753" y="8319231"/>
                  <a:ext cx="434874" cy="5565880"/>
                </a:xfrm>
                <a:custGeom>
                  <a:avLst/>
                  <a:gdLst/>
                  <a:ahLst/>
                  <a:cxnLst/>
                  <a:rect l="l" t="t" r="r" b="b"/>
                  <a:pathLst>
                    <a:path w="434874" h="5565880">
                      <a:moveTo>
                        <a:pt x="217911" y="871"/>
                      </a:moveTo>
                      <a:cubicBezTo>
                        <a:pt x="97802" y="871"/>
                        <a:pt x="458" y="1246836"/>
                        <a:pt x="458" y="2783795"/>
                      </a:cubicBezTo>
                      <a:cubicBezTo>
                        <a:pt x="458" y="4320755"/>
                        <a:pt x="97802" y="5566751"/>
                        <a:pt x="217911" y="5566751"/>
                      </a:cubicBezTo>
                      <a:cubicBezTo>
                        <a:pt x="337989" y="5566751"/>
                        <a:pt x="435332" y="4320755"/>
                        <a:pt x="435332" y="2783795"/>
                      </a:cubicBezTo>
                      <a:cubicBezTo>
                        <a:pt x="435332" y="1246836"/>
                        <a:pt x="337989" y="871"/>
                        <a:pt x="217911" y="871"/>
                      </a:cubicBezTo>
                    </a:path>
                  </a:pathLst>
                </a:custGeom>
                <a:solidFill>
                  <a:srgbClr val="000000">
                    <a:alpha val="100000"/>
                    <a:lumMod val="25000"/>
                    <a:lumOff val="75000"/>
                  </a:srgbClr>
                </a:solidFill>
                <a:ln>
                  <a:prstDash val="solid"/>
                  <a:headEnd type="none"/>
                  <a:tailEnd type="none"/>
                </a:ln>
              </p:spPr>
              <p:txBody>
                <a:bodyPr/>
                <a:lstStyle/>
                <a:p>
                  <a:endParaRPr lang="zh-CN" altLang="en-US"/>
                </a:p>
              </p:txBody>
            </p:sp>
            <p:sp>
              <p:nvSpPr>
                <p:cNvPr id="27" name="AutoShape 27"/>
                <p:cNvSpPr/>
                <p:nvPr/>
              </p:nvSpPr>
              <p:spPr>
                <a:xfrm rot="10800000" flipV="1">
                  <a:off x="9308332" y="10270470"/>
                  <a:ext cx="3320668" cy="832129"/>
                </a:xfrm>
                <a:custGeom>
                  <a:avLst/>
                  <a:gdLst/>
                  <a:ahLst/>
                  <a:cxnLst/>
                  <a:rect l="l" t="t" r="r" b="b"/>
                  <a:pathLst>
                    <a:path w="3320668" h="832129">
                      <a:moveTo>
                        <a:pt x="277" y="511"/>
                      </a:moveTo>
                      <a:lnTo>
                        <a:pt x="3320946" y="511"/>
                      </a:lnTo>
                      <a:lnTo>
                        <a:pt x="3320946" y="832640"/>
                      </a:lnTo>
                      <a:lnTo>
                        <a:pt x="277" y="832640"/>
                      </a:lnTo>
                      <a:close/>
                    </a:path>
                  </a:pathLst>
                </a:custGeom>
                <a:solidFill>
                  <a:srgbClr val="2F5653">
                    <a:alpha val="100000"/>
                  </a:srgbClr>
                </a:solidFill>
                <a:ln>
                  <a:prstDash val="solid"/>
                  <a:headEnd type="none"/>
                  <a:tailEnd type="none"/>
                </a:ln>
              </p:spPr>
              <p:txBody>
                <a:bodyPr/>
                <a:lstStyle/>
                <a:p>
                  <a:endParaRPr lang="zh-CN" altLang="en-US"/>
                </a:p>
              </p:txBody>
            </p:sp>
            <p:sp>
              <p:nvSpPr>
                <p:cNvPr id="28" name="AutoShape 28"/>
                <p:cNvSpPr/>
                <p:nvPr/>
              </p:nvSpPr>
              <p:spPr>
                <a:xfrm>
                  <a:off x="8939345" y="7369033"/>
                  <a:ext cx="1114739" cy="883910"/>
                </a:xfrm>
                <a:custGeom>
                  <a:avLst/>
                  <a:gdLst/>
                  <a:ahLst/>
                  <a:cxnLst/>
                  <a:rect l="l" t="t" r="r" b="b"/>
                  <a:pathLst>
                    <a:path w="1114739" h="883910">
                      <a:moveTo>
                        <a:pt x="1083626" y="91477"/>
                      </a:moveTo>
                      <a:lnTo>
                        <a:pt x="1115027" y="884355"/>
                      </a:lnTo>
                      <a:lnTo>
                        <a:pt x="287" y="640997"/>
                      </a:lnTo>
                      <a:lnTo>
                        <a:pt x="366267" y="445"/>
                      </a:lnTo>
                    </a:path>
                  </a:pathLst>
                </a:custGeom>
                <a:solidFill>
                  <a:srgbClr val="08062C">
                    <a:alpha val="100000"/>
                  </a:srgbClr>
                </a:solidFill>
                <a:ln>
                  <a:prstDash val="solid"/>
                  <a:headEnd type="none"/>
                  <a:tailEnd type="none"/>
                </a:ln>
              </p:spPr>
              <p:txBody>
                <a:bodyPr/>
                <a:lstStyle/>
                <a:p>
                  <a:endParaRPr lang="zh-CN" altLang="en-US"/>
                </a:p>
              </p:txBody>
            </p:sp>
            <p:sp>
              <p:nvSpPr>
                <p:cNvPr id="29" name="AutoShape 29"/>
                <p:cNvSpPr/>
                <p:nvPr/>
              </p:nvSpPr>
              <p:spPr>
                <a:xfrm>
                  <a:off x="11555971" y="9313255"/>
                  <a:ext cx="546499" cy="472430"/>
                </a:xfrm>
                <a:custGeom>
                  <a:avLst/>
                  <a:gdLst/>
                  <a:ahLst/>
                  <a:cxnLst/>
                  <a:rect l="l" t="t" r="r" b="b"/>
                  <a:pathLst>
                    <a:path w="546499" h="472430">
                      <a:moveTo>
                        <a:pt x="182483" y="1053"/>
                      </a:moveTo>
                      <a:cubicBezTo>
                        <a:pt x="268742" y="-1836"/>
                        <a:pt x="355535" y="11761"/>
                        <a:pt x="436801" y="40838"/>
                      </a:cubicBezTo>
                      <a:cubicBezTo>
                        <a:pt x="446567" y="44324"/>
                        <a:pt x="456521" y="48218"/>
                        <a:pt x="464089" y="55314"/>
                      </a:cubicBezTo>
                      <a:cubicBezTo>
                        <a:pt x="471656" y="62411"/>
                        <a:pt x="476398" y="73496"/>
                        <a:pt x="473195" y="83356"/>
                      </a:cubicBezTo>
                      <a:cubicBezTo>
                        <a:pt x="468265" y="98428"/>
                        <a:pt x="449173" y="101505"/>
                        <a:pt x="433598" y="104426"/>
                      </a:cubicBezTo>
                      <a:cubicBezTo>
                        <a:pt x="371141" y="116107"/>
                        <a:pt x="339740" y="118368"/>
                        <a:pt x="276027" y="125527"/>
                      </a:cubicBezTo>
                      <a:cubicBezTo>
                        <a:pt x="392651" y="159221"/>
                        <a:pt x="563567" y="247238"/>
                        <a:pt x="545794" y="288939"/>
                      </a:cubicBezTo>
                      <a:cubicBezTo>
                        <a:pt x="532543" y="320026"/>
                        <a:pt x="401538" y="296538"/>
                        <a:pt x="313081" y="276472"/>
                      </a:cubicBezTo>
                      <a:cubicBezTo>
                        <a:pt x="313081" y="276472"/>
                        <a:pt x="509526" y="339589"/>
                        <a:pt x="492946" y="385434"/>
                      </a:cubicBezTo>
                      <a:cubicBezTo>
                        <a:pt x="476335" y="431249"/>
                        <a:pt x="258160" y="372309"/>
                        <a:pt x="258160" y="372309"/>
                      </a:cubicBezTo>
                      <a:cubicBezTo>
                        <a:pt x="258160" y="372309"/>
                        <a:pt x="418997" y="424466"/>
                        <a:pt x="407378" y="462116"/>
                      </a:cubicBezTo>
                      <a:cubicBezTo>
                        <a:pt x="395760" y="499766"/>
                        <a:pt x="577" y="428580"/>
                        <a:pt x="577" y="428580"/>
                      </a:cubicBezTo>
                      <a:lnTo>
                        <a:pt x="182483" y="1053"/>
                      </a:lnTo>
                      <a:close/>
                    </a:path>
                  </a:pathLst>
                </a:custGeom>
                <a:solidFill>
                  <a:srgbClr val="FFA9B3">
                    <a:alpha val="100000"/>
                  </a:srgbClr>
                </a:solidFill>
                <a:ln>
                  <a:prstDash val="solid"/>
                  <a:headEnd type="none"/>
                  <a:tailEnd type="none"/>
                </a:ln>
              </p:spPr>
              <p:txBody>
                <a:bodyPr/>
                <a:lstStyle/>
                <a:p>
                  <a:endParaRPr lang="zh-CN" altLang="en-US"/>
                </a:p>
              </p:txBody>
            </p:sp>
            <p:sp>
              <p:nvSpPr>
                <p:cNvPr id="30" name="AutoShape 30"/>
                <p:cNvSpPr/>
                <p:nvPr/>
              </p:nvSpPr>
              <p:spPr>
                <a:xfrm>
                  <a:off x="9254205" y="7917141"/>
                  <a:ext cx="454970" cy="500628"/>
                </a:xfrm>
                <a:custGeom>
                  <a:avLst/>
                  <a:gdLst/>
                  <a:ahLst/>
                  <a:cxnLst/>
                  <a:rect l="l" t="t" r="r" b="b"/>
                  <a:pathLst>
                    <a:path w="454970" h="500628">
                      <a:moveTo>
                        <a:pt x="455246" y="501101"/>
                      </a:moveTo>
                      <a:lnTo>
                        <a:pt x="275" y="433369"/>
                      </a:lnTo>
                      <a:lnTo>
                        <a:pt x="99911" y="138010"/>
                      </a:lnTo>
                      <a:lnTo>
                        <a:pt x="110619" y="106232"/>
                      </a:lnTo>
                      <a:lnTo>
                        <a:pt x="111090" y="104945"/>
                      </a:lnTo>
                      <a:lnTo>
                        <a:pt x="120887" y="75805"/>
                      </a:lnTo>
                      <a:lnTo>
                        <a:pt x="146322" y="473"/>
                      </a:lnTo>
                      <a:lnTo>
                        <a:pt x="451478" y="59759"/>
                      </a:lnTo>
                      <a:lnTo>
                        <a:pt x="452106" y="128935"/>
                      </a:lnTo>
                      <a:lnTo>
                        <a:pt x="453237" y="260318"/>
                      </a:lnTo>
                      <a:lnTo>
                        <a:pt x="453394" y="278907"/>
                      </a:lnTo>
                      <a:lnTo>
                        <a:pt x="453488" y="290839"/>
                      </a:lnTo>
                      <a:lnTo>
                        <a:pt x="455246" y="501101"/>
                      </a:lnTo>
                      <a:close/>
                    </a:path>
                  </a:pathLst>
                </a:custGeom>
                <a:solidFill>
                  <a:srgbClr val="FFA9B3">
                    <a:alpha val="100000"/>
                  </a:srgbClr>
                </a:solidFill>
                <a:ln>
                  <a:prstDash val="solid"/>
                  <a:headEnd type="none"/>
                  <a:tailEnd type="none"/>
                </a:ln>
              </p:spPr>
              <p:txBody>
                <a:bodyPr/>
                <a:lstStyle/>
                <a:p>
                  <a:endParaRPr lang="zh-CN" altLang="en-US"/>
                </a:p>
              </p:txBody>
            </p:sp>
            <p:sp>
              <p:nvSpPr>
                <p:cNvPr id="31" name="AutoShape 31"/>
                <p:cNvSpPr/>
                <p:nvPr/>
              </p:nvSpPr>
              <p:spPr>
                <a:xfrm>
                  <a:off x="9365009" y="7917164"/>
                  <a:ext cx="342146" cy="259812"/>
                </a:xfrm>
                <a:custGeom>
                  <a:avLst/>
                  <a:gdLst/>
                  <a:ahLst/>
                  <a:cxnLst/>
                  <a:rect l="l" t="t" r="r" b="b"/>
                  <a:pathLst>
                    <a:path w="342146" h="259812">
                      <a:moveTo>
                        <a:pt x="342427" y="260274"/>
                      </a:moveTo>
                      <a:cubicBezTo>
                        <a:pt x="216163" y="245044"/>
                        <a:pt x="94264" y="190658"/>
                        <a:pt x="281" y="104933"/>
                      </a:cubicBezTo>
                      <a:lnTo>
                        <a:pt x="10109" y="75792"/>
                      </a:lnTo>
                      <a:lnTo>
                        <a:pt x="35544" y="461"/>
                      </a:lnTo>
                      <a:lnTo>
                        <a:pt x="340700" y="59746"/>
                      </a:lnTo>
                      <a:lnTo>
                        <a:pt x="341297" y="128892"/>
                      </a:lnTo>
                      <a:lnTo>
                        <a:pt x="342427" y="260274"/>
                      </a:lnTo>
                      <a:close/>
                    </a:path>
                  </a:pathLst>
                </a:custGeom>
                <a:solidFill>
                  <a:srgbClr val="08062C">
                    <a:alpha val="100000"/>
                  </a:srgbClr>
                </a:solidFill>
                <a:ln>
                  <a:prstDash val="solid"/>
                  <a:headEnd type="none"/>
                  <a:tailEnd type="none"/>
                </a:ln>
              </p:spPr>
              <p:txBody>
                <a:bodyPr/>
                <a:lstStyle/>
                <a:p>
                  <a:endParaRPr lang="zh-CN" altLang="en-US"/>
                </a:p>
              </p:txBody>
            </p:sp>
            <p:sp>
              <p:nvSpPr>
                <p:cNvPr id="32" name="AutoShape 32"/>
                <p:cNvSpPr/>
                <p:nvPr/>
              </p:nvSpPr>
              <p:spPr>
                <a:xfrm rot="6000000" flipV="1">
                  <a:off x="9899072" y="7553756"/>
                  <a:ext cx="194435" cy="194404"/>
                </a:xfrm>
                <a:custGeom>
                  <a:avLst/>
                  <a:gdLst/>
                  <a:ahLst/>
                  <a:cxnLst/>
                  <a:rect l="l" t="t" r="r" b="b"/>
                  <a:pathLst>
                    <a:path w="194435" h="194404">
                      <a:moveTo>
                        <a:pt x="97551" y="413"/>
                      </a:moveTo>
                      <a:cubicBezTo>
                        <a:pt x="151247" y="413"/>
                        <a:pt x="194737" y="43935"/>
                        <a:pt x="194769" y="97631"/>
                      </a:cubicBezTo>
                      <a:cubicBezTo>
                        <a:pt x="194769" y="151295"/>
                        <a:pt x="151247" y="194817"/>
                        <a:pt x="97551" y="194817"/>
                      </a:cubicBezTo>
                      <a:cubicBezTo>
                        <a:pt x="43887" y="194849"/>
                        <a:pt x="365" y="151327"/>
                        <a:pt x="333" y="97631"/>
                      </a:cubicBezTo>
                      <a:cubicBezTo>
                        <a:pt x="333" y="43935"/>
                        <a:pt x="43855" y="413"/>
                        <a:pt x="97551" y="413"/>
                      </a:cubicBezTo>
                    </a:path>
                  </a:pathLst>
                </a:custGeom>
                <a:solidFill>
                  <a:srgbClr val="FFA9B3">
                    <a:alpha val="100000"/>
                  </a:srgbClr>
                </a:solidFill>
                <a:ln>
                  <a:prstDash val="solid"/>
                  <a:headEnd type="none"/>
                  <a:tailEnd type="none"/>
                </a:ln>
              </p:spPr>
              <p:txBody>
                <a:bodyPr/>
                <a:lstStyle/>
                <a:p>
                  <a:endParaRPr lang="zh-CN" altLang="en-US"/>
                </a:p>
              </p:txBody>
            </p:sp>
            <p:sp>
              <p:nvSpPr>
                <p:cNvPr id="33" name="AutoShape 33"/>
                <p:cNvSpPr/>
                <p:nvPr/>
              </p:nvSpPr>
              <p:spPr>
                <a:xfrm>
                  <a:off x="9231499" y="7124850"/>
                  <a:ext cx="792360" cy="954413"/>
                </a:xfrm>
                <a:custGeom>
                  <a:avLst/>
                  <a:gdLst/>
                  <a:ahLst/>
                  <a:cxnLst/>
                  <a:rect l="l" t="t" r="r" b="b"/>
                  <a:pathLst>
                    <a:path w="792360" h="954413">
                      <a:moveTo>
                        <a:pt x="792660" y="422684"/>
                      </a:moveTo>
                      <a:cubicBezTo>
                        <a:pt x="792598" y="427395"/>
                        <a:pt x="792503" y="432199"/>
                        <a:pt x="792503" y="436972"/>
                      </a:cubicBezTo>
                      <a:cubicBezTo>
                        <a:pt x="791342" y="519023"/>
                        <a:pt x="785187" y="601357"/>
                        <a:pt x="760945" y="679389"/>
                      </a:cubicBezTo>
                      <a:cubicBezTo>
                        <a:pt x="732841" y="770138"/>
                        <a:pt x="677952" y="855957"/>
                        <a:pt x="594048" y="906513"/>
                      </a:cubicBezTo>
                      <a:cubicBezTo>
                        <a:pt x="492843" y="967588"/>
                        <a:pt x="356405" y="969598"/>
                        <a:pt x="246501" y="919073"/>
                      </a:cubicBezTo>
                      <a:cubicBezTo>
                        <a:pt x="136534" y="868423"/>
                        <a:pt x="54106" y="769039"/>
                        <a:pt x="19879" y="658256"/>
                      </a:cubicBezTo>
                      <a:cubicBezTo>
                        <a:pt x="11087" y="629712"/>
                        <a:pt x="5277" y="600635"/>
                        <a:pt x="2514" y="571306"/>
                      </a:cubicBezTo>
                      <a:cubicBezTo>
                        <a:pt x="-2981" y="515789"/>
                        <a:pt x="1886" y="459675"/>
                        <a:pt x="15640" y="405508"/>
                      </a:cubicBezTo>
                      <a:cubicBezTo>
                        <a:pt x="15702" y="405194"/>
                        <a:pt x="15797" y="404786"/>
                        <a:pt x="15859" y="404472"/>
                      </a:cubicBezTo>
                      <a:cubicBezTo>
                        <a:pt x="17587" y="397501"/>
                        <a:pt x="19565" y="390435"/>
                        <a:pt x="21669" y="383496"/>
                      </a:cubicBezTo>
                      <a:cubicBezTo>
                        <a:pt x="25594" y="370559"/>
                        <a:pt x="29990" y="357778"/>
                        <a:pt x="34951" y="345124"/>
                      </a:cubicBezTo>
                      <a:cubicBezTo>
                        <a:pt x="35893" y="342863"/>
                        <a:pt x="36835" y="340508"/>
                        <a:pt x="37715" y="338215"/>
                      </a:cubicBezTo>
                      <a:cubicBezTo>
                        <a:pt x="38248" y="336897"/>
                        <a:pt x="39976" y="328481"/>
                        <a:pt x="43963" y="314979"/>
                      </a:cubicBezTo>
                      <a:cubicBezTo>
                        <a:pt x="44937" y="311838"/>
                        <a:pt x="46005" y="308384"/>
                        <a:pt x="47104" y="304773"/>
                      </a:cubicBezTo>
                      <a:cubicBezTo>
                        <a:pt x="62584" y="257609"/>
                        <a:pt x="100894" y="168649"/>
                        <a:pt x="191235" y="89833"/>
                      </a:cubicBezTo>
                      <a:cubicBezTo>
                        <a:pt x="298564" y="-3963"/>
                        <a:pt x="436886" y="-9144"/>
                        <a:pt x="525343" y="8284"/>
                      </a:cubicBezTo>
                      <a:cubicBezTo>
                        <a:pt x="610848" y="25083"/>
                        <a:pt x="709604" y="75953"/>
                        <a:pt x="752153" y="154833"/>
                      </a:cubicBezTo>
                      <a:cubicBezTo>
                        <a:pt x="778750" y="204133"/>
                        <a:pt x="787699" y="259336"/>
                        <a:pt x="790839" y="315073"/>
                      </a:cubicBezTo>
                      <a:cubicBezTo>
                        <a:pt x="791153" y="321039"/>
                        <a:pt x="791467" y="327005"/>
                        <a:pt x="791624" y="332971"/>
                      </a:cubicBezTo>
                      <a:cubicBezTo>
                        <a:pt x="791781" y="335546"/>
                        <a:pt x="791875" y="338153"/>
                        <a:pt x="791970" y="340728"/>
                      </a:cubicBezTo>
                      <a:lnTo>
                        <a:pt x="791875" y="340822"/>
                      </a:lnTo>
                      <a:cubicBezTo>
                        <a:pt x="792095" y="346788"/>
                        <a:pt x="792189" y="352660"/>
                        <a:pt x="792346" y="358626"/>
                      </a:cubicBezTo>
                      <a:cubicBezTo>
                        <a:pt x="792598" y="371658"/>
                        <a:pt x="792598" y="384532"/>
                        <a:pt x="792598" y="397407"/>
                      </a:cubicBezTo>
                      <a:cubicBezTo>
                        <a:pt x="792660" y="405885"/>
                        <a:pt x="792660" y="414300"/>
                        <a:pt x="792660" y="422684"/>
                      </a:cubicBezTo>
                    </a:path>
                  </a:pathLst>
                </a:custGeom>
                <a:solidFill>
                  <a:srgbClr val="FFA9B3">
                    <a:alpha val="100000"/>
                  </a:srgbClr>
                </a:solidFill>
                <a:ln>
                  <a:prstDash val="solid"/>
                  <a:headEnd type="none"/>
                  <a:tailEnd type="none"/>
                </a:ln>
              </p:spPr>
              <p:txBody>
                <a:bodyPr/>
                <a:lstStyle/>
                <a:p>
                  <a:endParaRPr lang="zh-CN" altLang="en-US"/>
                </a:p>
              </p:txBody>
            </p:sp>
            <p:sp>
              <p:nvSpPr>
                <p:cNvPr id="34" name="AutoShape 34"/>
                <p:cNvSpPr/>
                <p:nvPr/>
              </p:nvSpPr>
              <p:spPr>
                <a:xfrm rot="6000000" flipV="1">
                  <a:off x="9601534" y="7613502"/>
                  <a:ext cx="52439" cy="36707"/>
                </a:xfrm>
                <a:custGeom>
                  <a:avLst/>
                  <a:gdLst/>
                  <a:ahLst/>
                  <a:cxnLst/>
                  <a:rect l="l" t="t" r="r" b="b"/>
                  <a:pathLst>
                    <a:path w="52439" h="36707">
                      <a:moveTo>
                        <a:pt x="26507" y="410"/>
                      </a:moveTo>
                      <a:cubicBezTo>
                        <a:pt x="40983" y="410"/>
                        <a:pt x="52727" y="8637"/>
                        <a:pt x="52727" y="18780"/>
                      </a:cubicBezTo>
                      <a:cubicBezTo>
                        <a:pt x="52695" y="28922"/>
                        <a:pt x="40983" y="37150"/>
                        <a:pt x="26507" y="37118"/>
                      </a:cubicBezTo>
                      <a:cubicBezTo>
                        <a:pt x="12000" y="37150"/>
                        <a:pt x="287" y="28922"/>
                        <a:pt x="287" y="18748"/>
                      </a:cubicBezTo>
                      <a:cubicBezTo>
                        <a:pt x="287" y="8637"/>
                        <a:pt x="12000" y="410"/>
                        <a:pt x="26507" y="410"/>
                      </a:cubicBezTo>
                    </a:path>
                  </a:pathLst>
                </a:custGeom>
                <a:solidFill>
                  <a:srgbClr val="08062C">
                    <a:alpha val="100000"/>
                  </a:srgbClr>
                </a:solidFill>
                <a:ln>
                  <a:prstDash val="solid"/>
                  <a:headEnd type="none"/>
                  <a:tailEnd type="none"/>
                </a:ln>
              </p:spPr>
              <p:txBody>
                <a:bodyPr/>
                <a:lstStyle/>
                <a:p>
                  <a:endParaRPr lang="zh-CN" altLang="en-US"/>
                </a:p>
              </p:txBody>
            </p:sp>
            <p:sp>
              <p:nvSpPr>
                <p:cNvPr id="35" name="AutoShape 35"/>
                <p:cNvSpPr/>
                <p:nvPr/>
              </p:nvSpPr>
              <p:spPr>
                <a:xfrm>
                  <a:off x="9247070" y="7124834"/>
                  <a:ext cx="775764" cy="452986"/>
                </a:xfrm>
                <a:custGeom>
                  <a:avLst/>
                  <a:gdLst/>
                  <a:ahLst/>
                  <a:cxnLst/>
                  <a:rect l="l" t="t" r="r" b="b"/>
                  <a:pathLst>
                    <a:path w="775764" h="452986">
                      <a:moveTo>
                        <a:pt x="776066" y="332932"/>
                      </a:moveTo>
                      <a:lnTo>
                        <a:pt x="775909" y="335601"/>
                      </a:lnTo>
                      <a:lnTo>
                        <a:pt x="194988" y="241398"/>
                      </a:lnTo>
                      <a:lnTo>
                        <a:pt x="77234" y="359152"/>
                      </a:lnTo>
                      <a:lnTo>
                        <a:pt x="6581" y="453355"/>
                      </a:lnTo>
                      <a:lnTo>
                        <a:pt x="301" y="404464"/>
                      </a:lnTo>
                      <a:cubicBezTo>
                        <a:pt x="2028" y="397461"/>
                        <a:pt x="4006" y="390396"/>
                        <a:pt x="6110" y="383488"/>
                      </a:cubicBezTo>
                      <a:cubicBezTo>
                        <a:pt x="10035" y="370550"/>
                        <a:pt x="14431" y="357739"/>
                        <a:pt x="19361" y="345116"/>
                      </a:cubicBezTo>
                      <a:cubicBezTo>
                        <a:pt x="20335" y="342823"/>
                        <a:pt x="21245" y="340468"/>
                        <a:pt x="22125" y="338176"/>
                      </a:cubicBezTo>
                      <a:cubicBezTo>
                        <a:pt x="22658" y="336857"/>
                        <a:pt x="24417" y="328442"/>
                        <a:pt x="28405" y="314970"/>
                      </a:cubicBezTo>
                      <a:cubicBezTo>
                        <a:pt x="29347" y="311830"/>
                        <a:pt x="30446" y="308376"/>
                        <a:pt x="31545" y="304765"/>
                      </a:cubicBezTo>
                      <a:cubicBezTo>
                        <a:pt x="47026" y="257569"/>
                        <a:pt x="85304" y="168641"/>
                        <a:pt x="175676" y="89824"/>
                      </a:cubicBezTo>
                      <a:cubicBezTo>
                        <a:pt x="282974" y="-4002"/>
                        <a:pt x="421327" y="-9183"/>
                        <a:pt x="509784" y="8244"/>
                      </a:cubicBezTo>
                      <a:cubicBezTo>
                        <a:pt x="595289" y="25044"/>
                        <a:pt x="694046" y="75914"/>
                        <a:pt x="736594" y="154825"/>
                      </a:cubicBezTo>
                      <a:cubicBezTo>
                        <a:pt x="763191" y="204093"/>
                        <a:pt x="772140" y="259296"/>
                        <a:pt x="775281" y="315033"/>
                      </a:cubicBezTo>
                      <a:cubicBezTo>
                        <a:pt x="775595" y="320999"/>
                        <a:pt x="775909" y="326966"/>
                        <a:pt x="776066" y="332932"/>
                      </a:cubicBezTo>
                    </a:path>
                  </a:pathLst>
                </a:custGeom>
                <a:solidFill>
                  <a:srgbClr val="08062C">
                    <a:alpha val="100000"/>
                  </a:srgbClr>
                </a:solidFill>
                <a:ln>
                  <a:prstDash val="solid"/>
                  <a:headEnd type="none"/>
                  <a:tailEnd type="none"/>
                </a:ln>
              </p:spPr>
              <p:txBody>
                <a:bodyPr/>
                <a:lstStyle/>
                <a:p>
                  <a:endParaRPr lang="zh-CN" altLang="en-US"/>
                </a:p>
              </p:txBody>
            </p:sp>
            <p:sp>
              <p:nvSpPr>
                <p:cNvPr id="36" name="AutoShape 36"/>
                <p:cNvSpPr/>
                <p:nvPr/>
              </p:nvSpPr>
              <p:spPr>
                <a:xfrm rot="6000000" flipV="1">
                  <a:off x="9872903" y="7639214"/>
                  <a:ext cx="52471" cy="36708"/>
                </a:xfrm>
                <a:custGeom>
                  <a:avLst/>
                  <a:gdLst/>
                  <a:ahLst/>
                  <a:cxnLst/>
                  <a:rect l="l" t="t" r="r" b="b"/>
                  <a:pathLst>
                    <a:path w="52471" h="36708">
                      <a:moveTo>
                        <a:pt x="26543" y="414"/>
                      </a:moveTo>
                      <a:cubicBezTo>
                        <a:pt x="41050" y="445"/>
                        <a:pt x="52794" y="8641"/>
                        <a:pt x="52794" y="18783"/>
                      </a:cubicBezTo>
                      <a:cubicBezTo>
                        <a:pt x="52763" y="28895"/>
                        <a:pt x="41019" y="37153"/>
                        <a:pt x="26543" y="37122"/>
                      </a:cubicBezTo>
                      <a:cubicBezTo>
                        <a:pt x="12067" y="37122"/>
                        <a:pt x="323" y="28895"/>
                        <a:pt x="323" y="18752"/>
                      </a:cubicBezTo>
                      <a:cubicBezTo>
                        <a:pt x="323" y="8641"/>
                        <a:pt x="12067" y="382"/>
                        <a:pt x="26543" y="414"/>
                      </a:cubicBezTo>
                    </a:path>
                  </a:pathLst>
                </a:custGeom>
                <a:solidFill>
                  <a:srgbClr val="08062C">
                    <a:alpha val="100000"/>
                  </a:srgbClr>
                </a:solidFill>
                <a:ln>
                  <a:prstDash val="solid"/>
                  <a:headEnd type="none"/>
                  <a:tailEnd type="none"/>
                </a:ln>
              </p:spPr>
              <p:txBody>
                <a:bodyPr/>
                <a:lstStyle/>
                <a:p>
                  <a:endParaRPr lang="zh-CN" altLang="en-US"/>
                </a:p>
              </p:txBody>
            </p:sp>
            <p:sp>
              <p:nvSpPr>
                <p:cNvPr id="37" name="AutoShape 37"/>
                <p:cNvSpPr/>
                <p:nvPr/>
              </p:nvSpPr>
              <p:spPr>
                <a:xfrm rot="17460000" flipV="1">
                  <a:off x="9608936" y="7503853"/>
                  <a:ext cx="42009" cy="79256"/>
                </a:xfrm>
                <a:custGeom>
                  <a:avLst/>
                  <a:gdLst/>
                  <a:ahLst/>
                  <a:cxnLst/>
                  <a:rect l="l" t="t" r="r" b="b"/>
                  <a:pathLst>
                    <a:path w="42009" h="79256">
                      <a:moveTo>
                        <a:pt x="17905" y="3977"/>
                      </a:moveTo>
                      <a:cubicBezTo>
                        <a:pt x="21202" y="25393"/>
                        <a:pt x="14639" y="47813"/>
                        <a:pt x="289" y="64079"/>
                      </a:cubicBezTo>
                      <a:lnTo>
                        <a:pt x="17905" y="79654"/>
                      </a:lnTo>
                      <a:cubicBezTo>
                        <a:pt x="36840" y="58239"/>
                        <a:pt x="45538" y="28659"/>
                        <a:pt x="41204" y="398"/>
                      </a:cubicBezTo>
                      <a:lnTo>
                        <a:pt x="17905" y="3977"/>
                      </a:lnTo>
                      <a:close/>
                    </a:path>
                  </a:pathLst>
                </a:custGeom>
                <a:solidFill>
                  <a:srgbClr val="08062C">
                    <a:alpha val="100000"/>
                  </a:srgbClr>
                </a:solidFill>
                <a:ln>
                  <a:prstDash val="solid"/>
                  <a:headEnd type="none"/>
                  <a:tailEnd type="none"/>
                </a:ln>
              </p:spPr>
              <p:txBody>
                <a:bodyPr/>
                <a:lstStyle/>
                <a:p>
                  <a:endParaRPr lang="zh-CN" altLang="en-US"/>
                </a:p>
              </p:txBody>
            </p:sp>
            <p:sp>
              <p:nvSpPr>
                <p:cNvPr id="38" name="AutoShape 38"/>
                <p:cNvSpPr/>
                <p:nvPr/>
              </p:nvSpPr>
              <p:spPr>
                <a:xfrm rot="17460000" flipV="1">
                  <a:off x="9882431" y="7532902"/>
                  <a:ext cx="42011" cy="79224"/>
                </a:xfrm>
                <a:custGeom>
                  <a:avLst/>
                  <a:gdLst/>
                  <a:ahLst/>
                  <a:cxnLst/>
                  <a:rect l="l" t="t" r="r" b="b"/>
                  <a:pathLst>
                    <a:path w="42011" h="79224">
                      <a:moveTo>
                        <a:pt x="17973" y="3981"/>
                      </a:moveTo>
                      <a:cubicBezTo>
                        <a:pt x="21238" y="25365"/>
                        <a:pt x="14675" y="47817"/>
                        <a:pt x="325" y="64020"/>
                      </a:cubicBezTo>
                      <a:lnTo>
                        <a:pt x="17973" y="79627"/>
                      </a:lnTo>
                      <a:cubicBezTo>
                        <a:pt x="36907" y="58242"/>
                        <a:pt x="45574" y="28600"/>
                        <a:pt x="41241" y="402"/>
                      </a:cubicBezTo>
                      <a:lnTo>
                        <a:pt x="17973" y="3981"/>
                      </a:lnTo>
                      <a:close/>
                    </a:path>
                  </a:pathLst>
                </a:custGeom>
                <a:solidFill>
                  <a:srgbClr val="08062C">
                    <a:alpha val="100000"/>
                  </a:srgbClr>
                </a:solidFill>
                <a:ln>
                  <a:prstDash val="solid"/>
                  <a:headEnd type="none"/>
                  <a:tailEnd type="none"/>
                </a:ln>
              </p:spPr>
              <p:txBody>
                <a:bodyPr/>
                <a:lstStyle/>
                <a:p>
                  <a:endParaRPr lang="zh-CN" altLang="en-US"/>
                </a:p>
              </p:txBody>
            </p:sp>
            <p:sp>
              <p:nvSpPr>
                <p:cNvPr id="39" name="AutoShape 39"/>
                <p:cNvSpPr/>
                <p:nvPr/>
              </p:nvSpPr>
              <p:spPr>
                <a:xfrm>
                  <a:off x="9746604" y="7624719"/>
                  <a:ext cx="43270" cy="168247"/>
                </a:xfrm>
                <a:custGeom>
                  <a:avLst/>
                  <a:gdLst/>
                  <a:ahLst/>
                  <a:cxnLst/>
                  <a:rect l="l" t="t" r="r" b="b"/>
                  <a:pathLst>
                    <a:path w="43270" h="168247">
                      <a:moveTo>
                        <a:pt x="2849" y="168665"/>
                      </a:moveTo>
                      <a:lnTo>
                        <a:pt x="306" y="145240"/>
                      </a:lnTo>
                      <a:cubicBezTo>
                        <a:pt x="10762" y="144109"/>
                        <a:pt x="18707" y="135348"/>
                        <a:pt x="18832" y="124829"/>
                      </a:cubicBezTo>
                      <a:lnTo>
                        <a:pt x="20025" y="418"/>
                      </a:lnTo>
                      <a:lnTo>
                        <a:pt x="43576" y="637"/>
                      </a:lnTo>
                      <a:lnTo>
                        <a:pt x="42383" y="125080"/>
                      </a:lnTo>
                      <a:cubicBezTo>
                        <a:pt x="42132" y="147501"/>
                        <a:pt x="25144" y="166247"/>
                        <a:pt x="2849" y="168665"/>
                      </a:cubicBezTo>
                    </a:path>
                  </a:pathLst>
                </a:custGeom>
                <a:solidFill>
                  <a:srgbClr val="08062C">
                    <a:alpha val="100000"/>
                  </a:srgbClr>
                </a:solidFill>
                <a:ln>
                  <a:prstDash val="solid"/>
                  <a:headEnd type="none"/>
                  <a:tailEnd type="none"/>
                </a:ln>
              </p:spPr>
              <p:txBody>
                <a:bodyPr/>
                <a:lstStyle/>
                <a:p>
                  <a:endParaRPr lang="zh-CN" altLang="en-US"/>
                </a:p>
              </p:txBody>
            </p:sp>
            <p:sp>
              <p:nvSpPr>
                <p:cNvPr id="40" name="AutoShape 40"/>
                <p:cNvSpPr/>
                <p:nvPr/>
              </p:nvSpPr>
              <p:spPr>
                <a:xfrm>
                  <a:off x="9630867" y="7783523"/>
                  <a:ext cx="78000" cy="74514"/>
                </a:xfrm>
                <a:custGeom>
                  <a:avLst/>
                  <a:gdLst/>
                  <a:ahLst/>
                  <a:cxnLst/>
                  <a:rect l="l" t="t" r="r" b="b"/>
                  <a:pathLst>
                    <a:path w="78000" h="74514">
                      <a:moveTo>
                        <a:pt x="77886" y="74949"/>
                      </a:moveTo>
                      <a:cubicBezTo>
                        <a:pt x="58512" y="74603"/>
                        <a:pt x="39294" y="66816"/>
                        <a:pt x="25133" y="53596"/>
                      </a:cubicBezTo>
                      <a:cubicBezTo>
                        <a:pt x="11002" y="40376"/>
                        <a:pt x="1959" y="21724"/>
                        <a:pt x="294" y="2412"/>
                      </a:cubicBezTo>
                      <a:lnTo>
                        <a:pt x="23751" y="434"/>
                      </a:lnTo>
                      <a:cubicBezTo>
                        <a:pt x="24913" y="13999"/>
                        <a:pt x="31287" y="27125"/>
                        <a:pt x="41241" y="36388"/>
                      </a:cubicBezTo>
                      <a:cubicBezTo>
                        <a:pt x="51164" y="45683"/>
                        <a:pt x="64698" y="51147"/>
                        <a:pt x="78295" y="51398"/>
                      </a:cubicBezTo>
                      <a:lnTo>
                        <a:pt x="77886" y="74949"/>
                      </a:lnTo>
                      <a:close/>
                    </a:path>
                  </a:pathLst>
                </a:custGeom>
                <a:solidFill>
                  <a:srgbClr val="08062C">
                    <a:alpha val="100000"/>
                  </a:srgbClr>
                </a:solidFill>
                <a:ln>
                  <a:prstDash val="solid"/>
                  <a:headEnd type="none"/>
                  <a:tailEnd type="none"/>
                </a:ln>
              </p:spPr>
              <p:txBody>
                <a:bodyPr/>
                <a:lstStyle/>
                <a:p>
                  <a:endParaRPr lang="zh-CN" altLang="en-US"/>
                </a:p>
              </p:txBody>
            </p:sp>
            <p:sp>
              <p:nvSpPr>
                <p:cNvPr id="41" name="AutoShape 41"/>
                <p:cNvSpPr/>
                <p:nvPr/>
              </p:nvSpPr>
              <p:spPr>
                <a:xfrm rot="6000000" flipV="1">
                  <a:off x="9164079" y="7436416"/>
                  <a:ext cx="194404" cy="194404"/>
                </a:xfrm>
                <a:custGeom>
                  <a:avLst/>
                  <a:gdLst/>
                  <a:ahLst/>
                  <a:cxnLst/>
                  <a:rect l="l" t="t" r="r" b="b"/>
                  <a:pathLst>
                    <a:path w="194404" h="194404">
                      <a:moveTo>
                        <a:pt x="97454" y="398"/>
                      </a:moveTo>
                      <a:cubicBezTo>
                        <a:pt x="151149" y="398"/>
                        <a:pt x="194640" y="43920"/>
                        <a:pt x="194640" y="97615"/>
                      </a:cubicBezTo>
                      <a:cubicBezTo>
                        <a:pt x="194671" y="151280"/>
                        <a:pt x="151149" y="194802"/>
                        <a:pt x="97454" y="194802"/>
                      </a:cubicBezTo>
                      <a:cubicBezTo>
                        <a:pt x="43789" y="194833"/>
                        <a:pt x="267" y="151311"/>
                        <a:pt x="236" y="97615"/>
                      </a:cubicBezTo>
                      <a:cubicBezTo>
                        <a:pt x="236" y="43920"/>
                        <a:pt x="43758" y="398"/>
                        <a:pt x="97454" y="398"/>
                      </a:cubicBezTo>
                    </a:path>
                  </a:pathLst>
                </a:custGeom>
                <a:solidFill>
                  <a:srgbClr val="FFA9B3">
                    <a:alpha val="100000"/>
                  </a:srgbClr>
                </a:solidFill>
                <a:ln>
                  <a:prstDash val="solid"/>
                  <a:headEnd type="none"/>
                  <a:tailEnd type="none"/>
                </a:ln>
              </p:spPr>
              <p:txBody>
                <a:bodyPr/>
                <a:lstStyle/>
                <a:p>
                  <a:endParaRPr lang="zh-CN" altLang="en-US"/>
                </a:p>
              </p:txBody>
            </p:sp>
            <p:sp>
              <p:nvSpPr>
                <p:cNvPr id="42" name="AutoShape 42"/>
                <p:cNvSpPr/>
                <p:nvPr/>
              </p:nvSpPr>
              <p:spPr>
                <a:xfrm rot="11400000" flipV="1">
                  <a:off x="9202474" y="7459983"/>
                  <a:ext cx="70338" cy="70338"/>
                </a:xfrm>
                <a:custGeom>
                  <a:avLst/>
                  <a:gdLst/>
                  <a:ahLst/>
                  <a:cxnLst/>
                  <a:rect l="l" t="t" r="r" b="b"/>
                  <a:pathLst>
                    <a:path w="70338" h="70338">
                      <a:moveTo>
                        <a:pt x="47023" y="70729"/>
                      </a:moveTo>
                      <a:lnTo>
                        <a:pt x="70574" y="70729"/>
                      </a:lnTo>
                      <a:cubicBezTo>
                        <a:pt x="70605" y="31980"/>
                        <a:pt x="39047" y="454"/>
                        <a:pt x="235" y="391"/>
                      </a:cubicBezTo>
                      <a:lnTo>
                        <a:pt x="235" y="23942"/>
                      </a:lnTo>
                      <a:cubicBezTo>
                        <a:pt x="26047" y="23973"/>
                        <a:pt x="47023" y="44918"/>
                        <a:pt x="47023" y="70729"/>
                      </a:cubicBezTo>
                    </a:path>
                  </a:pathLst>
                </a:custGeom>
                <a:solidFill>
                  <a:srgbClr val="08062C">
                    <a:alpha val="100000"/>
                  </a:srgbClr>
                </a:solidFill>
                <a:ln>
                  <a:prstDash val="solid"/>
                  <a:headEnd type="none"/>
                  <a:tailEnd type="none"/>
                </a:ln>
              </p:spPr>
              <p:txBody>
                <a:bodyPr/>
                <a:lstStyle/>
                <a:p>
                  <a:endParaRPr lang="zh-CN" altLang="en-US"/>
                </a:p>
              </p:txBody>
            </p:sp>
            <p:sp>
              <p:nvSpPr>
                <p:cNvPr id="43" name="AutoShape 43"/>
                <p:cNvSpPr/>
                <p:nvPr/>
              </p:nvSpPr>
              <p:spPr>
                <a:xfrm>
                  <a:off x="8813707" y="8174476"/>
                  <a:ext cx="2967406" cy="1640708"/>
                </a:xfrm>
                <a:custGeom>
                  <a:avLst/>
                  <a:gdLst/>
                  <a:ahLst/>
                  <a:cxnLst/>
                  <a:rect l="l" t="t" r="r" b="b"/>
                  <a:pathLst>
                    <a:path w="2967406" h="1640708">
                      <a:moveTo>
                        <a:pt x="2967830" y="1068221"/>
                      </a:moveTo>
                      <a:lnTo>
                        <a:pt x="2795124" y="1641292"/>
                      </a:lnTo>
                      <a:cubicBezTo>
                        <a:pt x="2795124" y="1641292"/>
                        <a:pt x="2734614" y="1631401"/>
                        <a:pt x="2633565" y="1612968"/>
                      </a:cubicBezTo>
                      <a:cubicBezTo>
                        <a:pt x="2601159" y="1606971"/>
                        <a:pt x="2564577" y="1600156"/>
                        <a:pt x="2524352" y="1592526"/>
                      </a:cubicBezTo>
                      <a:cubicBezTo>
                        <a:pt x="2161135" y="1523224"/>
                        <a:pt x="1510127" y="1385310"/>
                        <a:pt x="1064827" y="1211787"/>
                      </a:cubicBezTo>
                      <a:cubicBezTo>
                        <a:pt x="1042721" y="1203152"/>
                        <a:pt x="1021117" y="1194454"/>
                        <a:pt x="1000078" y="1185662"/>
                      </a:cubicBezTo>
                      <a:cubicBezTo>
                        <a:pt x="963339" y="1170338"/>
                        <a:pt x="928327" y="1154731"/>
                        <a:pt x="895356" y="1138874"/>
                      </a:cubicBezTo>
                      <a:lnTo>
                        <a:pt x="424" y="605055"/>
                      </a:lnTo>
                      <a:lnTo>
                        <a:pt x="422141" y="89668"/>
                      </a:lnTo>
                      <a:lnTo>
                        <a:pt x="494991" y="583"/>
                      </a:lnTo>
                      <a:cubicBezTo>
                        <a:pt x="494991" y="583"/>
                        <a:pt x="621632" y="289787"/>
                        <a:pt x="895921" y="98084"/>
                      </a:cubicBezTo>
                      <a:cubicBezTo>
                        <a:pt x="895921" y="98084"/>
                        <a:pt x="931624" y="122733"/>
                        <a:pt x="995996" y="164403"/>
                      </a:cubicBezTo>
                      <a:cubicBezTo>
                        <a:pt x="1258761" y="334785"/>
                        <a:pt x="1998320" y="789128"/>
                        <a:pt x="2724879" y="1005262"/>
                      </a:cubicBezTo>
                      <a:cubicBezTo>
                        <a:pt x="2760206" y="1015781"/>
                        <a:pt x="2795532" y="1025736"/>
                        <a:pt x="2830764" y="1035093"/>
                      </a:cubicBezTo>
                      <a:cubicBezTo>
                        <a:pt x="2876609" y="1047277"/>
                        <a:pt x="2922392" y="1058330"/>
                        <a:pt x="2967830" y="1068221"/>
                      </a:cubicBezTo>
                    </a:path>
                  </a:pathLst>
                </a:custGeom>
                <a:solidFill>
                  <a:srgbClr val="D36236">
                    <a:alpha val="100000"/>
                  </a:srgbClr>
                </a:solidFill>
                <a:ln>
                  <a:prstDash val="solid"/>
                  <a:headEnd type="none"/>
                  <a:tailEnd type="none"/>
                </a:ln>
              </p:spPr>
              <p:txBody>
                <a:bodyPr/>
                <a:lstStyle/>
                <a:p>
                  <a:endParaRPr lang="zh-CN" altLang="en-US"/>
                </a:p>
              </p:txBody>
            </p:sp>
            <p:sp>
              <p:nvSpPr>
                <p:cNvPr id="44" name="AutoShape 44"/>
                <p:cNvSpPr/>
                <p:nvPr/>
              </p:nvSpPr>
              <p:spPr>
                <a:xfrm>
                  <a:off x="12820445" y="10181413"/>
                  <a:ext cx="100037" cy="144011"/>
                </a:xfrm>
                <a:custGeom>
                  <a:avLst/>
                  <a:gdLst/>
                  <a:ahLst/>
                  <a:cxnLst/>
                  <a:rect l="l" t="t" r="r" b="b"/>
                  <a:pathLst>
                    <a:path w="100037" h="144011">
                      <a:moveTo>
                        <a:pt x="28324" y="24316"/>
                      </a:moveTo>
                      <a:cubicBezTo>
                        <a:pt x="28041" y="24316"/>
                        <a:pt x="27790" y="24348"/>
                        <a:pt x="27570" y="24442"/>
                      </a:cubicBezTo>
                      <a:cubicBezTo>
                        <a:pt x="26314" y="24850"/>
                        <a:pt x="24744" y="27174"/>
                        <a:pt x="24399" y="30000"/>
                      </a:cubicBezTo>
                      <a:cubicBezTo>
                        <a:pt x="23833" y="34271"/>
                        <a:pt x="25309" y="39452"/>
                        <a:pt x="26942" y="44413"/>
                      </a:cubicBezTo>
                      <a:cubicBezTo>
                        <a:pt x="35483" y="70005"/>
                        <a:pt x="55517" y="97167"/>
                        <a:pt x="76524" y="113307"/>
                      </a:cubicBezTo>
                      <a:cubicBezTo>
                        <a:pt x="73510" y="83194"/>
                        <a:pt x="60447" y="53865"/>
                        <a:pt x="39722" y="31916"/>
                      </a:cubicBezTo>
                      <a:cubicBezTo>
                        <a:pt x="34667" y="26546"/>
                        <a:pt x="30553" y="24316"/>
                        <a:pt x="28324" y="24316"/>
                      </a:cubicBezTo>
                      <a:moveTo>
                        <a:pt x="82962" y="144771"/>
                      </a:moveTo>
                      <a:cubicBezTo>
                        <a:pt x="51058" y="130044"/>
                        <a:pt x="17365" y="90133"/>
                        <a:pt x="4616" y="51855"/>
                      </a:cubicBezTo>
                      <a:cubicBezTo>
                        <a:pt x="2072" y="44256"/>
                        <a:pt x="-126" y="35998"/>
                        <a:pt x="1036" y="27017"/>
                      </a:cubicBezTo>
                      <a:cubicBezTo>
                        <a:pt x="2543" y="15147"/>
                        <a:pt x="10111" y="5319"/>
                        <a:pt x="20348" y="2022"/>
                      </a:cubicBezTo>
                      <a:cubicBezTo>
                        <a:pt x="28575" y="-616"/>
                        <a:pt x="41575" y="-428"/>
                        <a:pt x="56836" y="15744"/>
                      </a:cubicBezTo>
                      <a:cubicBezTo>
                        <a:pt x="86918" y="47616"/>
                        <a:pt x="103215" y="92740"/>
                        <a:pt x="100452" y="136481"/>
                      </a:cubicBezTo>
                      <a:lnTo>
                        <a:pt x="87169" y="135633"/>
                      </a:lnTo>
                      <a:lnTo>
                        <a:pt x="82962" y="144771"/>
                      </a:lnTo>
                      <a:close/>
                    </a:path>
                  </a:pathLst>
                </a:custGeom>
                <a:solidFill>
                  <a:srgbClr val="08062C">
                    <a:alpha val="100000"/>
                  </a:srgbClr>
                </a:solidFill>
                <a:ln>
                  <a:prstDash val="solid"/>
                  <a:headEnd type="none"/>
                  <a:tailEnd type="none"/>
                </a:ln>
              </p:spPr>
              <p:txBody>
                <a:bodyPr/>
                <a:lstStyle/>
                <a:p>
                  <a:endParaRPr lang="zh-CN" altLang="en-US"/>
                </a:p>
              </p:txBody>
            </p:sp>
            <p:sp>
              <p:nvSpPr>
                <p:cNvPr id="45" name="AutoShape 45"/>
                <p:cNvSpPr/>
                <p:nvPr/>
              </p:nvSpPr>
              <p:spPr>
                <a:xfrm>
                  <a:off x="12783635" y="10248688"/>
                  <a:ext cx="129072" cy="85467"/>
                </a:xfrm>
                <a:custGeom>
                  <a:avLst/>
                  <a:gdLst/>
                  <a:ahLst/>
                  <a:cxnLst/>
                  <a:rect l="l" t="t" r="r" b="b"/>
                  <a:pathLst>
                    <a:path w="129072" h="85467">
                      <a:moveTo>
                        <a:pt x="28203" y="24308"/>
                      </a:moveTo>
                      <a:cubicBezTo>
                        <a:pt x="25660" y="24308"/>
                        <a:pt x="24529" y="24841"/>
                        <a:pt x="24372" y="25030"/>
                      </a:cubicBezTo>
                      <a:cubicBezTo>
                        <a:pt x="24215" y="25375"/>
                        <a:pt x="24090" y="26977"/>
                        <a:pt x="24937" y="28735"/>
                      </a:cubicBezTo>
                      <a:cubicBezTo>
                        <a:pt x="26445" y="31781"/>
                        <a:pt x="29773" y="34607"/>
                        <a:pt x="33133" y="37245"/>
                      </a:cubicBezTo>
                      <a:cubicBezTo>
                        <a:pt x="50090" y="50465"/>
                        <a:pt x="74865" y="59854"/>
                        <a:pt x="96312" y="62177"/>
                      </a:cubicBezTo>
                      <a:cubicBezTo>
                        <a:pt x="80298" y="43965"/>
                        <a:pt x="58474" y="30651"/>
                        <a:pt x="34923" y="25187"/>
                      </a:cubicBezTo>
                      <a:cubicBezTo>
                        <a:pt x="32034" y="24527"/>
                        <a:pt x="29805" y="24308"/>
                        <a:pt x="28203" y="24308"/>
                      </a:cubicBezTo>
                      <a:moveTo>
                        <a:pt x="106612" y="86231"/>
                      </a:moveTo>
                      <a:cubicBezTo>
                        <a:pt x="77911" y="86231"/>
                        <a:pt x="42396" y="74298"/>
                        <a:pt x="18689" y="55803"/>
                      </a:cubicBezTo>
                      <a:cubicBezTo>
                        <a:pt x="13382" y="51689"/>
                        <a:pt x="7447" y="46508"/>
                        <a:pt x="3867" y="39223"/>
                      </a:cubicBezTo>
                      <a:cubicBezTo>
                        <a:pt x="-1000" y="29426"/>
                        <a:pt x="-183" y="18090"/>
                        <a:pt x="5971" y="10397"/>
                      </a:cubicBezTo>
                      <a:cubicBezTo>
                        <a:pt x="10870" y="4211"/>
                        <a:pt x="20824" y="-2226"/>
                        <a:pt x="40230" y="2264"/>
                      </a:cubicBezTo>
                      <a:cubicBezTo>
                        <a:pt x="77283" y="10836"/>
                        <a:pt x="110757" y="35612"/>
                        <a:pt x="129786" y="68552"/>
                      </a:cubicBezTo>
                      <a:lnTo>
                        <a:pt x="118450" y="75115"/>
                      </a:lnTo>
                      <a:lnTo>
                        <a:pt x="120020" y="85257"/>
                      </a:lnTo>
                      <a:cubicBezTo>
                        <a:pt x="115812" y="85917"/>
                        <a:pt x="111291" y="86231"/>
                        <a:pt x="106612" y="86231"/>
                      </a:cubicBezTo>
                    </a:path>
                  </a:pathLst>
                </a:custGeom>
                <a:solidFill>
                  <a:srgbClr val="08062C">
                    <a:alpha val="100000"/>
                  </a:srgbClr>
                </a:solidFill>
                <a:ln>
                  <a:prstDash val="solid"/>
                  <a:headEnd type="none"/>
                  <a:tailEnd type="none"/>
                </a:ln>
              </p:spPr>
              <p:txBody>
                <a:bodyPr/>
                <a:lstStyle/>
                <a:p>
                  <a:endParaRPr lang="zh-CN" altLang="en-US"/>
                </a:p>
              </p:txBody>
            </p:sp>
            <p:sp>
              <p:nvSpPr>
                <p:cNvPr id="46" name="AutoShape 46"/>
                <p:cNvSpPr/>
                <p:nvPr/>
              </p:nvSpPr>
              <p:spPr>
                <a:xfrm>
                  <a:off x="12628294" y="10156625"/>
                  <a:ext cx="398731" cy="903818"/>
                </a:xfrm>
                <a:custGeom>
                  <a:avLst/>
                  <a:gdLst/>
                  <a:ahLst/>
                  <a:cxnLst/>
                  <a:rect l="l" t="t" r="r" b="b"/>
                  <a:pathLst>
                    <a:path w="398731" h="903818">
                      <a:moveTo>
                        <a:pt x="706" y="904609"/>
                      </a:moveTo>
                      <a:lnTo>
                        <a:pt x="399437" y="895032"/>
                      </a:lnTo>
                      <a:lnTo>
                        <a:pt x="399437" y="791"/>
                      </a:lnTo>
                      <a:lnTo>
                        <a:pt x="257033" y="169760"/>
                      </a:lnTo>
                      <a:lnTo>
                        <a:pt x="706" y="211775"/>
                      </a:lnTo>
                      <a:lnTo>
                        <a:pt x="706" y="904609"/>
                      </a:lnTo>
                      <a:close/>
                    </a:path>
                  </a:pathLst>
                </a:custGeom>
                <a:solidFill>
                  <a:srgbClr val="000000">
                    <a:alpha val="100000"/>
                    <a:lumMod val="10000"/>
                    <a:lumOff val="90000"/>
                  </a:srgbClr>
                </a:solidFill>
                <a:ln>
                  <a:prstDash val="solid"/>
                  <a:headEnd type="none"/>
                  <a:tailEnd type="none"/>
                </a:ln>
              </p:spPr>
              <p:txBody>
                <a:bodyPr/>
                <a:lstStyle/>
                <a:p>
                  <a:endParaRPr lang="zh-CN" altLang="en-US"/>
                </a:p>
              </p:txBody>
            </p:sp>
            <p:sp>
              <p:nvSpPr>
                <p:cNvPr id="47" name="AutoShape 47"/>
                <p:cNvSpPr/>
                <p:nvPr/>
              </p:nvSpPr>
              <p:spPr>
                <a:xfrm>
                  <a:off x="12628294" y="10354798"/>
                  <a:ext cx="78031" cy="705646"/>
                </a:xfrm>
                <a:custGeom>
                  <a:avLst/>
                  <a:gdLst/>
                  <a:ahLst/>
                  <a:cxnLst/>
                  <a:rect l="l" t="t" r="r" b="b"/>
                  <a:pathLst>
                    <a:path w="78031" h="705646">
                      <a:moveTo>
                        <a:pt x="690" y="706453"/>
                      </a:moveTo>
                      <a:lnTo>
                        <a:pt x="78721" y="807"/>
                      </a:lnTo>
                      <a:lnTo>
                        <a:pt x="690" y="13619"/>
                      </a:lnTo>
                      <a:lnTo>
                        <a:pt x="690" y="706453"/>
                      </a:lnTo>
                      <a:close/>
                    </a:path>
                  </a:pathLst>
                </a:custGeom>
                <a:solidFill>
                  <a:srgbClr val="08062C">
                    <a:alpha val="100000"/>
                  </a:srgbClr>
                </a:solidFill>
                <a:ln>
                  <a:prstDash val="solid"/>
                  <a:headEnd type="none"/>
                  <a:tailEnd type="none"/>
                </a:ln>
              </p:spPr>
              <p:txBody>
                <a:bodyPr/>
                <a:lstStyle/>
                <a:p>
                  <a:endParaRPr lang="zh-CN" altLang="en-US"/>
                </a:p>
              </p:txBody>
            </p:sp>
            <p:sp>
              <p:nvSpPr>
                <p:cNvPr id="48" name="AutoShape 48"/>
                <p:cNvSpPr/>
                <p:nvPr/>
              </p:nvSpPr>
              <p:spPr>
                <a:xfrm>
                  <a:off x="9308302" y="10270464"/>
                  <a:ext cx="1474753" cy="832365"/>
                </a:xfrm>
                <a:custGeom>
                  <a:avLst/>
                  <a:gdLst/>
                  <a:ahLst/>
                  <a:cxnLst/>
                  <a:rect l="l" t="t" r="r" b="b"/>
                  <a:pathLst>
                    <a:path w="1474753" h="832365">
                      <a:moveTo>
                        <a:pt x="1475120" y="829"/>
                      </a:moveTo>
                      <a:cubicBezTo>
                        <a:pt x="1475120" y="829"/>
                        <a:pt x="925224" y="818043"/>
                        <a:pt x="265549" y="832959"/>
                      </a:cubicBezTo>
                      <a:cubicBezTo>
                        <a:pt x="253302" y="833273"/>
                        <a:pt x="241056" y="833273"/>
                        <a:pt x="228747" y="832959"/>
                      </a:cubicBezTo>
                      <a:lnTo>
                        <a:pt x="366" y="832959"/>
                      </a:lnTo>
                      <a:lnTo>
                        <a:pt x="366" y="25950"/>
                      </a:lnTo>
                      <a:lnTo>
                        <a:pt x="125971" y="829"/>
                      </a:lnTo>
                      <a:lnTo>
                        <a:pt x="1475120" y="829"/>
                      </a:lnTo>
                      <a:close/>
                    </a:path>
                  </a:pathLst>
                </a:custGeom>
                <a:solidFill>
                  <a:srgbClr val="08062C">
                    <a:alpha val="100000"/>
                  </a:srgbClr>
                </a:solidFill>
                <a:ln>
                  <a:prstDash val="solid"/>
                  <a:headEnd type="none"/>
                  <a:tailEnd type="none"/>
                </a:ln>
              </p:spPr>
              <p:txBody>
                <a:bodyPr/>
                <a:lstStyle/>
                <a:p>
                  <a:endParaRPr lang="zh-CN" altLang="en-US"/>
                </a:p>
              </p:txBody>
            </p:sp>
            <p:sp>
              <p:nvSpPr>
                <p:cNvPr id="49" name="AutoShape 49"/>
                <p:cNvSpPr/>
                <p:nvPr/>
              </p:nvSpPr>
              <p:spPr>
                <a:xfrm rot="6480000" flipV="1">
                  <a:off x="11177584" y="9432712"/>
                  <a:ext cx="626545" cy="109966"/>
                </a:xfrm>
                <a:custGeom>
                  <a:avLst/>
                  <a:gdLst/>
                  <a:ahLst/>
                  <a:cxnLst/>
                  <a:rect l="l" t="t" r="r" b="b"/>
                  <a:pathLst>
                    <a:path w="626545" h="109966">
                      <a:moveTo>
                        <a:pt x="539" y="110632"/>
                      </a:moveTo>
                      <a:lnTo>
                        <a:pt x="611133" y="110632"/>
                      </a:lnTo>
                      <a:cubicBezTo>
                        <a:pt x="615937" y="78006"/>
                        <a:pt x="621307" y="41172"/>
                        <a:pt x="627085" y="665"/>
                      </a:cubicBezTo>
                      <a:lnTo>
                        <a:pt x="6537" y="759"/>
                      </a:lnTo>
                      <a:cubicBezTo>
                        <a:pt x="5061" y="37593"/>
                        <a:pt x="3114" y="74238"/>
                        <a:pt x="539" y="110632"/>
                      </a:cubicBezTo>
                    </a:path>
                  </a:pathLst>
                </a:custGeom>
                <a:solidFill>
                  <a:srgbClr val="000000">
                    <a:alpha val="100000"/>
                    <a:lumMod val="10000"/>
                    <a:lumOff val="90000"/>
                  </a:srgbClr>
                </a:solidFill>
                <a:ln>
                  <a:prstDash val="solid"/>
                  <a:headEnd type="none"/>
                  <a:tailEnd type="none"/>
                </a:ln>
              </p:spPr>
              <p:txBody>
                <a:bodyPr/>
                <a:lstStyle/>
                <a:p>
                  <a:endParaRPr lang="zh-CN" altLang="en-US"/>
                </a:p>
              </p:txBody>
            </p:sp>
            <p:sp>
              <p:nvSpPr>
                <p:cNvPr id="50" name="AutoShape 50"/>
                <p:cNvSpPr/>
                <p:nvPr/>
              </p:nvSpPr>
              <p:spPr>
                <a:xfrm rot="10800000" flipV="1">
                  <a:off x="10783063" y="10270468"/>
                  <a:ext cx="1115838" cy="832129"/>
                </a:xfrm>
                <a:custGeom>
                  <a:avLst/>
                  <a:gdLst/>
                  <a:ahLst/>
                  <a:cxnLst/>
                  <a:rect l="l" t="t" r="r" b="b"/>
                  <a:pathLst>
                    <a:path w="1115838" h="832129">
                      <a:moveTo>
                        <a:pt x="533" y="832932"/>
                      </a:moveTo>
                      <a:lnTo>
                        <a:pt x="260691" y="832932"/>
                      </a:lnTo>
                      <a:cubicBezTo>
                        <a:pt x="260691" y="832932"/>
                        <a:pt x="1115272" y="802"/>
                        <a:pt x="1116372" y="802"/>
                      </a:cubicBezTo>
                      <a:lnTo>
                        <a:pt x="771744" y="802"/>
                      </a:lnTo>
                      <a:lnTo>
                        <a:pt x="533" y="832932"/>
                      </a:lnTo>
                      <a:close/>
                    </a:path>
                  </a:pathLst>
                </a:custGeom>
                <a:solidFill>
                  <a:srgbClr val="08062C">
                    <a:alpha val="100000"/>
                  </a:srgbClr>
                </a:solidFill>
                <a:ln>
                  <a:prstDash val="solid"/>
                  <a:headEnd type="none"/>
                  <a:tailEnd type="none"/>
                </a:ln>
              </p:spPr>
              <p:txBody>
                <a:bodyPr/>
                <a:lstStyle/>
                <a:p>
                  <a:endParaRPr lang="zh-CN" altLang="en-US"/>
                </a:p>
              </p:txBody>
            </p:sp>
            <p:sp>
              <p:nvSpPr>
                <p:cNvPr id="51" name="AutoShape 51"/>
                <p:cNvSpPr/>
                <p:nvPr/>
              </p:nvSpPr>
              <p:spPr>
                <a:xfrm>
                  <a:off x="8435905" y="9200444"/>
                  <a:ext cx="3800519" cy="1902180"/>
                </a:xfrm>
                <a:custGeom>
                  <a:avLst/>
                  <a:gdLst/>
                  <a:ahLst/>
                  <a:cxnLst/>
                  <a:rect l="l" t="t" r="r" b="b"/>
                  <a:pathLst>
                    <a:path w="3800519" h="1902180">
                      <a:moveTo>
                        <a:pt x="3800961" y="1110041"/>
                      </a:moveTo>
                      <a:lnTo>
                        <a:pt x="3102286" y="1683112"/>
                      </a:lnTo>
                      <a:lnTo>
                        <a:pt x="2270157" y="1007987"/>
                      </a:lnTo>
                      <a:cubicBezTo>
                        <a:pt x="2270157" y="1007987"/>
                        <a:pt x="1814840" y="1902919"/>
                        <a:pt x="872807" y="1902919"/>
                      </a:cubicBezTo>
                      <a:cubicBezTo>
                        <a:pt x="-414639" y="1902919"/>
                        <a:pt x="103479" y="364264"/>
                        <a:pt x="103479" y="364264"/>
                      </a:cubicBezTo>
                      <a:lnTo>
                        <a:pt x="1249620" y="615473"/>
                      </a:lnTo>
                      <a:cubicBezTo>
                        <a:pt x="1249620" y="615473"/>
                        <a:pt x="1719475" y="176957"/>
                        <a:pt x="2126967" y="40676"/>
                      </a:cubicBezTo>
                      <a:cubicBezTo>
                        <a:pt x="2219193" y="9808"/>
                        <a:pt x="2308246" y="-5547"/>
                        <a:pt x="2387911" y="3151"/>
                      </a:cubicBezTo>
                      <a:cubicBezTo>
                        <a:pt x="2465095" y="11567"/>
                        <a:pt x="2559769" y="52294"/>
                        <a:pt x="2663236" y="113621"/>
                      </a:cubicBezTo>
                      <a:cubicBezTo>
                        <a:pt x="3138931" y="395100"/>
                        <a:pt x="3800961" y="1110041"/>
                        <a:pt x="3800961" y="1110041"/>
                      </a:cubicBezTo>
                    </a:path>
                  </a:pathLst>
                </a:custGeom>
                <a:solidFill>
                  <a:srgbClr val="2F5653">
                    <a:alpha val="100000"/>
                  </a:srgbClr>
                </a:solidFill>
                <a:ln>
                  <a:prstDash val="solid"/>
                  <a:headEnd type="none"/>
                  <a:tailEnd type="none"/>
                </a:ln>
              </p:spPr>
              <p:txBody>
                <a:bodyPr/>
                <a:lstStyle/>
                <a:p>
                  <a:endParaRPr lang="zh-CN" altLang="en-US"/>
                </a:p>
              </p:txBody>
            </p:sp>
            <p:sp>
              <p:nvSpPr>
                <p:cNvPr id="52" name="AutoShape 52"/>
                <p:cNvSpPr/>
                <p:nvPr/>
              </p:nvSpPr>
              <p:spPr>
                <a:xfrm>
                  <a:off x="12365758" y="10410533"/>
                  <a:ext cx="86661" cy="151551"/>
                </a:xfrm>
                <a:custGeom>
                  <a:avLst/>
                  <a:gdLst/>
                  <a:ahLst/>
                  <a:cxnLst/>
                  <a:rect l="l" t="t" r="r" b="b"/>
                  <a:pathLst>
                    <a:path w="86661" h="151551">
                      <a:moveTo>
                        <a:pt x="59752" y="24351"/>
                      </a:moveTo>
                      <a:cubicBezTo>
                        <a:pt x="58433" y="24351"/>
                        <a:pt x="56674" y="24822"/>
                        <a:pt x="55104" y="25827"/>
                      </a:cubicBezTo>
                      <a:cubicBezTo>
                        <a:pt x="51430" y="28150"/>
                        <a:pt x="48384" y="32578"/>
                        <a:pt x="45621" y="36974"/>
                      </a:cubicBezTo>
                      <a:cubicBezTo>
                        <a:pt x="31365" y="59897"/>
                        <a:pt x="23232" y="92648"/>
                        <a:pt x="24237" y="119119"/>
                      </a:cubicBezTo>
                      <a:cubicBezTo>
                        <a:pt x="45496" y="97578"/>
                        <a:pt x="59720" y="68815"/>
                        <a:pt x="63394" y="38827"/>
                      </a:cubicBezTo>
                      <a:cubicBezTo>
                        <a:pt x="64399" y="30600"/>
                        <a:pt x="63112" y="25795"/>
                        <a:pt x="61416" y="24728"/>
                      </a:cubicBezTo>
                      <a:cubicBezTo>
                        <a:pt x="61039" y="24476"/>
                        <a:pt x="60442" y="24351"/>
                        <a:pt x="59752" y="24351"/>
                      </a:cubicBezTo>
                      <a:moveTo>
                        <a:pt x="21662" y="152342"/>
                      </a:moveTo>
                      <a:lnTo>
                        <a:pt x="13812" y="141571"/>
                      </a:lnTo>
                      <a:lnTo>
                        <a:pt x="4109" y="144146"/>
                      </a:lnTo>
                      <a:cubicBezTo>
                        <a:pt x="-4935" y="110202"/>
                        <a:pt x="4329" y="58798"/>
                        <a:pt x="25619" y="24539"/>
                      </a:cubicBezTo>
                      <a:cubicBezTo>
                        <a:pt x="29858" y="17757"/>
                        <a:pt x="34819" y="10786"/>
                        <a:pt x="42450" y="5950"/>
                      </a:cubicBezTo>
                      <a:cubicBezTo>
                        <a:pt x="52592" y="-519"/>
                        <a:pt x="64996" y="-927"/>
                        <a:pt x="74071" y="4851"/>
                      </a:cubicBezTo>
                      <a:cubicBezTo>
                        <a:pt x="81356" y="9498"/>
                        <a:pt x="89489" y="19672"/>
                        <a:pt x="86788" y="41716"/>
                      </a:cubicBezTo>
                      <a:cubicBezTo>
                        <a:pt x="81450" y="85206"/>
                        <a:pt x="57114" y="126562"/>
                        <a:pt x="21662" y="152342"/>
                      </a:cubicBezTo>
                    </a:path>
                  </a:pathLst>
                </a:custGeom>
                <a:solidFill>
                  <a:srgbClr val="08062C">
                    <a:alpha val="100000"/>
                  </a:srgbClr>
                </a:solidFill>
                <a:ln>
                  <a:prstDash val="solid"/>
                  <a:headEnd type="none"/>
                  <a:tailEnd type="none"/>
                </a:ln>
              </p:spPr>
              <p:txBody>
                <a:bodyPr/>
                <a:lstStyle/>
                <a:p>
                  <a:endParaRPr lang="zh-CN" altLang="en-US"/>
                </a:p>
              </p:txBody>
            </p:sp>
            <p:sp>
              <p:nvSpPr>
                <p:cNvPr id="53" name="AutoShape 53"/>
                <p:cNvSpPr/>
                <p:nvPr/>
              </p:nvSpPr>
              <p:spPr>
                <a:xfrm>
                  <a:off x="12321323" y="10423448"/>
                  <a:ext cx="69686" cy="135628"/>
                </a:xfrm>
                <a:custGeom>
                  <a:avLst/>
                  <a:gdLst/>
                  <a:ahLst/>
                  <a:cxnLst/>
                  <a:rect l="l" t="t" r="r" b="b"/>
                  <a:pathLst>
                    <a:path w="69686" h="135628">
                      <a:moveTo>
                        <a:pt x="28048" y="24349"/>
                      </a:moveTo>
                      <a:cubicBezTo>
                        <a:pt x="27702" y="24412"/>
                        <a:pt x="26352" y="25354"/>
                        <a:pt x="25567" y="27143"/>
                      </a:cubicBezTo>
                      <a:cubicBezTo>
                        <a:pt x="24186" y="30221"/>
                        <a:pt x="24123" y="34617"/>
                        <a:pt x="24248" y="38856"/>
                      </a:cubicBezTo>
                      <a:cubicBezTo>
                        <a:pt x="24908" y="60334"/>
                        <a:pt x="33449" y="85424"/>
                        <a:pt x="45381" y="103448"/>
                      </a:cubicBezTo>
                      <a:cubicBezTo>
                        <a:pt x="49149" y="79458"/>
                        <a:pt x="45476" y="54180"/>
                        <a:pt x="34642" y="32544"/>
                      </a:cubicBezTo>
                      <a:cubicBezTo>
                        <a:pt x="31251" y="25730"/>
                        <a:pt x="28456" y="24349"/>
                        <a:pt x="28048" y="24349"/>
                      </a:cubicBezTo>
                      <a:moveTo>
                        <a:pt x="42712" y="136419"/>
                      </a:moveTo>
                      <a:cubicBezTo>
                        <a:pt x="19852" y="116197"/>
                        <a:pt x="1797" y="74559"/>
                        <a:pt x="698" y="39578"/>
                      </a:cubicBezTo>
                      <a:cubicBezTo>
                        <a:pt x="509" y="32858"/>
                        <a:pt x="729" y="25008"/>
                        <a:pt x="4026" y="17566"/>
                      </a:cubicBezTo>
                      <a:cubicBezTo>
                        <a:pt x="8454" y="7581"/>
                        <a:pt x="17717" y="986"/>
                        <a:pt x="27577" y="798"/>
                      </a:cubicBezTo>
                      <a:cubicBezTo>
                        <a:pt x="35459" y="609"/>
                        <a:pt x="46763" y="4189"/>
                        <a:pt x="55681" y="21994"/>
                      </a:cubicBezTo>
                      <a:cubicBezTo>
                        <a:pt x="72763" y="56001"/>
                        <a:pt x="75055" y="97608"/>
                        <a:pt x="61804" y="133248"/>
                      </a:cubicBezTo>
                      <a:lnTo>
                        <a:pt x="49526" y="128695"/>
                      </a:lnTo>
                      <a:lnTo>
                        <a:pt x="42712" y="136419"/>
                      </a:lnTo>
                      <a:close/>
                    </a:path>
                  </a:pathLst>
                </a:custGeom>
                <a:solidFill>
                  <a:srgbClr val="08062C">
                    <a:alpha val="100000"/>
                  </a:srgbClr>
                </a:solidFill>
                <a:ln>
                  <a:prstDash val="solid"/>
                  <a:headEnd type="none"/>
                  <a:tailEnd type="none"/>
                </a:ln>
              </p:spPr>
              <p:txBody>
                <a:bodyPr/>
                <a:lstStyle/>
                <a:p>
                  <a:endParaRPr lang="zh-CN" altLang="en-US"/>
                </a:p>
              </p:txBody>
            </p:sp>
            <p:sp>
              <p:nvSpPr>
                <p:cNvPr id="54" name="AutoShape 54"/>
                <p:cNvSpPr/>
                <p:nvPr/>
              </p:nvSpPr>
              <p:spPr>
                <a:xfrm>
                  <a:off x="11628217" y="10369594"/>
                  <a:ext cx="950292" cy="732996"/>
                </a:xfrm>
                <a:custGeom>
                  <a:avLst/>
                  <a:gdLst/>
                  <a:ahLst/>
                  <a:cxnLst/>
                  <a:rect l="l" t="t" r="r" b="b"/>
                  <a:pathLst>
                    <a:path w="950292" h="732996">
                      <a:moveTo>
                        <a:pt x="601" y="442979"/>
                      </a:moveTo>
                      <a:lnTo>
                        <a:pt x="274513" y="733816"/>
                      </a:lnTo>
                      <a:lnTo>
                        <a:pt x="950893" y="173149"/>
                      </a:lnTo>
                      <a:lnTo>
                        <a:pt x="729955" y="171328"/>
                      </a:lnTo>
                      <a:lnTo>
                        <a:pt x="534012" y="820"/>
                      </a:lnTo>
                      <a:lnTo>
                        <a:pt x="601" y="442979"/>
                      </a:lnTo>
                      <a:close/>
                    </a:path>
                  </a:pathLst>
                </a:custGeom>
                <a:solidFill>
                  <a:srgbClr val="000000">
                    <a:alpha val="100000"/>
                    <a:lumMod val="10000"/>
                    <a:lumOff val="90000"/>
                  </a:srgbClr>
                </a:solidFill>
                <a:ln>
                  <a:prstDash val="solid"/>
                  <a:headEnd type="none"/>
                  <a:tailEnd type="none"/>
                </a:ln>
              </p:spPr>
              <p:txBody>
                <a:bodyPr/>
                <a:lstStyle/>
                <a:p>
                  <a:endParaRPr lang="zh-CN" altLang="en-US"/>
                </a:p>
              </p:txBody>
            </p:sp>
            <p:sp>
              <p:nvSpPr>
                <p:cNvPr id="55" name="AutoShape 55"/>
                <p:cNvSpPr/>
                <p:nvPr/>
              </p:nvSpPr>
              <p:spPr>
                <a:xfrm>
                  <a:off x="11628217" y="10369592"/>
                  <a:ext cx="593041" cy="442159"/>
                </a:xfrm>
                <a:custGeom>
                  <a:avLst/>
                  <a:gdLst/>
                  <a:ahLst/>
                  <a:cxnLst/>
                  <a:rect l="l" t="t" r="r" b="b"/>
                  <a:pathLst>
                    <a:path w="593041" h="442159">
                      <a:moveTo>
                        <a:pt x="583" y="442955"/>
                      </a:moveTo>
                      <a:lnTo>
                        <a:pt x="593624" y="52702"/>
                      </a:lnTo>
                      <a:lnTo>
                        <a:pt x="533994" y="796"/>
                      </a:lnTo>
                      <a:lnTo>
                        <a:pt x="583" y="442955"/>
                      </a:lnTo>
                      <a:close/>
                    </a:path>
                  </a:pathLst>
                </a:custGeom>
                <a:solidFill>
                  <a:srgbClr val="08062C">
                    <a:alpha val="100000"/>
                  </a:srgbClr>
                </a:solidFill>
                <a:ln>
                  <a:prstDash val="solid"/>
                  <a:headEnd type="none"/>
                  <a:tailEnd type="none"/>
                </a:ln>
              </p:spPr>
              <p:txBody>
                <a:bodyPr/>
                <a:lstStyle/>
                <a:p>
                  <a:endParaRPr lang="zh-CN" altLang="en-US"/>
                </a:p>
              </p:txBody>
            </p:sp>
            <p:sp>
              <p:nvSpPr>
                <p:cNvPr id="56" name="AutoShape 56"/>
                <p:cNvSpPr/>
                <p:nvPr/>
              </p:nvSpPr>
              <p:spPr>
                <a:xfrm>
                  <a:off x="8538976" y="8629757"/>
                  <a:ext cx="1373799" cy="1185392"/>
                </a:xfrm>
                <a:custGeom>
                  <a:avLst/>
                  <a:gdLst/>
                  <a:ahLst/>
                  <a:cxnLst/>
                  <a:rect l="l" t="t" r="r" b="b"/>
                  <a:pathLst>
                    <a:path w="1373799" h="1185392">
                      <a:moveTo>
                        <a:pt x="1374055" y="377442"/>
                      </a:moveTo>
                      <a:lnTo>
                        <a:pt x="1146397" y="1186021"/>
                      </a:lnTo>
                      <a:lnTo>
                        <a:pt x="256" y="934812"/>
                      </a:lnTo>
                      <a:lnTo>
                        <a:pt x="102310" y="628"/>
                      </a:lnTo>
                    </a:path>
                  </a:pathLst>
                </a:custGeom>
                <a:solidFill>
                  <a:srgbClr val="B8B8FF">
                    <a:alpha val="100000"/>
                  </a:srgbClr>
                </a:solidFill>
                <a:ln>
                  <a:prstDash val="solid"/>
                  <a:headEnd type="none"/>
                  <a:tailEnd type="none"/>
                </a:ln>
              </p:spPr>
              <p:txBody>
                <a:bodyPr/>
                <a:lstStyle/>
                <a:p>
                  <a:endParaRPr lang="zh-CN" altLang="en-US"/>
                </a:p>
              </p:txBody>
            </p:sp>
            <p:sp>
              <p:nvSpPr>
                <p:cNvPr id="57" name="AutoShape 57"/>
                <p:cNvSpPr/>
                <p:nvPr/>
              </p:nvSpPr>
              <p:spPr>
                <a:xfrm>
                  <a:off x="8685059" y="8896038"/>
                  <a:ext cx="112981" cy="848458"/>
                </a:xfrm>
                <a:custGeom>
                  <a:avLst/>
                  <a:gdLst/>
                  <a:ahLst/>
                  <a:cxnLst/>
                  <a:rect l="l" t="t" r="r" b="b"/>
                  <a:pathLst>
                    <a:path w="112981" h="848458">
                      <a:moveTo>
                        <a:pt x="82473" y="648"/>
                      </a:moveTo>
                      <a:lnTo>
                        <a:pt x="113152" y="849106"/>
                      </a:lnTo>
                      <a:lnTo>
                        <a:pt x="171" y="700579"/>
                      </a:lnTo>
                      <a:lnTo>
                        <a:pt x="82473" y="648"/>
                      </a:lnTo>
                      <a:close/>
                    </a:path>
                  </a:pathLst>
                </a:custGeom>
                <a:solidFill>
                  <a:srgbClr val="08062C">
                    <a:alpha val="100000"/>
                  </a:srgbClr>
                </a:solidFill>
                <a:ln>
                  <a:prstDash val="solid"/>
                  <a:headEnd type="none"/>
                  <a:tailEnd type="none"/>
                </a:ln>
              </p:spPr>
              <p:txBody>
                <a:bodyPr/>
                <a:lstStyle/>
                <a:p>
                  <a:endParaRPr lang="zh-CN" altLang="en-US"/>
                </a:p>
              </p:txBody>
            </p:sp>
            <p:sp>
              <p:nvSpPr>
                <p:cNvPr id="58" name="AutoShape 58"/>
                <p:cNvSpPr/>
                <p:nvPr/>
              </p:nvSpPr>
              <p:spPr>
                <a:xfrm>
                  <a:off x="9813383" y="9034828"/>
                  <a:ext cx="91471" cy="350844"/>
                </a:xfrm>
                <a:custGeom>
                  <a:avLst/>
                  <a:gdLst/>
                  <a:ahLst/>
                  <a:cxnLst/>
                  <a:rect l="l" t="t" r="r" b="b"/>
                  <a:pathLst>
                    <a:path w="91471" h="350844">
                      <a:moveTo>
                        <a:pt x="91791" y="625"/>
                      </a:moveTo>
                      <a:lnTo>
                        <a:pt x="65100" y="351470"/>
                      </a:lnTo>
                      <a:cubicBezTo>
                        <a:pt x="42962" y="342835"/>
                        <a:pt x="21358" y="334105"/>
                        <a:pt x="320" y="325313"/>
                      </a:cubicBezTo>
                      <a:lnTo>
                        <a:pt x="91791" y="625"/>
                      </a:lnTo>
                      <a:close/>
                    </a:path>
                  </a:pathLst>
                </a:custGeom>
                <a:solidFill>
                  <a:srgbClr val="08062C">
                    <a:alpha val="100000"/>
                  </a:srgbClr>
                </a:solidFill>
                <a:ln>
                  <a:prstDash val="solid"/>
                  <a:headEnd type="none"/>
                  <a:tailEnd type="none"/>
                </a:ln>
              </p:spPr>
              <p:txBody>
                <a:bodyPr/>
                <a:lstStyle/>
                <a:p>
                  <a:endParaRPr lang="zh-CN" altLang="en-US"/>
                </a:p>
              </p:txBody>
            </p:sp>
            <p:sp>
              <p:nvSpPr>
                <p:cNvPr id="59" name="AutoShape 59"/>
                <p:cNvSpPr/>
                <p:nvPr/>
              </p:nvSpPr>
              <p:spPr>
                <a:xfrm>
                  <a:off x="7907031" y="9757715"/>
                  <a:ext cx="620172" cy="310086"/>
                </a:xfrm>
                <a:custGeom>
                  <a:avLst/>
                  <a:gdLst/>
                  <a:ahLst/>
                  <a:cxnLst/>
                  <a:rect l="l" t="t" r="r" b="b"/>
                  <a:pathLst>
                    <a:path w="620172" h="310086">
                      <a:moveTo>
                        <a:pt x="620282" y="310794"/>
                      </a:moveTo>
                      <a:lnTo>
                        <a:pt x="581031" y="310794"/>
                      </a:lnTo>
                      <a:cubicBezTo>
                        <a:pt x="581031" y="161450"/>
                        <a:pt x="459540" y="39959"/>
                        <a:pt x="310196" y="39959"/>
                      </a:cubicBezTo>
                      <a:cubicBezTo>
                        <a:pt x="160853" y="39959"/>
                        <a:pt x="39362" y="161450"/>
                        <a:pt x="39362" y="310794"/>
                      </a:cubicBezTo>
                      <a:lnTo>
                        <a:pt x="110" y="310794"/>
                      </a:lnTo>
                      <a:cubicBezTo>
                        <a:pt x="110" y="139815"/>
                        <a:pt x="139217" y="708"/>
                        <a:pt x="310196" y="708"/>
                      </a:cubicBezTo>
                      <a:cubicBezTo>
                        <a:pt x="481175" y="708"/>
                        <a:pt x="620282" y="139815"/>
                        <a:pt x="620282" y="310794"/>
                      </a:cubicBezTo>
                    </a:path>
                  </a:pathLst>
                </a:custGeom>
                <a:solidFill>
                  <a:srgbClr val="08062C">
                    <a:alpha val="100000"/>
                  </a:srgbClr>
                </a:solidFill>
                <a:ln>
                  <a:prstDash val="solid"/>
                  <a:headEnd type="none"/>
                  <a:tailEnd type="none"/>
                </a:ln>
              </p:spPr>
              <p:txBody>
                <a:bodyPr/>
                <a:lstStyle/>
                <a:p>
                  <a:endParaRPr lang="zh-CN" altLang="en-US"/>
                </a:p>
              </p:txBody>
            </p:sp>
            <p:sp>
              <p:nvSpPr>
                <p:cNvPr id="60" name="AutoShape 60"/>
                <p:cNvSpPr/>
                <p:nvPr/>
              </p:nvSpPr>
              <p:spPr>
                <a:xfrm>
                  <a:off x="7461267" y="10066355"/>
                  <a:ext cx="1515794" cy="1036237"/>
                </a:xfrm>
                <a:custGeom>
                  <a:avLst/>
                  <a:gdLst/>
                  <a:ahLst/>
                  <a:cxnLst/>
                  <a:rect l="l" t="t" r="r" b="b"/>
                  <a:pathLst>
                    <a:path w="1515794" h="1036237">
                      <a:moveTo>
                        <a:pt x="76" y="1037023"/>
                      </a:moveTo>
                      <a:lnTo>
                        <a:pt x="1515871" y="1037023"/>
                      </a:lnTo>
                      <a:lnTo>
                        <a:pt x="1280363" y="785"/>
                      </a:lnTo>
                      <a:lnTo>
                        <a:pt x="235585" y="785"/>
                      </a:lnTo>
                      <a:lnTo>
                        <a:pt x="76" y="1037023"/>
                      </a:lnTo>
                      <a:close/>
                    </a:path>
                  </a:pathLst>
                </a:custGeom>
                <a:solidFill>
                  <a:srgbClr val="2F6DFF">
                    <a:alpha val="100000"/>
                  </a:srgbClr>
                </a:solidFill>
                <a:ln>
                  <a:prstDash val="solid"/>
                  <a:headEnd type="none"/>
                  <a:tailEnd type="none"/>
                </a:ln>
              </p:spPr>
              <p:txBody>
                <a:bodyPr/>
                <a:lstStyle/>
                <a:p>
                  <a:endParaRPr lang="zh-CN" altLang="en-US"/>
                </a:p>
              </p:txBody>
            </p:sp>
            <p:sp>
              <p:nvSpPr>
                <p:cNvPr id="61" name="AutoShape 61"/>
                <p:cNvSpPr/>
                <p:nvPr/>
              </p:nvSpPr>
              <p:spPr>
                <a:xfrm rot="10800000" flipV="1">
                  <a:off x="8160286" y="10505976"/>
                  <a:ext cx="117754" cy="188406"/>
                </a:xfrm>
                <a:custGeom>
                  <a:avLst/>
                  <a:gdLst/>
                  <a:ahLst/>
                  <a:cxnLst/>
                  <a:rect l="l" t="t" r="r" b="b"/>
                  <a:pathLst>
                    <a:path w="117754" h="188406">
                      <a:moveTo>
                        <a:pt x="0" y="496"/>
                      </a:moveTo>
                      <a:lnTo>
                        <a:pt x="117754" y="496"/>
                      </a:lnTo>
                      <a:lnTo>
                        <a:pt x="117754" y="188903"/>
                      </a:lnTo>
                      <a:lnTo>
                        <a:pt x="0" y="188903"/>
                      </a:lnTo>
                      <a:close/>
                    </a:path>
                  </a:pathLst>
                </a:custGeom>
                <a:solidFill>
                  <a:srgbClr val="08062C">
                    <a:alpha val="100000"/>
                  </a:srgbClr>
                </a:solidFill>
                <a:ln>
                  <a:prstDash val="solid"/>
                  <a:headEnd type="none"/>
                  <a:tailEnd type="none"/>
                </a:ln>
              </p:spPr>
              <p:txBody>
                <a:bodyPr/>
                <a:lstStyle/>
                <a:p>
                  <a:endParaRPr lang="zh-CN" altLang="en-US"/>
                </a:p>
              </p:txBody>
            </p:sp>
            <p:sp>
              <p:nvSpPr>
                <p:cNvPr id="62" name="AutoShape 62"/>
                <p:cNvSpPr/>
                <p:nvPr/>
              </p:nvSpPr>
              <p:spPr>
                <a:xfrm>
                  <a:off x="8730619" y="10091001"/>
                  <a:ext cx="565298" cy="512760"/>
                </a:xfrm>
                <a:custGeom>
                  <a:avLst/>
                  <a:gdLst/>
                  <a:ahLst/>
                  <a:cxnLst/>
                  <a:rect l="l" t="t" r="r" b="b"/>
                  <a:pathLst>
                    <a:path w="565298" h="512760">
                      <a:moveTo>
                        <a:pt x="312271" y="780"/>
                      </a:moveTo>
                      <a:cubicBezTo>
                        <a:pt x="394699" y="26340"/>
                        <a:pt x="472229" y="67633"/>
                        <a:pt x="539458" y="121768"/>
                      </a:cubicBezTo>
                      <a:cubicBezTo>
                        <a:pt x="547528" y="128268"/>
                        <a:pt x="555661" y="135208"/>
                        <a:pt x="560497" y="144377"/>
                      </a:cubicBezTo>
                      <a:cubicBezTo>
                        <a:pt x="565333" y="153577"/>
                        <a:pt x="566181" y="165604"/>
                        <a:pt x="559901" y="173862"/>
                      </a:cubicBezTo>
                      <a:cubicBezTo>
                        <a:pt x="550323" y="186486"/>
                        <a:pt x="531263" y="183126"/>
                        <a:pt x="515593" y="180771"/>
                      </a:cubicBezTo>
                      <a:cubicBezTo>
                        <a:pt x="452760" y="171319"/>
                        <a:pt x="422364" y="163155"/>
                        <a:pt x="359813" y="149056"/>
                      </a:cubicBezTo>
                      <a:cubicBezTo>
                        <a:pt x="458946" y="219112"/>
                        <a:pt x="591521" y="358313"/>
                        <a:pt x="561062" y="391881"/>
                      </a:cubicBezTo>
                      <a:cubicBezTo>
                        <a:pt x="538359" y="416907"/>
                        <a:pt x="422269" y="351750"/>
                        <a:pt x="345305" y="303800"/>
                      </a:cubicBezTo>
                      <a:cubicBezTo>
                        <a:pt x="345305" y="303800"/>
                        <a:pt x="510193" y="427866"/>
                        <a:pt x="479482" y="465705"/>
                      </a:cubicBezTo>
                      <a:cubicBezTo>
                        <a:pt x="448803" y="503543"/>
                        <a:pt x="261998" y="376306"/>
                        <a:pt x="261998" y="376306"/>
                      </a:cubicBezTo>
                      <a:cubicBezTo>
                        <a:pt x="261998" y="376306"/>
                        <a:pt x="396866" y="478328"/>
                        <a:pt x="373535" y="510074"/>
                      </a:cubicBezTo>
                      <a:cubicBezTo>
                        <a:pt x="350204" y="541821"/>
                        <a:pt x="207" y="344999"/>
                        <a:pt x="207" y="344999"/>
                      </a:cubicBezTo>
                      <a:lnTo>
                        <a:pt x="312271" y="780"/>
                      </a:lnTo>
                      <a:close/>
                    </a:path>
                  </a:pathLst>
                </a:custGeom>
                <a:solidFill>
                  <a:srgbClr val="FFA9B3">
                    <a:alpha val="100000"/>
                  </a:srgbClr>
                </a:solidFill>
                <a:ln>
                  <a:prstDash val="solid"/>
                  <a:headEnd type="none"/>
                  <a:tailEnd type="none"/>
                </a:ln>
              </p:spPr>
              <p:txBody>
                <a:bodyPr/>
                <a:lstStyle/>
                <a:p>
                  <a:endParaRPr lang="zh-CN" altLang="en-US"/>
                </a:p>
              </p:txBody>
            </p:sp>
            <p:sp>
              <p:nvSpPr>
                <p:cNvPr id="63" name="AutoShape 63"/>
                <p:cNvSpPr/>
                <p:nvPr/>
              </p:nvSpPr>
              <p:spPr>
                <a:xfrm>
                  <a:off x="7938818" y="8174364"/>
                  <a:ext cx="1369458" cy="2410146"/>
                </a:xfrm>
                <a:custGeom>
                  <a:avLst/>
                  <a:gdLst/>
                  <a:ahLst/>
                  <a:cxnLst/>
                  <a:rect l="l" t="t" r="r" b="b"/>
                  <a:pathLst>
                    <a:path w="1369458" h="2410146">
                      <a:moveTo>
                        <a:pt x="875052" y="605243"/>
                      </a:moveTo>
                      <a:cubicBezTo>
                        <a:pt x="875052" y="605243"/>
                        <a:pt x="576364" y="1190152"/>
                        <a:pt x="987311" y="1673039"/>
                      </a:cubicBezTo>
                      <a:cubicBezTo>
                        <a:pt x="1010547" y="1700420"/>
                        <a:pt x="1036139" y="1727425"/>
                        <a:pt x="1064243" y="1754054"/>
                      </a:cubicBezTo>
                      <a:cubicBezTo>
                        <a:pt x="1097152" y="1785298"/>
                        <a:pt x="1133420" y="1815820"/>
                        <a:pt x="1173362" y="1845588"/>
                      </a:cubicBezTo>
                      <a:lnTo>
                        <a:pt x="804399" y="2410808"/>
                      </a:lnTo>
                      <a:cubicBezTo>
                        <a:pt x="804399" y="2410808"/>
                        <a:pt x="740906" y="2381919"/>
                        <a:pt x="649591" y="2321786"/>
                      </a:cubicBezTo>
                      <a:cubicBezTo>
                        <a:pt x="621864" y="2303510"/>
                        <a:pt x="591656" y="2282378"/>
                        <a:pt x="559878" y="2258356"/>
                      </a:cubicBezTo>
                      <a:cubicBezTo>
                        <a:pt x="290834" y="2054814"/>
                        <a:pt x="-89905" y="1640444"/>
                        <a:pt x="19371" y="974207"/>
                      </a:cubicBezTo>
                      <a:cubicBezTo>
                        <a:pt x="154490" y="150712"/>
                        <a:pt x="975064" y="23129"/>
                        <a:pt x="1266781" y="4006"/>
                      </a:cubicBezTo>
                      <a:cubicBezTo>
                        <a:pt x="1330996" y="-265"/>
                        <a:pt x="1369619" y="772"/>
                        <a:pt x="1369619" y="772"/>
                      </a:cubicBezTo>
                      <a:lnTo>
                        <a:pt x="1296769" y="89857"/>
                      </a:lnTo>
                      <a:lnTo>
                        <a:pt x="875052" y="605243"/>
                      </a:lnTo>
                      <a:close/>
                    </a:path>
                  </a:pathLst>
                </a:custGeom>
                <a:solidFill>
                  <a:srgbClr val="D36236">
                    <a:alpha val="100000"/>
                  </a:srgbClr>
                </a:solidFill>
                <a:ln>
                  <a:prstDash val="solid"/>
                  <a:headEnd type="none"/>
                  <a:tailEnd type="none"/>
                </a:ln>
              </p:spPr>
              <p:txBody>
                <a:bodyPr/>
                <a:lstStyle/>
                <a:p>
                  <a:endParaRPr lang="zh-CN" altLang="en-US"/>
                </a:p>
              </p:txBody>
            </p:sp>
            <p:sp>
              <p:nvSpPr>
                <p:cNvPr id="64" name="AutoShape 64"/>
                <p:cNvSpPr/>
                <p:nvPr/>
              </p:nvSpPr>
              <p:spPr>
                <a:xfrm>
                  <a:off x="9559513" y="7283188"/>
                  <a:ext cx="87577" cy="219022"/>
                </a:xfrm>
                <a:custGeom>
                  <a:avLst/>
                  <a:gdLst/>
                  <a:ahLst/>
                  <a:cxnLst/>
                  <a:rect l="l" t="t" r="r" b="b"/>
                  <a:pathLst>
                    <a:path w="87577" h="219022">
                      <a:moveTo>
                        <a:pt x="283" y="192959"/>
                      </a:moveTo>
                      <a:lnTo>
                        <a:pt x="87861" y="376"/>
                      </a:lnTo>
                      <a:lnTo>
                        <a:pt x="69460" y="219399"/>
                      </a:lnTo>
                    </a:path>
                  </a:pathLst>
                </a:custGeom>
                <a:solidFill>
                  <a:srgbClr val="FFA9B3">
                    <a:alpha val="100000"/>
                  </a:srgbClr>
                </a:solidFill>
                <a:ln>
                  <a:prstDash val="solid"/>
                  <a:headEnd type="none"/>
                  <a:tailEnd type="none"/>
                </a:ln>
              </p:spPr>
              <p:txBody>
                <a:bodyPr/>
                <a:lstStyle/>
                <a:p>
                  <a:endParaRPr lang="zh-CN" altLang="en-US"/>
                </a:p>
              </p:txBody>
            </p:sp>
            <p:sp>
              <p:nvSpPr>
                <p:cNvPr id="65" name="AutoShape 65"/>
                <p:cNvSpPr/>
                <p:nvPr/>
              </p:nvSpPr>
              <p:spPr>
                <a:xfrm>
                  <a:off x="9205436" y="8174370"/>
                  <a:ext cx="603843" cy="265283"/>
                </a:xfrm>
                <a:custGeom>
                  <a:avLst/>
                  <a:gdLst/>
                  <a:ahLst/>
                  <a:cxnLst/>
                  <a:rect l="l" t="t" r="r" b="b"/>
                  <a:pathLst>
                    <a:path w="603843" h="265283">
                      <a:moveTo>
                        <a:pt x="604125" y="164431"/>
                      </a:moveTo>
                      <a:cubicBezTo>
                        <a:pt x="561199" y="200165"/>
                        <a:pt x="512214" y="228332"/>
                        <a:pt x="459146" y="245854"/>
                      </a:cubicBezTo>
                      <a:cubicBezTo>
                        <a:pt x="359133" y="278825"/>
                        <a:pt x="244896" y="271603"/>
                        <a:pt x="153833" y="218818"/>
                      </a:cubicBezTo>
                      <a:cubicBezTo>
                        <a:pt x="101644" y="188610"/>
                        <a:pt x="58216" y="143015"/>
                        <a:pt x="30269" y="89696"/>
                      </a:cubicBezTo>
                      <a:cubicBezTo>
                        <a:pt x="15982" y="62691"/>
                        <a:pt x="5682" y="33708"/>
                        <a:pt x="281" y="3814"/>
                      </a:cubicBezTo>
                      <a:cubicBezTo>
                        <a:pt x="64496" y="-425"/>
                        <a:pt x="103120" y="611"/>
                        <a:pt x="103120" y="611"/>
                      </a:cubicBezTo>
                      <a:cubicBezTo>
                        <a:pt x="103120" y="611"/>
                        <a:pt x="229761" y="289816"/>
                        <a:pt x="504018" y="98112"/>
                      </a:cubicBezTo>
                      <a:cubicBezTo>
                        <a:pt x="504018" y="98112"/>
                        <a:pt x="539752" y="122762"/>
                        <a:pt x="604125" y="164431"/>
                      </a:cubicBezTo>
                    </a:path>
                  </a:pathLst>
                </a:custGeom>
                <a:solidFill>
                  <a:srgbClr val="000000">
                    <a:alpha val="100000"/>
                    <a:lumMod val="10000"/>
                    <a:lumOff val="90000"/>
                  </a:srgbClr>
                </a:solidFill>
                <a:ln>
                  <a:prstDash val="solid"/>
                  <a:headEnd type="none"/>
                  <a:tailEnd type="none"/>
                </a:ln>
              </p:spPr>
              <p:txBody>
                <a:bodyPr/>
                <a:lstStyle/>
                <a:p>
                  <a:endParaRPr lang="zh-CN" altLang="en-US"/>
                </a:p>
              </p:txBody>
            </p:sp>
            <p:sp>
              <p:nvSpPr>
                <p:cNvPr id="66" name="AutoShape 66"/>
                <p:cNvSpPr/>
                <p:nvPr/>
              </p:nvSpPr>
              <p:spPr>
                <a:xfrm>
                  <a:off x="10562421" y="9200438"/>
                  <a:ext cx="536268" cy="201041"/>
                </a:xfrm>
                <a:custGeom>
                  <a:avLst/>
                  <a:gdLst/>
                  <a:ahLst/>
                  <a:cxnLst/>
                  <a:rect l="l" t="t" r="r" b="b"/>
                  <a:pathLst>
                    <a:path w="536268" h="201041">
                      <a:moveTo>
                        <a:pt x="536724" y="113514"/>
                      </a:moveTo>
                      <a:cubicBezTo>
                        <a:pt x="217689" y="347986"/>
                        <a:pt x="456" y="40569"/>
                        <a:pt x="456" y="40569"/>
                      </a:cubicBezTo>
                      <a:cubicBezTo>
                        <a:pt x="92712" y="9734"/>
                        <a:pt x="181734" y="-5653"/>
                        <a:pt x="261399" y="3045"/>
                      </a:cubicBezTo>
                      <a:cubicBezTo>
                        <a:pt x="338583" y="11461"/>
                        <a:pt x="433257" y="52188"/>
                        <a:pt x="536724" y="113514"/>
                      </a:cubicBezTo>
                    </a:path>
                  </a:pathLst>
                </a:custGeom>
                <a:solidFill>
                  <a:srgbClr val="000000">
                    <a:alpha val="100000"/>
                    <a:lumMod val="10000"/>
                    <a:lumOff val="90000"/>
                  </a:srgbClr>
                </a:solidFill>
                <a:ln>
                  <a:prstDash val="solid"/>
                  <a:headEnd type="none"/>
                  <a:tailEnd type="none"/>
                </a:ln>
              </p:spPr>
              <p:txBody>
                <a:bodyPr/>
                <a:lstStyle/>
                <a:p>
                  <a:endParaRPr lang="zh-CN" altLang="en-US"/>
                </a:p>
              </p:txBody>
            </p:sp>
            <p:sp>
              <p:nvSpPr>
                <p:cNvPr id="67" name="AutoShape 67"/>
                <p:cNvSpPr/>
                <p:nvPr/>
              </p:nvSpPr>
              <p:spPr>
                <a:xfrm rot="7560000" flipV="1">
                  <a:off x="8394047" y="10116918"/>
                  <a:ext cx="725008" cy="109903"/>
                </a:xfrm>
                <a:custGeom>
                  <a:avLst/>
                  <a:gdLst/>
                  <a:ahLst/>
                  <a:cxnLst/>
                  <a:rect l="l" t="t" r="r" b="b"/>
                  <a:pathLst>
                    <a:path w="725008" h="109903">
                      <a:moveTo>
                        <a:pt x="20245" y="110659"/>
                      </a:moveTo>
                      <a:lnTo>
                        <a:pt x="723285" y="110659"/>
                      </a:lnTo>
                      <a:cubicBezTo>
                        <a:pt x="724855" y="77499"/>
                        <a:pt x="725609" y="40634"/>
                        <a:pt x="724950" y="818"/>
                      </a:cubicBezTo>
                      <a:lnTo>
                        <a:pt x="180" y="755"/>
                      </a:lnTo>
                      <a:cubicBezTo>
                        <a:pt x="8596" y="35673"/>
                        <a:pt x="15315" y="72287"/>
                        <a:pt x="20245" y="110659"/>
                      </a:cubicBezTo>
                    </a:path>
                  </a:pathLst>
                </a:custGeom>
                <a:solidFill>
                  <a:srgbClr val="000000">
                    <a:alpha val="100000"/>
                    <a:lumMod val="10000"/>
                    <a:lumOff val="90000"/>
                  </a:srgbClr>
                </a:solidFill>
                <a:ln>
                  <a:prstDash val="solid"/>
                  <a:headEnd type="none"/>
                  <a:tailEnd type="none"/>
                </a:ln>
              </p:spPr>
              <p:txBody>
                <a:bodyPr/>
                <a:lstStyle/>
                <a:p>
                  <a:endParaRPr lang="zh-CN" altLang="en-US"/>
                </a:p>
              </p:txBody>
            </p:sp>
          </p:grpSp>
          <p:grpSp>
            <p:nvGrpSpPr>
              <p:cNvPr id="68" name="Group 68"/>
              <p:cNvGrpSpPr/>
              <p:nvPr/>
            </p:nvGrpSpPr>
            <p:grpSpPr>
              <a:xfrm>
                <a:off x="7749721" y="1130300"/>
                <a:ext cx="3483429" cy="308096"/>
                <a:chOff x="7749721" y="1130300"/>
                <a:chExt cx="3483429" cy="308096"/>
              </a:xfrm>
            </p:grpSpPr>
            <p:sp>
              <p:nvSpPr>
                <p:cNvPr id="69" name="AutoShape 69"/>
                <p:cNvSpPr/>
                <p:nvPr/>
              </p:nvSpPr>
              <p:spPr>
                <a:xfrm>
                  <a:off x="10064750" y="1218131"/>
                  <a:ext cx="1168400" cy="220265"/>
                </a:xfrm>
                <a:prstGeom prst="roundRect">
                  <a:avLst>
                    <a:gd name="adj" fmla="val 50000"/>
                  </a:avLst>
                </a:prstGeom>
                <a:ln w="25400">
                  <a:solidFill>
                    <a:srgbClr val="000000">
                      <a:alpha val="100000"/>
                    </a:srgbClr>
                  </a:solidFill>
                  <a:prstDash val="solid"/>
                  <a:headEnd type="none"/>
                  <a:tailEnd type="none"/>
                </a:ln>
              </p:spPr>
              <p:txBody>
                <a:bodyPr/>
                <a:lstStyle/>
                <a:p>
                  <a:endParaRPr lang="zh-CN" altLang="en-US"/>
                </a:p>
              </p:txBody>
            </p:sp>
            <p:sp>
              <p:nvSpPr>
                <p:cNvPr id="70" name="AutoShape 70"/>
                <p:cNvSpPr/>
                <p:nvPr/>
              </p:nvSpPr>
              <p:spPr>
                <a:xfrm>
                  <a:off x="7749721" y="1130300"/>
                  <a:ext cx="228600" cy="0"/>
                </a:xfrm>
                <a:prstGeom prst="line">
                  <a:avLst/>
                </a:prstGeom>
                <a:ln w="38100">
                  <a:solidFill>
                    <a:srgbClr val="000000">
                      <a:alpha val="100000"/>
                    </a:srgbClr>
                  </a:solidFill>
                  <a:prstDash val="solid"/>
                  <a:headEnd type="none"/>
                  <a:tailEnd type="none"/>
                </a:ln>
              </p:spPr>
              <p:txBody>
                <a:bodyPr/>
                <a:lstStyle/>
                <a:p>
                  <a:endParaRPr lang="zh-CN" altLang="en-US"/>
                </a:p>
              </p:txBody>
            </p:sp>
            <p:sp>
              <p:nvSpPr>
                <p:cNvPr id="71" name="AutoShape 71"/>
                <p:cNvSpPr/>
                <p:nvPr/>
              </p:nvSpPr>
              <p:spPr>
                <a:xfrm>
                  <a:off x="8111671" y="1130300"/>
                  <a:ext cx="355600" cy="0"/>
                </a:xfrm>
                <a:prstGeom prst="line">
                  <a:avLst/>
                </a:prstGeom>
                <a:ln w="38100">
                  <a:solidFill>
                    <a:srgbClr val="000000">
                      <a:alpha val="100000"/>
                    </a:srgbClr>
                  </a:solidFill>
                  <a:prstDash val="solid"/>
                  <a:headEnd type="none"/>
                  <a:tailEnd type="none"/>
                </a:ln>
              </p:spPr>
              <p:txBody>
                <a:bodyPr/>
                <a:lstStyle/>
                <a:p>
                  <a:endParaRPr lang="zh-CN" altLang="en-US"/>
                </a:p>
              </p:txBody>
            </p:sp>
          </p:grpSp>
        </p:grpSp>
        <p:grpSp>
          <p:nvGrpSpPr>
            <p:cNvPr id="72" name="Group 72"/>
            <p:cNvGrpSpPr/>
            <p:nvPr/>
          </p:nvGrpSpPr>
          <p:grpSpPr>
            <a:xfrm>
              <a:off x="733892" y="2054440"/>
              <a:ext cx="5362107" cy="835456"/>
              <a:chOff x="2696633" y="2568197"/>
              <a:chExt cx="5362107" cy="835456"/>
            </a:xfrm>
          </p:grpSpPr>
          <p:sp>
            <p:nvSpPr>
              <p:cNvPr id="73" name="TextBox 73"/>
              <p:cNvSpPr txBox="1"/>
              <p:nvPr/>
            </p:nvSpPr>
            <p:spPr>
              <a:xfrm>
                <a:off x="3159099" y="2568197"/>
                <a:ext cx="4899641" cy="835456"/>
              </a:xfrm>
              <a:prstGeom prst="rect">
                <a:avLst/>
              </a:prstGeom>
              <a:ln>
                <a:prstDash val="solid"/>
                <a:headEnd type="none"/>
                <a:tailEnd type="none"/>
              </a:ln>
            </p:spPr>
            <p:txBody>
              <a:bodyPr vert="horz" wrap="square" lIns="91440" tIns="45720" rIns="91440" bIns="45720" rtlCol="0" anchor="ctr" anchorCtr="0"/>
              <a:lstStyle/>
              <a:p>
                <a:pPr algn="l">
                  <a:defRPr/>
                </a:pPr>
                <a:r>
                  <a:rPr lang="en-US" sz="2000" b="1" i="0">
                    <a:ln/>
                    <a:solidFill>
                      <a:srgbClr val="000000">
                        <a:alpha val="100000"/>
                      </a:srgbClr>
                    </a:solidFill>
                    <a:latin typeface="Arial"/>
                    <a:ea typeface="Arial"/>
                    <a:cs typeface="Arial"/>
                  </a:rPr>
                  <a:t>Project Overview</a:t>
                </a:r>
                <a:endParaRPr lang="en-US" sz="1100"/>
              </a:p>
            </p:txBody>
          </p:sp>
          <p:sp>
            <p:nvSpPr>
              <p:cNvPr id="74" name="TextBox 74"/>
              <p:cNvSpPr txBox="1"/>
              <p:nvPr/>
            </p:nvSpPr>
            <p:spPr>
              <a:xfrm>
                <a:off x="2696633" y="2754692"/>
                <a:ext cx="462466" cy="462466"/>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000000">
                        <a:alpha val="100000"/>
                      </a:srgbClr>
                    </a:solidFill>
                    <a:latin typeface="Arial"/>
                    <a:ea typeface="Arial"/>
                    <a:cs typeface="Arial"/>
                  </a:rPr>
                  <a:t>1</a:t>
                </a:r>
                <a:endParaRPr lang="en-US" sz="1100"/>
              </a:p>
            </p:txBody>
          </p:sp>
        </p:grpSp>
        <p:grpSp>
          <p:nvGrpSpPr>
            <p:cNvPr id="75" name="Group 75"/>
            <p:cNvGrpSpPr/>
            <p:nvPr/>
          </p:nvGrpSpPr>
          <p:grpSpPr>
            <a:xfrm>
              <a:off x="733892" y="3104242"/>
              <a:ext cx="5362107" cy="835456"/>
              <a:chOff x="-268890" y="3617999"/>
              <a:chExt cx="5362107" cy="835456"/>
            </a:xfrm>
          </p:grpSpPr>
          <p:sp>
            <p:nvSpPr>
              <p:cNvPr id="76" name="TextBox 76"/>
              <p:cNvSpPr txBox="1"/>
              <p:nvPr/>
            </p:nvSpPr>
            <p:spPr>
              <a:xfrm>
                <a:off x="193576" y="3617999"/>
                <a:ext cx="4899641" cy="835456"/>
              </a:xfrm>
              <a:prstGeom prst="rect">
                <a:avLst/>
              </a:prstGeom>
              <a:ln>
                <a:prstDash val="solid"/>
                <a:headEnd type="none"/>
                <a:tailEnd type="none"/>
              </a:ln>
            </p:spPr>
            <p:txBody>
              <a:bodyPr vert="horz" wrap="square" lIns="91440" tIns="45720" rIns="91440" bIns="45720" rtlCol="0" anchor="ctr" anchorCtr="0"/>
              <a:lstStyle/>
              <a:p>
                <a:pPr algn="l">
                  <a:defRPr/>
                </a:pPr>
                <a:r>
                  <a:rPr lang="en-US" sz="2000" b="1" i="0">
                    <a:ln/>
                    <a:solidFill>
                      <a:srgbClr val="000000">
                        <a:alpha val="100000"/>
                      </a:srgbClr>
                    </a:solidFill>
                    <a:latin typeface="Arial"/>
                    <a:ea typeface="Arial"/>
                    <a:cs typeface="Arial"/>
                  </a:rPr>
                  <a:t>Technical Implementation</a:t>
                </a:r>
                <a:endParaRPr lang="en-US" sz="1100"/>
              </a:p>
            </p:txBody>
          </p:sp>
          <p:sp>
            <p:nvSpPr>
              <p:cNvPr id="77" name="TextBox 77"/>
              <p:cNvSpPr txBox="1"/>
              <p:nvPr/>
            </p:nvSpPr>
            <p:spPr>
              <a:xfrm>
                <a:off x="-268890" y="3804494"/>
                <a:ext cx="462466" cy="462466"/>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000000">
                        <a:alpha val="100000"/>
                      </a:srgbClr>
                    </a:solidFill>
                    <a:latin typeface="Arial"/>
                    <a:ea typeface="Arial"/>
                    <a:cs typeface="Arial"/>
                  </a:rPr>
                  <a:t>2</a:t>
                </a:r>
                <a:endParaRPr lang="en-US" sz="1100"/>
              </a:p>
            </p:txBody>
          </p:sp>
        </p:grpSp>
        <p:grpSp>
          <p:nvGrpSpPr>
            <p:cNvPr id="78" name="Group 78"/>
            <p:cNvGrpSpPr/>
            <p:nvPr/>
          </p:nvGrpSpPr>
          <p:grpSpPr>
            <a:xfrm>
              <a:off x="733892" y="4158651"/>
              <a:ext cx="5362107" cy="835456"/>
              <a:chOff x="2696633" y="3659510"/>
              <a:chExt cx="5362107" cy="835456"/>
            </a:xfrm>
          </p:grpSpPr>
          <p:sp>
            <p:nvSpPr>
              <p:cNvPr id="79" name="TextBox 79"/>
              <p:cNvSpPr txBox="1"/>
              <p:nvPr/>
            </p:nvSpPr>
            <p:spPr>
              <a:xfrm>
                <a:off x="3159099" y="3659510"/>
                <a:ext cx="4899641" cy="835456"/>
              </a:xfrm>
              <a:prstGeom prst="rect">
                <a:avLst/>
              </a:prstGeom>
              <a:ln>
                <a:prstDash val="solid"/>
                <a:headEnd type="none"/>
                <a:tailEnd type="none"/>
              </a:ln>
            </p:spPr>
            <p:txBody>
              <a:bodyPr vert="horz" wrap="square" lIns="91440" tIns="45720" rIns="91440" bIns="45720" rtlCol="0" anchor="ctr" anchorCtr="0"/>
              <a:lstStyle/>
              <a:p>
                <a:pPr algn="l">
                  <a:defRPr/>
                </a:pPr>
                <a:r>
                  <a:rPr lang="en-US" sz="2000" b="1" i="0">
                    <a:ln/>
                    <a:solidFill>
                      <a:srgbClr val="000000">
                        <a:alpha val="100000"/>
                      </a:srgbClr>
                    </a:solidFill>
                    <a:latin typeface="Arial"/>
                    <a:ea typeface="Arial"/>
                    <a:cs typeface="Arial"/>
                  </a:rPr>
                  <a:t>Deployment &amp; Architecture</a:t>
                </a:r>
                <a:endParaRPr lang="en-US" sz="1100"/>
              </a:p>
            </p:txBody>
          </p:sp>
          <p:sp>
            <p:nvSpPr>
              <p:cNvPr id="80" name="TextBox 80"/>
              <p:cNvSpPr txBox="1"/>
              <p:nvPr/>
            </p:nvSpPr>
            <p:spPr>
              <a:xfrm>
                <a:off x="2696633" y="3846005"/>
                <a:ext cx="462466" cy="462466"/>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000000">
                        <a:alpha val="100000"/>
                      </a:srgbClr>
                    </a:solidFill>
                    <a:latin typeface="Arial"/>
                    <a:ea typeface="Arial"/>
                    <a:cs typeface="Arial"/>
                  </a:rPr>
                  <a:t>3</a:t>
                </a:r>
                <a:endParaRPr lang="en-US" sz="1100"/>
              </a:p>
            </p:txBody>
          </p:sp>
        </p:grpSp>
        <p:grpSp>
          <p:nvGrpSpPr>
            <p:cNvPr id="81" name="Group 81"/>
            <p:cNvGrpSpPr/>
            <p:nvPr/>
          </p:nvGrpSpPr>
          <p:grpSpPr>
            <a:xfrm>
              <a:off x="733892" y="5179551"/>
              <a:ext cx="5362107" cy="835456"/>
              <a:chOff x="-268890" y="4680410"/>
              <a:chExt cx="5362107" cy="835456"/>
            </a:xfrm>
          </p:grpSpPr>
          <p:sp>
            <p:nvSpPr>
              <p:cNvPr id="82" name="TextBox 82"/>
              <p:cNvSpPr txBox="1"/>
              <p:nvPr/>
            </p:nvSpPr>
            <p:spPr>
              <a:xfrm>
                <a:off x="193576" y="4680410"/>
                <a:ext cx="4899641" cy="835456"/>
              </a:xfrm>
              <a:prstGeom prst="rect">
                <a:avLst/>
              </a:prstGeom>
              <a:ln>
                <a:prstDash val="solid"/>
                <a:headEnd type="none"/>
                <a:tailEnd type="none"/>
              </a:ln>
            </p:spPr>
            <p:txBody>
              <a:bodyPr vert="horz" wrap="square" lIns="91440" tIns="45720" rIns="91440" bIns="45720" rtlCol="0" anchor="ctr" anchorCtr="0"/>
              <a:lstStyle/>
              <a:p>
                <a:pPr algn="l">
                  <a:defRPr/>
                </a:pPr>
                <a:r>
                  <a:rPr lang="en-US" sz="2000" b="1" i="0">
                    <a:ln/>
                    <a:solidFill>
                      <a:srgbClr val="000000">
                        <a:alpha val="100000"/>
                      </a:srgbClr>
                    </a:solidFill>
                    <a:latin typeface="Arial"/>
                    <a:ea typeface="Arial"/>
                    <a:cs typeface="Arial"/>
                  </a:rPr>
                  <a:t>Demonstration</a:t>
                </a:r>
                <a:endParaRPr lang="en-US" sz="1100"/>
              </a:p>
            </p:txBody>
          </p:sp>
          <p:sp>
            <p:nvSpPr>
              <p:cNvPr id="83" name="TextBox 83"/>
              <p:cNvSpPr txBox="1"/>
              <p:nvPr/>
            </p:nvSpPr>
            <p:spPr>
              <a:xfrm>
                <a:off x="-268890" y="4866905"/>
                <a:ext cx="462466" cy="462466"/>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000000">
                        <a:alpha val="100000"/>
                      </a:srgbClr>
                    </a:solidFill>
                    <a:latin typeface="Arial"/>
                    <a:ea typeface="Arial"/>
                    <a:cs typeface="Arial"/>
                  </a:rPr>
                  <a:t>4</a:t>
                </a:r>
                <a:endParaRPr lang="en-US" sz="1100"/>
              </a:p>
            </p:txBody>
          </p:sp>
        </p:grpSp>
      </p:grpSp>
      <p:sp>
        <p:nvSpPr>
          <p:cNvPr id="84" name="TextBox 84"/>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a:ln/>
                <a:solidFill>
                  <a:srgbClr val="000000">
                    <a:alpha val="100000"/>
                  </a:srgbClr>
                </a:solidFill>
                <a:latin typeface="微软雅黑"/>
                <a:ea typeface="微软雅黑"/>
                <a:cs typeface="+mn-lt"/>
              </a:rPr>
              <a:t>CONTENTS</a:t>
            </a:r>
            <a:endParaRPr 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0400" y="2115395"/>
            <a:ext cx="5435600" cy="13716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600" b="1" i="0">
                <a:ln/>
                <a:solidFill>
                  <a:srgbClr val="000000">
                    <a:alpha val="100000"/>
                  </a:srgbClr>
                </a:solidFill>
                <a:latin typeface="Arial"/>
                <a:ea typeface="Arial"/>
                <a:cs typeface="Arial"/>
              </a:rPr>
              <a:t>Project Overview</a:t>
            </a:r>
            <a:endParaRPr lang="en-US" sz="1100"/>
          </a:p>
        </p:txBody>
      </p:sp>
      <p:sp>
        <p:nvSpPr>
          <p:cNvPr id="3" name="TextBox 3"/>
          <p:cNvSpPr txBox="1"/>
          <p:nvPr/>
        </p:nvSpPr>
        <p:spPr>
          <a:xfrm>
            <a:off x="660400" y="3492500"/>
            <a:ext cx="5435600" cy="2011158"/>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1600" b="0" i="0">
                <a:ln/>
                <a:solidFill>
                  <a:srgbClr val="000000">
                    <a:alpha val="100000"/>
                  </a:srgbClr>
                </a:solidFill>
                <a:latin typeface="Arial"/>
                <a:ea typeface="Arial"/>
                <a:cs typeface="Arial"/>
              </a:rPr>
              <a:t>A brief introduction to our chatbot project, covering its core functionalities, underlying technology stack, and key features.</a:t>
            </a:r>
            <a:endParaRPr lang="en-US" sz="1100"/>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3</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b04178a-601a-41f0-b6b1-51bc29909f51"/>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660400" y="1130300"/>
            <a:ext cx="10858500" cy="4927600"/>
            <a:chOff x="660400" y="1130300"/>
            <a:chExt cx="10858500" cy="4927600"/>
          </a:xfrm>
        </p:grpSpPr>
        <p:sp>
          <p:nvSpPr>
            <p:cNvPr id="4" name="TextBox 4"/>
            <p:cNvSpPr txBox="1"/>
            <p:nvPr/>
          </p:nvSpPr>
          <p:spPr>
            <a:xfrm>
              <a:off x="660400" y="1130300"/>
              <a:ext cx="10858500" cy="762013"/>
            </a:xfrm>
            <a:prstGeom prst="rect">
              <a:avLst/>
            </a:prstGeom>
            <a:ln>
              <a:headEnd type="none"/>
              <a:tailEnd type="none"/>
            </a:ln>
          </p:spPr>
          <p:txBody>
            <a:bodyPr vert="horz" wrap="square" lIns="91440" tIns="45720" rIns="91440" bIns="45720" rtlCol="0" anchor="t" anchorCtr="1"/>
            <a:lstStyle/>
            <a:p>
              <a:pPr algn="ctr">
                <a:defRPr/>
              </a:pPr>
              <a:r>
                <a:rPr lang="en-US" sz="2400" b="1" i="0">
                  <a:ln/>
                  <a:solidFill>
                    <a:srgbClr val="000000">
                      <a:alpha val="100000"/>
                    </a:srgbClr>
                  </a:solidFill>
                  <a:latin typeface="Arial"/>
                  <a:ea typeface="Arial"/>
                  <a:cs typeface="Arial"/>
                </a:rPr>
                <a:t>What is this chatbot about?</a:t>
              </a:r>
              <a:endParaRPr lang="en-US" sz="1100"/>
            </a:p>
          </p:txBody>
        </p:sp>
        <p:grpSp>
          <p:nvGrpSpPr>
            <p:cNvPr id="5" name="Group 5"/>
            <p:cNvGrpSpPr/>
            <p:nvPr/>
          </p:nvGrpSpPr>
          <p:grpSpPr>
            <a:xfrm>
              <a:off x="1206500" y="2492669"/>
              <a:ext cx="3108324" cy="3565231"/>
              <a:chOff x="-8481" y="2492669"/>
              <a:chExt cx="3108324" cy="3565231"/>
            </a:xfrm>
          </p:grpSpPr>
          <p:grpSp>
            <p:nvGrpSpPr>
              <p:cNvPr id="6" name="Group 6"/>
              <p:cNvGrpSpPr/>
              <p:nvPr/>
            </p:nvGrpSpPr>
            <p:grpSpPr>
              <a:xfrm>
                <a:off x="-8481" y="3746500"/>
                <a:ext cx="3108324" cy="2311400"/>
                <a:chOff x="-8481" y="3822700"/>
                <a:chExt cx="3108324" cy="2311400"/>
              </a:xfrm>
            </p:grpSpPr>
            <p:sp>
              <p:nvSpPr>
                <p:cNvPr id="7" name="TextBox 7"/>
                <p:cNvSpPr txBox="1"/>
                <p:nvPr/>
              </p:nvSpPr>
              <p:spPr>
                <a:xfrm>
                  <a:off x="-8481" y="4584714"/>
                  <a:ext cx="3108324" cy="1549386"/>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defRPr/>
                  </a:pPr>
                  <a:r>
                    <a:rPr lang="en-US" sz="1200" b="0" i="0">
                      <a:ln/>
                      <a:solidFill>
                        <a:srgbClr val="000000">
                          <a:alpha val="100000"/>
                        </a:srgbClr>
                      </a:solidFill>
                      <a:latin typeface="Arial"/>
                      <a:ea typeface="Arial"/>
                      <a:cs typeface="Arial"/>
                    </a:rPr>
                    <a:t>This project aims to develop a versatile Telegram chatbot that can assist users in various scenarios, leveraging the power of AI.</a:t>
                  </a:r>
                  <a:endParaRPr lang="en-US" sz="1100"/>
                </a:p>
              </p:txBody>
            </p:sp>
            <p:sp>
              <p:nvSpPr>
                <p:cNvPr id="8" name="TextBox 8"/>
                <p:cNvSpPr txBox="1"/>
                <p:nvPr/>
              </p:nvSpPr>
              <p:spPr>
                <a:xfrm>
                  <a:off x="-8481" y="3822700"/>
                  <a:ext cx="3108324" cy="762013"/>
                </a:xfrm>
                <a:prstGeom prst="rect">
                  <a:avLst/>
                </a:prstGeom>
                <a:ln>
                  <a:headEnd type="none"/>
                  <a:tailEnd type="none"/>
                </a:ln>
              </p:spPr>
              <p:txBody>
                <a:bodyPr vert="horz" wrap="square" lIns="91440" tIns="45720" rIns="91440" bIns="45720" rtlCol="0" anchor="b" anchorCtr="1"/>
                <a:lstStyle/>
                <a:p>
                  <a:pPr algn="ctr">
                    <a:defRPr/>
                  </a:pPr>
                  <a:r>
                    <a:rPr lang="en-US" sz="1800" b="1" i="0">
                      <a:ln/>
                      <a:solidFill>
                        <a:srgbClr val="000000">
                          <a:alpha val="100000"/>
                        </a:srgbClr>
                      </a:solidFill>
                      <a:latin typeface="Arial"/>
                      <a:ea typeface="Arial"/>
                      <a:cs typeface="Arial"/>
                    </a:rPr>
                    <a:t>Core Purpose</a:t>
                  </a:r>
                  <a:endParaRPr lang="en-US" sz="1100"/>
                </a:p>
              </p:txBody>
            </p:sp>
          </p:grpSp>
          <p:grpSp>
            <p:nvGrpSpPr>
              <p:cNvPr id="9" name="Group 9"/>
              <p:cNvGrpSpPr/>
              <p:nvPr/>
            </p:nvGrpSpPr>
            <p:grpSpPr>
              <a:xfrm>
                <a:off x="1210828" y="2492669"/>
                <a:ext cx="677092" cy="1174132"/>
                <a:chOff x="1210828" y="2568869"/>
                <a:chExt cx="677092" cy="1174132"/>
              </a:xfrm>
            </p:grpSpPr>
            <p:sp>
              <p:nvSpPr>
                <p:cNvPr id="10" name="AutoShape 10"/>
                <p:cNvSpPr/>
                <p:nvPr/>
              </p:nvSpPr>
              <p:spPr>
                <a:xfrm>
                  <a:off x="1549374" y="3245961"/>
                  <a:ext cx="0" cy="497040"/>
                </a:xfrm>
                <a:prstGeom prst="line">
                  <a:avLst/>
                </a:prstGeom>
                <a:ln w="3175">
                  <a:solidFill>
                    <a:srgbClr val="768394">
                      <a:alpha val="50196"/>
                    </a:srgbClr>
                  </a:solidFill>
                  <a:prstDash val="sysDash"/>
                  <a:headEnd type="none"/>
                  <a:tailEnd type="oval"/>
                </a:ln>
              </p:spPr>
              <p:txBody>
                <a:bodyPr/>
                <a:lstStyle/>
                <a:p>
                  <a:endParaRPr lang="zh-CN" altLang="en-US"/>
                </a:p>
              </p:txBody>
            </p:sp>
            <p:sp>
              <p:nvSpPr>
                <p:cNvPr id="11" name="TextBox 11"/>
                <p:cNvSpPr txBox="1"/>
                <p:nvPr/>
              </p:nvSpPr>
              <p:spPr>
                <a:xfrm>
                  <a:off x="1210828" y="2568869"/>
                  <a:ext cx="677092" cy="677092"/>
                </a:xfrm>
                <a:prstGeom prst="ellipse">
                  <a:avLst/>
                </a:prstGeom>
                <a:solidFill>
                  <a:srgbClr val="2F6DFF">
                    <a:alpha val="100000"/>
                  </a:srgbClr>
                </a:solidFill>
                <a:ln w="6350">
                  <a:solidFill>
                    <a:srgbClr val="FFFFFF">
                      <a:alpha val="50196"/>
                    </a:srgbClr>
                  </a:solidFill>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01</a:t>
                  </a:r>
                  <a:endParaRPr lang="en-US" sz="1100"/>
                </a:p>
              </p:txBody>
            </p:sp>
          </p:grpSp>
        </p:grpSp>
        <p:grpSp>
          <p:nvGrpSpPr>
            <p:cNvPr id="12" name="Group 12"/>
            <p:cNvGrpSpPr/>
            <p:nvPr/>
          </p:nvGrpSpPr>
          <p:grpSpPr>
            <a:xfrm>
              <a:off x="4529138" y="2492669"/>
              <a:ext cx="3108324" cy="3565231"/>
              <a:chOff x="1809107" y="2492669"/>
              <a:chExt cx="3108324" cy="3565231"/>
            </a:xfrm>
          </p:grpSpPr>
          <p:grpSp>
            <p:nvGrpSpPr>
              <p:cNvPr id="13" name="Group 13"/>
              <p:cNvGrpSpPr/>
              <p:nvPr/>
            </p:nvGrpSpPr>
            <p:grpSpPr>
              <a:xfrm>
                <a:off x="1809107" y="3746500"/>
                <a:ext cx="3108324" cy="2311400"/>
                <a:chOff x="1809107" y="3822700"/>
                <a:chExt cx="3108324" cy="2311400"/>
              </a:xfrm>
            </p:grpSpPr>
            <p:sp>
              <p:nvSpPr>
                <p:cNvPr id="14" name="TextBox 14"/>
                <p:cNvSpPr txBox="1"/>
                <p:nvPr/>
              </p:nvSpPr>
              <p:spPr>
                <a:xfrm>
                  <a:off x="1809107" y="4584714"/>
                  <a:ext cx="3108324" cy="1549386"/>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defRPr/>
                  </a:pPr>
                  <a:r>
                    <a:rPr lang="en-US" sz="1200" b="0" i="0">
                      <a:ln/>
                      <a:solidFill>
                        <a:srgbClr val="000000">
                          <a:alpha val="100000"/>
                        </a:srgbClr>
                      </a:solidFill>
                      <a:latin typeface="Arial"/>
                      <a:ea typeface="Arial"/>
                      <a:cs typeface="Arial"/>
                    </a:rPr>
                    <a:t>Designed specifically for university students, the bot provides a conversational and helpful experience, addressing their diverse needs.</a:t>
                  </a:r>
                  <a:endParaRPr lang="en-US" sz="1100"/>
                </a:p>
              </p:txBody>
            </p:sp>
            <p:sp>
              <p:nvSpPr>
                <p:cNvPr id="15" name="TextBox 15"/>
                <p:cNvSpPr txBox="1"/>
                <p:nvPr/>
              </p:nvSpPr>
              <p:spPr>
                <a:xfrm>
                  <a:off x="1809107" y="3822700"/>
                  <a:ext cx="3108324" cy="762013"/>
                </a:xfrm>
                <a:prstGeom prst="rect">
                  <a:avLst/>
                </a:prstGeom>
                <a:ln>
                  <a:headEnd type="none"/>
                  <a:tailEnd type="none"/>
                </a:ln>
              </p:spPr>
              <p:txBody>
                <a:bodyPr vert="horz" wrap="square" lIns="91440" tIns="45720" rIns="91440" bIns="45720" rtlCol="0" anchor="b" anchorCtr="1"/>
                <a:lstStyle/>
                <a:p>
                  <a:pPr algn="ctr">
                    <a:defRPr/>
                  </a:pPr>
                  <a:r>
                    <a:rPr lang="en-US" sz="1800" b="1" i="0">
                      <a:ln/>
                      <a:solidFill>
                        <a:srgbClr val="000000">
                          <a:alpha val="100000"/>
                        </a:srgbClr>
                      </a:solidFill>
                      <a:latin typeface="Arial"/>
                      <a:ea typeface="Arial"/>
                      <a:cs typeface="Arial"/>
                    </a:rPr>
                    <a:t>User-Centric Design</a:t>
                  </a:r>
                  <a:endParaRPr lang="en-US" sz="1100"/>
                </a:p>
              </p:txBody>
            </p:sp>
          </p:grpSp>
          <p:grpSp>
            <p:nvGrpSpPr>
              <p:cNvPr id="16" name="Group 16"/>
              <p:cNvGrpSpPr/>
              <p:nvPr/>
            </p:nvGrpSpPr>
            <p:grpSpPr>
              <a:xfrm>
                <a:off x="3027677" y="2492669"/>
                <a:ext cx="677092" cy="1174132"/>
                <a:chOff x="1210828" y="2568869"/>
                <a:chExt cx="677092" cy="1174132"/>
              </a:xfrm>
            </p:grpSpPr>
            <p:sp>
              <p:nvSpPr>
                <p:cNvPr id="17" name="AutoShape 17"/>
                <p:cNvSpPr/>
                <p:nvPr/>
              </p:nvSpPr>
              <p:spPr>
                <a:xfrm>
                  <a:off x="1549374" y="3245961"/>
                  <a:ext cx="0" cy="497040"/>
                </a:xfrm>
                <a:prstGeom prst="line">
                  <a:avLst/>
                </a:prstGeom>
                <a:ln w="3175">
                  <a:solidFill>
                    <a:srgbClr val="768394">
                      <a:alpha val="50196"/>
                    </a:srgbClr>
                  </a:solidFill>
                  <a:prstDash val="sysDash"/>
                  <a:headEnd type="none"/>
                  <a:tailEnd type="oval"/>
                </a:ln>
              </p:spPr>
              <p:txBody>
                <a:bodyPr/>
                <a:lstStyle/>
                <a:p>
                  <a:endParaRPr lang="zh-CN" altLang="en-US"/>
                </a:p>
              </p:txBody>
            </p:sp>
            <p:sp>
              <p:nvSpPr>
                <p:cNvPr id="18" name="TextBox 18"/>
                <p:cNvSpPr txBox="1"/>
                <p:nvPr/>
              </p:nvSpPr>
              <p:spPr>
                <a:xfrm>
                  <a:off x="1210828" y="2568869"/>
                  <a:ext cx="677092" cy="677092"/>
                </a:xfrm>
                <a:prstGeom prst="ellipse">
                  <a:avLst/>
                </a:prstGeom>
                <a:solidFill>
                  <a:srgbClr val="FF8A3F">
                    <a:alpha val="100000"/>
                  </a:srgbClr>
                </a:solidFill>
                <a:ln w="6350">
                  <a:solidFill>
                    <a:srgbClr val="FFFFFF">
                      <a:alpha val="50196"/>
                    </a:srgbClr>
                  </a:solidFill>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02</a:t>
                  </a:r>
                  <a:endParaRPr lang="en-US" sz="1100"/>
                </a:p>
              </p:txBody>
            </p:sp>
          </p:grpSp>
        </p:grpSp>
        <p:grpSp>
          <p:nvGrpSpPr>
            <p:cNvPr id="19" name="Group 19"/>
            <p:cNvGrpSpPr/>
            <p:nvPr/>
          </p:nvGrpSpPr>
          <p:grpSpPr>
            <a:xfrm>
              <a:off x="7851776" y="2492669"/>
              <a:ext cx="3108324" cy="3565231"/>
              <a:chOff x="3626695" y="2492669"/>
              <a:chExt cx="3108324" cy="3565231"/>
            </a:xfrm>
          </p:grpSpPr>
          <p:grpSp>
            <p:nvGrpSpPr>
              <p:cNvPr id="20" name="Group 20"/>
              <p:cNvGrpSpPr/>
              <p:nvPr/>
            </p:nvGrpSpPr>
            <p:grpSpPr>
              <a:xfrm>
                <a:off x="3626695" y="3746500"/>
                <a:ext cx="3108324" cy="2311400"/>
                <a:chOff x="3626695" y="3822700"/>
                <a:chExt cx="3108324" cy="2311400"/>
              </a:xfrm>
            </p:grpSpPr>
            <p:sp>
              <p:nvSpPr>
                <p:cNvPr id="21" name="TextBox 21"/>
                <p:cNvSpPr txBox="1"/>
                <p:nvPr/>
              </p:nvSpPr>
              <p:spPr>
                <a:xfrm>
                  <a:off x="3626695" y="4584714"/>
                  <a:ext cx="3108324" cy="1549386"/>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defRPr/>
                  </a:pPr>
                  <a:r>
                    <a:rPr lang="en-US" sz="1200" b="0" i="0">
                      <a:ln/>
                      <a:solidFill>
                        <a:srgbClr val="000000">
                          <a:alpha val="100000"/>
                        </a:srgbClr>
                      </a:solidFill>
                      <a:latin typeface="Arial"/>
                      <a:ea typeface="Arial"/>
                      <a:cs typeface="Arial"/>
                    </a:rPr>
                    <a:t>The bot is built with a modular design, allowing for easy addition of new features and integration with third-party services in the future.</a:t>
                  </a:r>
                  <a:endParaRPr lang="en-US" sz="1100"/>
                </a:p>
              </p:txBody>
            </p:sp>
            <p:sp>
              <p:nvSpPr>
                <p:cNvPr id="22" name="TextBox 22"/>
                <p:cNvSpPr txBox="1"/>
                <p:nvPr/>
              </p:nvSpPr>
              <p:spPr>
                <a:xfrm>
                  <a:off x="3626695" y="3822700"/>
                  <a:ext cx="3108324" cy="762013"/>
                </a:xfrm>
                <a:prstGeom prst="rect">
                  <a:avLst/>
                </a:prstGeom>
                <a:ln>
                  <a:headEnd type="none"/>
                  <a:tailEnd type="none"/>
                </a:ln>
              </p:spPr>
              <p:txBody>
                <a:bodyPr vert="horz" wrap="square" lIns="91440" tIns="45720" rIns="91440" bIns="45720" rtlCol="0" anchor="b" anchorCtr="1"/>
                <a:lstStyle/>
                <a:p>
                  <a:pPr algn="ctr">
                    <a:defRPr/>
                  </a:pPr>
                  <a:r>
                    <a:rPr lang="en-US" sz="1800" b="1" i="0">
                      <a:ln/>
                      <a:solidFill>
                        <a:srgbClr val="000000">
                          <a:alpha val="100000"/>
                        </a:srgbClr>
                      </a:solidFill>
                      <a:latin typeface="Arial"/>
                      <a:ea typeface="Arial"/>
                      <a:cs typeface="Arial"/>
                    </a:rPr>
                    <a:t>Modular Architecture</a:t>
                  </a:r>
                  <a:endParaRPr lang="en-US" sz="1100"/>
                </a:p>
              </p:txBody>
            </p:sp>
          </p:grpSp>
          <p:grpSp>
            <p:nvGrpSpPr>
              <p:cNvPr id="23" name="Group 23"/>
              <p:cNvGrpSpPr/>
              <p:nvPr/>
            </p:nvGrpSpPr>
            <p:grpSpPr>
              <a:xfrm>
                <a:off x="4844526" y="2492669"/>
                <a:ext cx="677092" cy="1174132"/>
                <a:chOff x="1210828" y="2568869"/>
                <a:chExt cx="677092" cy="1174132"/>
              </a:xfrm>
            </p:grpSpPr>
            <p:sp>
              <p:nvSpPr>
                <p:cNvPr id="24" name="AutoShape 24"/>
                <p:cNvSpPr/>
                <p:nvPr/>
              </p:nvSpPr>
              <p:spPr>
                <a:xfrm>
                  <a:off x="1549374" y="3245961"/>
                  <a:ext cx="0" cy="497040"/>
                </a:xfrm>
                <a:prstGeom prst="line">
                  <a:avLst/>
                </a:prstGeom>
                <a:ln w="3175">
                  <a:solidFill>
                    <a:srgbClr val="768394">
                      <a:alpha val="50196"/>
                    </a:srgbClr>
                  </a:solidFill>
                  <a:prstDash val="sysDash"/>
                  <a:headEnd type="none"/>
                  <a:tailEnd type="oval"/>
                </a:ln>
              </p:spPr>
              <p:txBody>
                <a:bodyPr/>
                <a:lstStyle/>
                <a:p>
                  <a:endParaRPr lang="zh-CN" altLang="en-US"/>
                </a:p>
              </p:txBody>
            </p:sp>
            <p:sp>
              <p:nvSpPr>
                <p:cNvPr id="25" name="TextBox 25"/>
                <p:cNvSpPr txBox="1"/>
                <p:nvPr/>
              </p:nvSpPr>
              <p:spPr>
                <a:xfrm>
                  <a:off x="1210828" y="2568869"/>
                  <a:ext cx="677092" cy="677092"/>
                </a:xfrm>
                <a:prstGeom prst="ellipse">
                  <a:avLst/>
                </a:prstGeom>
                <a:solidFill>
                  <a:srgbClr val="FEC800">
                    <a:alpha val="100000"/>
                  </a:srgbClr>
                </a:solidFill>
                <a:ln w="6350">
                  <a:solidFill>
                    <a:srgbClr val="FFFFFF">
                      <a:alpha val="50196"/>
                    </a:srgbClr>
                  </a:solidFill>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03</a:t>
                  </a:r>
                  <a:endParaRPr lang="en-US" sz="1100"/>
                </a:p>
              </p:txBody>
            </p:sp>
          </p:grpSp>
        </p:grpSp>
      </p:grpSp>
      <p:sp>
        <p:nvSpPr>
          <p:cNvPr id="26" name="TextBox 26"/>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Project Introduction</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df61607-de47-499a-972c-1af8fe4725b1"/>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2076302" y="1280251"/>
            <a:ext cx="8039397" cy="4292060"/>
            <a:chOff x="660400" y="1124863"/>
            <a:chExt cx="8039397" cy="4292060"/>
          </a:xfrm>
        </p:grpSpPr>
        <p:grpSp>
          <p:nvGrpSpPr>
            <p:cNvPr id="4" name="Group 4"/>
            <p:cNvGrpSpPr/>
            <p:nvPr/>
          </p:nvGrpSpPr>
          <p:grpSpPr>
            <a:xfrm>
              <a:off x="660400" y="2711823"/>
              <a:ext cx="8039397" cy="2705100"/>
              <a:chOff x="660400" y="2711823"/>
              <a:chExt cx="8039397" cy="2705100"/>
            </a:xfrm>
          </p:grpSpPr>
          <p:grpSp>
            <p:nvGrpSpPr>
              <p:cNvPr id="5" name="Group 5"/>
              <p:cNvGrpSpPr/>
              <p:nvPr/>
            </p:nvGrpSpPr>
            <p:grpSpPr>
              <a:xfrm>
                <a:off x="660400" y="2711823"/>
                <a:ext cx="2401193" cy="2705100"/>
                <a:chOff x="660400" y="2711823"/>
                <a:chExt cx="2401193" cy="2705100"/>
              </a:xfrm>
            </p:grpSpPr>
            <p:sp>
              <p:nvSpPr>
                <p:cNvPr id="6" name="TextBox 6"/>
                <p:cNvSpPr txBox="1"/>
                <p:nvPr/>
              </p:nvSpPr>
              <p:spPr>
                <a:xfrm>
                  <a:off x="660400" y="2981823"/>
                  <a:ext cx="2401193" cy="2435100"/>
                </a:xfrm>
                <a:prstGeom prst="snip2DiagRect">
                  <a:avLst/>
                </a:prstGeom>
                <a:solidFill>
                  <a:srgbClr val="2F6DFF">
                    <a:alpha val="14901"/>
                  </a:srgbClr>
                </a:solidFill>
                <a:ln w="9525">
                  <a:solidFill>
                    <a:srgbClr val="2F6DFF">
                      <a:alpha val="100000"/>
                    </a:srgbClr>
                  </a:solidFill>
                  <a:prstDash val="solid"/>
                  <a:headEnd type="none"/>
                  <a:tailEnd type="none"/>
                </a:ln>
              </p:spPr>
              <p:txBody>
                <a:bodyPr vert="horz" wrap="square" lIns="91440" tIns="45720" rIns="91440" bIns="45720" rtlCol="0" anchor="ctr" anchorCtr="0"/>
                <a:lstStyle/>
                <a:p>
                  <a:pPr algn="ctr">
                    <a:defRPr/>
                  </a:pPr>
                  <a:r>
                    <a:rPr lang="en-US" sz="1800" b="1" i="0">
                      <a:ln/>
                      <a:solidFill>
                        <a:srgbClr val="000000">
                          <a:alpha val="100000"/>
                        </a:srgbClr>
                      </a:solidFill>
                      <a:latin typeface="Arial"/>
                      <a:ea typeface="Arial"/>
                      <a:cs typeface="Arial"/>
                    </a:rPr>
                    <a:t>Learning Assistance</a:t>
                  </a:r>
                  <a:endParaRPr lang="en-US" sz="1100"/>
                </a:p>
              </p:txBody>
            </p:sp>
            <p:sp>
              <p:nvSpPr>
                <p:cNvPr id="7" name="TextBox 7"/>
                <p:cNvSpPr txBox="1"/>
                <p:nvPr/>
              </p:nvSpPr>
              <p:spPr>
                <a:xfrm>
                  <a:off x="1590996" y="2711823"/>
                  <a:ext cx="540000" cy="540000"/>
                </a:xfrm>
                <a:prstGeom prst="roundRect">
                  <a:avLst>
                    <a:gd name="adj" fmla="val 50000"/>
                  </a:avLst>
                </a:prstGeom>
                <a:gradFill>
                  <a:gsLst>
                    <a:gs pos="0">
                      <a:srgbClr val="2F6DFF">
                        <a:alpha val="100000"/>
                        <a:lumMod val="60000"/>
                        <a:lumOff val="40000"/>
                      </a:srgbClr>
                    </a:gs>
                    <a:gs pos="50000">
                      <a:srgbClr val="2F6DFF">
                        <a:alpha val="100000"/>
                      </a:srgbClr>
                    </a:gs>
                  </a:gsLst>
                  <a:lin ang="2700000"/>
                </a:gradFill>
                <a:ln>
                  <a:headEnd type="none"/>
                  <a:tailEnd type="none"/>
                </a:ln>
              </p:spPr>
              <p:txBody>
                <a:bodyPr vert="horz" wrap="none" lIns="108000" tIns="108000" rIns="108000" bIns="108000" rtlCol="0" anchor="ctr" anchorCtr="0"/>
                <a:lstStyle/>
                <a:p>
                  <a:pPr algn="ctr">
                    <a:defRPr/>
                  </a:pPr>
                  <a:r>
                    <a:rPr lang="en-US" sz="1800" b="1" i="0">
                      <a:ln/>
                      <a:solidFill>
                        <a:srgbClr val="FFFFFF">
                          <a:alpha val="100000"/>
                        </a:srgbClr>
                      </a:solidFill>
                      <a:latin typeface="Arial"/>
                      <a:ea typeface="Arial"/>
                      <a:cs typeface="Arial"/>
                    </a:rPr>
                    <a:t>01</a:t>
                  </a:r>
                  <a:endParaRPr lang="en-US" sz="1100"/>
                </a:p>
              </p:txBody>
            </p:sp>
          </p:grpSp>
          <p:grpSp>
            <p:nvGrpSpPr>
              <p:cNvPr id="8" name="Group 8"/>
              <p:cNvGrpSpPr/>
              <p:nvPr/>
            </p:nvGrpSpPr>
            <p:grpSpPr>
              <a:xfrm>
                <a:off x="3479502" y="2711823"/>
                <a:ext cx="2401193" cy="2705100"/>
                <a:chOff x="3479502" y="2711823"/>
                <a:chExt cx="2401193" cy="2705100"/>
              </a:xfrm>
            </p:grpSpPr>
            <p:sp>
              <p:nvSpPr>
                <p:cNvPr id="9" name="TextBox 9"/>
                <p:cNvSpPr txBox="1"/>
                <p:nvPr/>
              </p:nvSpPr>
              <p:spPr>
                <a:xfrm>
                  <a:off x="3479502" y="2981823"/>
                  <a:ext cx="2401193" cy="2435100"/>
                </a:xfrm>
                <a:prstGeom prst="snip2DiagRect">
                  <a:avLst/>
                </a:prstGeom>
                <a:solidFill>
                  <a:srgbClr val="FF8A3F">
                    <a:alpha val="14901"/>
                  </a:srgbClr>
                </a:solidFill>
                <a:ln w="9525">
                  <a:solidFill>
                    <a:srgbClr val="FF8A3F">
                      <a:alpha val="100000"/>
                    </a:srgbClr>
                  </a:solidFill>
                  <a:prstDash val="solid"/>
                  <a:headEnd type="none"/>
                  <a:tailEnd type="none"/>
                </a:ln>
              </p:spPr>
              <p:txBody>
                <a:bodyPr vert="horz" wrap="square" lIns="91440" tIns="45720" rIns="91440" bIns="45720" rtlCol="0" anchor="ctr" anchorCtr="0"/>
                <a:lstStyle/>
                <a:p>
                  <a:pPr algn="ctr">
                    <a:defRPr/>
                  </a:pPr>
                  <a:r>
                    <a:rPr lang="en-US" sz="1800" b="1" i="0">
                      <a:ln/>
                      <a:solidFill>
                        <a:srgbClr val="000000">
                          <a:alpha val="100000"/>
                        </a:srgbClr>
                      </a:solidFill>
                      <a:latin typeface="Arial"/>
                      <a:ea typeface="Arial"/>
                      <a:cs typeface="Arial"/>
                    </a:rPr>
                    <a:t>Event Recommendations</a:t>
                  </a:r>
                  <a:endParaRPr lang="en-US" sz="1100"/>
                </a:p>
              </p:txBody>
            </p:sp>
            <p:sp>
              <p:nvSpPr>
                <p:cNvPr id="10" name="TextBox 10"/>
                <p:cNvSpPr txBox="1"/>
                <p:nvPr/>
              </p:nvSpPr>
              <p:spPr>
                <a:xfrm>
                  <a:off x="4410098" y="2711823"/>
                  <a:ext cx="540000" cy="540000"/>
                </a:xfrm>
                <a:prstGeom prst="roundRect">
                  <a:avLst>
                    <a:gd name="adj" fmla="val 50000"/>
                  </a:avLst>
                </a:prstGeom>
                <a:gradFill>
                  <a:gsLst>
                    <a:gs pos="0">
                      <a:srgbClr val="FF8A3F">
                        <a:alpha val="100000"/>
                        <a:lumMod val="60000"/>
                        <a:lumOff val="40000"/>
                      </a:srgbClr>
                    </a:gs>
                    <a:gs pos="50000">
                      <a:srgbClr val="FF8A3F">
                        <a:alpha val="100000"/>
                      </a:srgbClr>
                    </a:gs>
                  </a:gsLst>
                  <a:lin ang="2700000"/>
                </a:gradFill>
                <a:ln>
                  <a:headEnd type="none"/>
                  <a:tailEnd type="none"/>
                </a:ln>
              </p:spPr>
              <p:txBody>
                <a:bodyPr vert="horz" wrap="none" lIns="108000" tIns="108000" rIns="108000" bIns="108000" rtlCol="0" anchor="ctr" anchorCtr="0"/>
                <a:lstStyle/>
                <a:p>
                  <a:pPr algn="ctr">
                    <a:defRPr/>
                  </a:pPr>
                  <a:r>
                    <a:rPr lang="en-US" sz="1800" b="1" i="0">
                      <a:ln/>
                      <a:solidFill>
                        <a:srgbClr val="FFFFFF">
                          <a:alpha val="100000"/>
                        </a:srgbClr>
                      </a:solidFill>
                      <a:latin typeface="Arial"/>
                      <a:ea typeface="Arial"/>
                      <a:cs typeface="Arial"/>
                    </a:rPr>
                    <a:t>02</a:t>
                  </a:r>
                  <a:endParaRPr lang="en-US" sz="1100"/>
                </a:p>
              </p:txBody>
            </p:sp>
          </p:grpSp>
          <p:grpSp>
            <p:nvGrpSpPr>
              <p:cNvPr id="11" name="Group 11"/>
              <p:cNvGrpSpPr/>
              <p:nvPr/>
            </p:nvGrpSpPr>
            <p:grpSpPr>
              <a:xfrm>
                <a:off x="6298604" y="2711823"/>
                <a:ext cx="2401193" cy="2705100"/>
                <a:chOff x="6298604" y="2711823"/>
                <a:chExt cx="2401193" cy="2705100"/>
              </a:xfrm>
            </p:grpSpPr>
            <p:sp>
              <p:nvSpPr>
                <p:cNvPr id="12" name="TextBox 12"/>
                <p:cNvSpPr txBox="1"/>
                <p:nvPr/>
              </p:nvSpPr>
              <p:spPr>
                <a:xfrm>
                  <a:off x="6298604" y="2981823"/>
                  <a:ext cx="2401193" cy="2435100"/>
                </a:xfrm>
                <a:prstGeom prst="snip2DiagRect">
                  <a:avLst/>
                </a:prstGeom>
                <a:solidFill>
                  <a:srgbClr val="FEC800">
                    <a:alpha val="14901"/>
                  </a:srgbClr>
                </a:solidFill>
                <a:ln w="9525">
                  <a:solidFill>
                    <a:srgbClr val="FEC800">
                      <a:alpha val="100000"/>
                    </a:srgbClr>
                  </a:solidFill>
                  <a:prstDash val="solid"/>
                  <a:headEnd type="none"/>
                  <a:tailEnd type="none"/>
                </a:ln>
              </p:spPr>
              <p:txBody>
                <a:bodyPr vert="horz" wrap="square" lIns="91440" tIns="45720" rIns="91440" bIns="45720" rtlCol="0" anchor="ctr" anchorCtr="0"/>
                <a:lstStyle/>
                <a:p>
                  <a:pPr algn="ctr">
                    <a:defRPr/>
                  </a:pPr>
                  <a:r>
                    <a:rPr lang="en-US" sz="1800" b="1" i="0">
                      <a:ln/>
                      <a:solidFill>
                        <a:srgbClr val="000000">
                          <a:alpha val="100000"/>
                        </a:srgbClr>
                      </a:solidFill>
                      <a:latin typeface="Arial"/>
                      <a:ea typeface="Arial"/>
                      <a:cs typeface="Arial"/>
                    </a:rPr>
                    <a:t>General AI Helper</a:t>
                  </a:r>
                  <a:endParaRPr lang="en-US" sz="1100"/>
                </a:p>
              </p:txBody>
            </p:sp>
            <p:sp>
              <p:nvSpPr>
                <p:cNvPr id="13" name="TextBox 13"/>
                <p:cNvSpPr txBox="1"/>
                <p:nvPr/>
              </p:nvSpPr>
              <p:spPr>
                <a:xfrm>
                  <a:off x="7229200" y="2711823"/>
                  <a:ext cx="540000" cy="540000"/>
                </a:xfrm>
                <a:prstGeom prst="roundRect">
                  <a:avLst>
                    <a:gd name="adj" fmla="val 50000"/>
                  </a:avLst>
                </a:prstGeom>
                <a:gradFill>
                  <a:gsLst>
                    <a:gs pos="0">
                      <a:srgbClr val="FEC800">
                        <a:alpha val="100000"/>
                        <a:lumMod val="60000"/>
                        <a:lumOff val="40000"/>
                      </a:srgbClr>
                    </a:gs>
                    <a:gs pos="50000">
                      <a:srgbClr val="FEC800">
                        <a:alpha val="100000"/>
                      </a:srgbClr>
                    </a:gs>
                  </a:gsLst>
                  <a:lin ang="2700000"/>
                </a:gradFill>
                <a:ln>
                  <a:headEnd type="none"/>
                  <a:tailEnd type="none"/>
                </a:ln>
              </p:spPr>
              <p:txBody>
                <a:bodyPr vert="horz" wrap="none" lIns="108000" tIns="108000" rIns="108000" bIns="108000" rtlCol="0" anchor="ctr" anchorCtr="0"/>
                <a:lstStyle/>
                <a:p>
                  <a:pPr algn="ctr">
                    <a:defRPr/>
                  </a:pPr>
                  <a:r>
                    <a:rPr lang="en-US" sz="1800" b="1" i="0">
                      <a:ln/>
                      <a:solidFill>
                        <a:srgbClr val="FFFFFF">
                          <a:alpha val="100000"/>
                        </a:srgbClr>
                      </a:solidFill>
                      <a:latin typeface="Arial"/>
                      <a:ea typeface="Arial"/>
                      <a:cs typeface="Arial"/>
                    </a:rPr>
                    <a:t>03</a:t>
                  </a:r>
                  <a:endParaRPr lang="en-US" sz="1100"/>
                </a:p>
              </p:txBody>
            </p:sp>
          </p:grpSp>
        </p:grpSp>
        <p:sp>
          <p:nvSpPr>
            <p:cNvPr id="14" name="TextBox 14"/>
            <p:cNvSpPr txBox="1"/>
            <p:nvPr/>
          </p:nvSpPr>
          <p:spPr>
            <a:xfrm>
              <a:off x="1903286" y="1124863"/>
              <a:ext cx="5540924" cy="830997"/>
            </a:xfrm>
            <a:prstGeom prst="rect">
              <a:avLst/>
            </a:prstGeom>
            <a:ln>
              <a:prstDash val="solid"/>
              <a:headEnd type="none"/>
              <a:tailEnd type="none"/>
            </a:ln>
          </p:spPr>
          <p:txBody>
            <a:bodyPr vert="horz" wrap="square" lIns="91440" tIns="45720" rIns="91440" bIns="45720" rtlCol="0" anchor="b" anchorCtr="0"/>
            <a:lstStyle/>
            <a:p>
              <a:pPr algn="ctr">
                <a:defRPr/>
              </a:pPr>
              <a:r>
                <a:rPr lang="en-US" sz="2400" b="1" i="0">
                  <a:ln/>
                  <a:solidFill>
                    <a:srgbClr val="000000">
                      <a:alpha val="100000"/>
                    </a:srgbClr>
                  </a:solidFill>
                  <a:latin typeface="Arial"/>
                  <a:ea typeface="Arial"/>
                  <a:cs typeface="Arial"/>
                </a:rPr>
                <a:t>What can this chatbot do?</a:t>
              </a:r>
              <a:endParaRPr lang="en-US" sz="1100"/>
            </a:p>
          </p:txBody>
        </p:sp>
      </p:grpSp>
      <p:sp>
        <p:nvSpPr>
          <p:cNvPr id="15" name="TextBox 15"/>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Core Features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0400" y="2115395"/>
            <a:ext cx="5435600" cy="13716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600" b="1" i="0">
                <a:ln/>
                <a:solidFill>
                  <a:srgbClr val="000000">
                    <a:alpha val="100000"/>
                  </a:srgbClr>
                </a:solidFill>
                <a:latin typeface="Arial"/>
                <a:ea typeface="Arial"/>
                <a:cs typeface="Arial"/>
              </a:rPr>
              <a:t>Technical Implementation</a:t>
            </a:r>
            <a:endParaRPr lang="en-US" sz="1100"/>
          </a:p>
        </p:txBody>
      </p:sp>
      <p:sp>
        <p:nvSpPr>
          <p:cNvPr id="3" name="TextBox 3"/>
          <p:cNvSpPr txBox="1"/>
          <p:nvPr/>
        </p:nvSpPr>
        <p:spPr>
          <a:xfrm>
            <a:off x="660400" y="3492500"/>
            <a:ext cx="5435600" cy="2011158"/>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1600" b="0" i="0">
                <a:ln/>
                <a:solidFill>
                  <a:srgbClr val="000000">
                    <a:alpha val="100000"/>
                  </a:srgbClr>
                </a:solidFill>
                <a:latin typeface="Arial"/>
                <a:ea typeface="Arial"/>
                <a:cs typeface="Arial"/>
              </a:rPr>
              <a:t>A deep dive into the technologies and tools that power the chatbot, including its AI model, Telegram integration, and database solution.</a:t>
            </a:r>
            <a:endParaRPr lang="en-US" sz="1100"/>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3</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532e1b2-cdea-4afa-800c-dddd46dbf9af"/>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660399" y="1130301"/>
            <a:ext cx="10858501" cy="5003799"/>
            <a:chOff x="660399" y="1130301"/>
            <a:chExt cx="10858501" cy="5003799"/>
          </a:xfrm>
        </p:grpSpPr>
        <p:sp>
          <p:nvSpPr>
            <p:cNvPr id="4" name="TextBox 4"/>
            <p:cNvSpPr txBox="1"/>
            <p:nvPr/>
          </p:nvSpPr>
          <p:spPr>
            <a:xfrm>
              <a:off x="660400" y="1130301"/>
              <a:ext cx="10858500" cy="667576"/>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Arial"/>
                  <a:ea typeface="Arial"/>
                  <a:cs typeface="Arial"/>
                </a:rPr>
                <a:t>How does the AI brain work?</a:t>
              </a:r>
              <a:endParaRPr lang="en-US" sz="1100"/>
            </a:p>
          </p:txBody>
        </p:sp>
        <p:grpSp>
          <p:nvGrpSpPr>
            <p:cNvPr id="5" name="Group 5"/>
            <p:cNvGrpSpPr/>
            <p:nvPr/>
          </p:nvGrpSpPr>
          <p:grpSpPr>
            <a:xfrm>
              <a:off x="660400" y="1910806"/>
              <a:ext cx="5349875" cy="2051594"/>
              <a:chOff x="2459398" y="3282406"/>
              <a:chExt cx="5349875" cy="2051594"/>
            </a:xfrm>
          </p:grpSpPr>
          <p:sp>
            <p:nvSpPr>
              <p:cNvPr id="6" name="TextBox 6"/>
              <p:cNvSpPr txBox="1"/>
              <p:nvPr/>
            </p:nvSpPr>
            <p:spPr>
              <a:xfrm>
                <a:off x="2459398" y="3282406"/>
                <a:ext cx="533636" cy="540000"/>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1</a:t>
                </a:r>
                <a:endParaRPr lang="en-US" sz="1100"/>
              </a:p>
            </p:txBody>
          </p:sp>
          <p:sp>
            <p:nvSpPr>
              <p:cNvPr id="7" name="TextBox 7"/>
              <p:cNvSpPr txBox="1"/>
              <p:nvPr/>
            </p:nvSpPr>
            <p:spPr>
              <a:xfrm>
                <a:off x="3054713" y="3788602"/>
                <a:ext cx="4754560" cy="154539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The bot harnesses the power of ChatGPT API to generate intelligent and context-aware responses.</a:t>
                </a:r>
                <a:endParaRPr lang="en-US" sz="1100"/>
              </a:p>
            </p:txBody>
          </p:sp>
          <p:sp>
            <p:nvSpPr>
              <p:cNvPr id="8" name="TextBox 8"/>
              <p:cNvSpPr txBox="1"/>
              <p:nvPr/>
            </p:nvSpPr>
            <p:spPr>
              <a:xfrm>
                <a:off x="3054713" y="3282406"/>
                <a:ext cx="4754560" cy="457276"/>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ChatGPT API Utilization</a:t>
                </a:r>
                <a:endParaRPr lang="en-US" sz="1100"/>
              </a:p>
            </p:txBody>
          </p:sp>
        </p:grpSp>
        <p:grpSp>
          <p:nvGrpSpPr>
            <p:cNvPr id="9" name="Group 9"/>
            <p:cNvGrpSpPr/>
            <p:nvPr/>
          </p:nvGrpSpPr>
          <p:grpSpPr>
            <a:xfrm>
              <a:off x="6169024" y="1910806"/>
              <a:ext cx="5349876" cy="2051594"/>
              <a:chOff x="6257682" y="3282406"/>
              <a:chExt cx="5349876" cy="2051594"/>
            </a:xfrm>
          </p:grpSpPr>
          <p:sp>
            <p:nvSpPr>
              <p:cNvPr id="10" name="TextBox 10"/>
              <p:cNvSpPr txBox="1"/>
              <p:nvPr/>
            </p:nvSpPr>
            <p:spPr>
              <a:xfrm>
                <a:off x="6257682" y="3282406"/>
                <a:ext cx="533636" cy="540000"/>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2</a:t>
                </a:r>
                <a:endParaRPr lang="en-US" sz="1100"/>
              </a:p>
            </p:txBody>
          </p:sp>
          <p:sp>
            <p:nvSpPr>
              <p:cNvPr id="11" name="TextBox 11"/>
              <p:cNvSpPr txBox="1"/>
              <p:nvPr/>
            </p:nvSpPr>
            <p:spPr>
              <a:xfrm>
                <a:off x="6852998" y="3788602"/>
                <a:ext cx="4754560" cy="154539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Different prompts are defined to guide the AI's behavior and personality for each specific mode (QA, event, default).</a:t>
                </a:r>
                <a:endParaRPr lang="en-US" sz="1100"/>
              </a:p>
            </p:txBody>
          </p:sp>
          <p:sp>
            <p:nvSpPr>
              <p:cNvPr id="12" name="TextBox 12"/>
              <p:cNvSpPr txBox="1"/>
              <p:nvPr/>
            </p:nvSpPr>
            <p:spPr>
              <a:xfrm>
                <a:off x="6852998" y="3282406"/>
                <a:ext cx="4754560" cy="457276"/>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Custom System Prompts</a:t>
                </a:r>
                <a:endParaRPr lang="en-US" sz="1100"/>
              </a:p>
            </p:txBody>
          </p:sp>
        </p:grpSp>
        <p:grpSp>
          <p:nvGrpSpPr>
            <p:cNvPr id="13" name="Group 13"/>
            <p:cNvGrpSpPr/>
            <p:nvPr/>
          </p:nvGrpSpPr>
          <p:grpSpPr>
            <a:xfrm>
              <a:off x="660399" y="4082506"/>
              <a:ext cx="5349876" cy="2051594"/>
              <a:chOff x="6257682" y="3282406"/>
              <a:chExt cx="5349876" cy="2051594"/>
            </a:xfrm>
          </p:grpSpPr>
          <p:sp>
            <p:nvSpPr>
              <p:cNvPr id="14" name="TextBox 14"/>
              <p:cNvSpPr txBox="1"/>
              <p:nvPr/>
            </p:nvSpPr>
            <p:spPr>
              <a:xfrm>
                <a:off x="6257682" y="3282406"/>
                <a:ext cx="533636" cy="540000"/>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3</a:t>
                </a:r>
                <a:endParaRPr lang="en-US" sz="1100"/>
              </a:p>
            </p:txBody>
          </p:sp>
          <p:sp>
            <p:nvSpPr>
              <p:cNvPr id="15" name="TextBox 15"/>
              <p:cNvSpPr txBox="1"/>
              <p:nvPr/>
            </p:nvSpPr>
            <p:spPr>
              <a:xfrm>
                <a:off x="6852998" y="3788602"/>
                <a:ext cx="4754560" cy="154539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API credentials and model details are managed through a configuration file, allowing for easy updates and deployment.</a:t>
                </a:r>
                <a:endParaRPr lang="en-US" sz="1100"/>
              </a:p>
            </p:txBody>
          </p:sp>
          <p:sp>
            <p:nvSpPr>
              <p:cNvPr id="16" name="TextBox 16"/>
              <p:cNvSpPr txBox="1"/>
              <p:nvPr/>
            </p:nvSpPr>
            <p:spPr>
              <a:xfrm>
                <a:off x="6852998" y="3282406"/>
                <a:ext cx="4754560" cy="457276"/>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Flexible Configuration</a:t>
                </a:r>
                <a:endParaRPr lang="en-US" sz="1100"/>
              </a:p>
            </p:txBody>
          </p:sp>
        </p:grpSp>
        <p:grpSp>
          <p:nvGrpSpPr>
            <p:cNvPr id="17" name="Group 17"/>
            <p:cNvGrpSpPr/>
            <p:nvPr/>
          </p:nvGrpSpPr>
          <p:grpSpPr>
            <a:xfrm>
              <a:off x="6169025" y="4082506"/>
              <a:ext cx="5349875" cy="2051594"/>
              <a:chOff x="2459398" y="3282406"/>
              <a:chExt cx="5349875" cy="2051594"/>
            </a:xfrm>
          </p:grpSpPr>
          <p:sp>
            <p:nvSpPr>
              <p:cNvPr id="18" name="TextBox 18"/>
              <p:cNvSpPr txBox="1"/>
              <p:nvPr/>
            </p:nvSpPr>
            <p:spPr>
              <a:xfrm>
                <a:off x="2459398" y="3282406"/>
                <a:ext cx="533636" cy="540000"/>
              </a:xfrm>
              <a:prstGeom prst="roundRect">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4</a:t>
                </a:r>
                <a:endParaRPr lang="en-US" sz="1100"/>
              </a:p>
            </p:txBody>
          </p:sp>
          <p:sp>
            <p:nvSpPr>
              <p:cNvPr id="19" name="TextBox 19"/>
              <p:cNvSpPr txBox="1"/>
              <p:nvPr/>
            </p:nvSpPr>
            <p:spPr>
              <a:xfrm>
                <a:off x="3054713" y="3788602"/>
                <a:ext cx="4754560" cy="154539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Use the interface and address provided by Telegram to accept the input of the Chat Robot and output the statement.</a:t>
                </a:r>
                <a:endParaRPr lang="en-US" sz="1100"/>
              </a:p>
            </p:txBody>
          </p:sp>
          <p:sp>
            <p:nvSpPr>
              <p:cNvPr id="20" name="TextBox 20"/>
              <p:cNvSpPr txBox="1"/>
              <p:nvPr/>
            </p:nvSpPr>
            <p:spPr>
              <a:xfrm>
                <a:off x="3054713" y="3282406"/>
                <a:ext cx="4754560" cy="457276"/>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Chat Robot Implementation</a:t>
                </a:r>
                <a:endParaRPr lang="en-US" sz="1100"/>
              </a:p>
            </p:txBody>
          </p:sp>
        </p:grpSp>
      </p:grpSp>
      <p:sp>
        <p:nvSpPr>
          <p:cNvPr id="21" name="TextBox 21"/>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AI &amp; ChatGPT Integration</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9cd3295e-1b5c-490f-829c-a24154c938c8"/>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769314" y="1130299"/>
            <a:ext cx="10749586" cy="5003801"/>
            <a:chOff x="769314" y="1130299"/>
            <a:chExt cx="10749586" cy="5003801"/>
          </a:xfrm>
        </p:grpSpPr>
        <p:sp>
          <p:nvSpPr>
            <p:cNvPr id="4" name="TextBox 4"/>
            <p:cNvSpPr txBox="1"/>
            <p:nvPr/>
          </p:nvSpPr>
          <p:spPr>
            <a:xfrm>
              <a:off x="2514600" y="1130299"/>
              <a:ext cx="7150100" cy="660401"/>
            </a:xfrm>
            <a:prstGeom prst="roundRect">
              <a:avLst>
                <a:gd name="adj" fmla="val 9847"/>
              </a:avLst>
            </a:prstGeom>
            <a:solidFill>
              <a:srgbClr val="2F6DFF">
                <a:alpha val="100000"/>
              </a:srgbClr>
            </a:solidFill>
            <a:ln>
              <a:prstDash val="solid"/>
              <a:headEnd type="none"/>
              <a:tailEnd type="none"/>
            </a:ln>
          </p:spPr>
          <p:txBody>
            <a:bodyPr vert="horz" wrap="square" lIns="91440" tIns="45720" rIns="91440" bIns="45720" rtlCol="0" anchor="ctr" anchorCtr="0"/>
            <a:lstStyle/>
            <a:p>
              <a:pPr algn="l">
                <a:defRPr/>
              </a:pPr>
              <a:r>
                <a:rPr lang="en-US" sz="2400" b="1" i="0">
                  <a:ln/>
                  <a:solidFill>
                    <a:srgbClr val="FFFFFF">
                      <a:alpha val="100000"/>
                    </a:srgbClr>
                  </a:solidFill>
                  <a:latin typeface="Arial"/>
                  <a:ea typeface="Arial"/>
                  <a:cs typeface="Arial"/>
                </a:rPr>
                <a:t>How does it communicate with users?</a:t>
              </a:r>
              <a:endParaRPr lang="en-US" sz="1100"/>
            </a:p>
          </p:txBody>
        </p:sp>
        <p:grpSp>
          <p:nvGrpSpPr>
            <p:cNvPr id="5" name="Group 5"/>
            <p:cNvGrpSpPr/>
            <p:nvPr/>
          </p:nvGrpSpPr>
          <p:grpSpPr>
            <a:xfrm>
              <a:off x="769314" y="2302934"/>
              <a:ext cx="5098086" cy="1816140"/>
              <a:chOff x="760860" y="4392636"/>
              <a:chExt cx="6204200" cy="2859739"/>
            </a:xfrm>
          </p:grpSpPr>
          <p:sp>
            <p:nvSpPr>
              <p:cNvPr id="6" name="TextBox 6"/>
              <p:cNvSpPr txBox="1"/>
              <p:nvPr/>
            </p:nvSpPr>
            <p:spPr>
              <a:xfrm>
                <a:off x="1276350" y="4392636"/>
                <a:ext cx="5688710" cy="746518"/>
              </a:xfrm>
              <a:prstGeom prst="rect">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Telegram Bot API</a:t>
                </a:r>
                <a:endParaRPr lang="en-US" sz="1100"/>
              </a:p>
            </p:txBody>
          </p:sp>
          <p:sp>
            <p:nvSpPr>
              <p:cNvPr id="7" name="TextBox 7"/>
              <p:cNvSpPr txBox="1"/>
              <p:nvPr/>
            </p:nvSpPr>
            <p:spPr>
              <a:xfrm>
                <a:off x="1276348" y="5139153"/>
                <a:ext cx="5688706" cy="2113222"/>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Utilizes the python-telegram-bot library to build a robust and scalable Telegram bot.</a:t>
                </a:r>
                <a:endParaRPr lang="en-US" sz="1100"/>
              </a:p>
            </p:txBody>
          </p:sp>
          <p:sp>
            <p:nvSpPr>
              <p:cNvPr id="8" name="TextBox 8"/>
              <p:cNvSpPr txBox="1"/>
              <p:nvPr/>
            </p:nvSpPr>
            <p:spPr>
              <a:xfrm>
                <a:off x="760860" y="4545817"/>
                <a:ext cx="473156" cy="610373"/>
              </a:xfrm>
              <a:prstGeom prst="roundRect">
                <a:avLst>
                  <a:gd name="adj" fmla="val 10458"/>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1</a:t>
                </a:r>
                <a:endParaRPr lang="en-US" sz="1100"/>
              </a:p>
            </p:txBody>
          </p:sp>
        </p:grpSp>
        <p:grpSp>
          <p:nvGrpSpPr>
            <p:cNvPr id="9" name="Group 9"/>
            <p:cNvGrpSpPr/>
            <p:nvPr/>
          </p:nvGrpSpPr>
          <p:grpSpPr>
            <a:xfrm>
              <a:off x="6420814" y="2302934"/>
              <a:ext cx="5098086" cy="1816140"/>
              <a:chOff x="760860" y="4392636"/>
              <a:chExt cx="6204200" cy="2859739"/>
            </a:xfrm>
          </p:grpSpPr>
          <p:sp>
            <p:nvSpPr>
              <p:cNvPr id="10" name="TextBox 10"/>
              <p:cNvSpPr txBox="1"/>
              <p:nvPr/>
            </p:nvSpPr>
            <p:spPr>
              <a:xfrm>
                <a:off x="1276350" y="4392636"/>
                <a:ext cx="5688710" cy="746518"/>
              </a:xfrm>
              <a:prstGeom prst="rect">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Asynchronous Handling</a:t>
                </a:r>
                <a:endParaRPr lang="en-US" sz="1100"/>
              </a:p>
            </p:txBody>
          </p:sp>
          <p:sp>
            <p:nvSpPr>
              <p:cNvPr id="11" name="TextBox 11"/>
              <p:cNvSpPr txBox="1"/>
              <p:nvPr/>
            </p:nvSpPr>
            <p:spPr>
              <a:xfrm>
                <a:off x="1276348" y="5139153"/>
                <a:ext cx="5688706" cy="2113222"/>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Employs async/await syntax for efficient and responsive handling of user messages and API calls.</a:t>
                </a:r>
                <a:endParaRPr lang="en-US" sz="1100"/>
              </a:p>
            </p:txBody>
          </p:sp>
          <p:sp>
            <p:nvSpPr>
              <p:cNvPr id="12" name="TextBox 12"/>
              <p:cNvSpPr txBox="1"/>
              <p:nvPr/>
            </p:nvSpPr>
            <p:spPr>
              <a:xfrm>
                <a:off x="760860" y="4545817"/>
                <a:ext cx="473156" cy="610373"/>
              </a:xfrm>
              <a:prstGeom prst="roundRect">
                <a:avLst>
                  <a:gd name="adj" fmla="val 10458"/>
                </a:avLst>
              </a:prstGeom>
              <a:solidFill>
                <a:srgbClr val="FF8A3F">
                  <a:alpha val="100000"/>
                </a:srgbClr>
              </a:solidFill>
              <a:ln>
                <a:prstDash val="solid"/>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2</a:t>
                </a:r>
                <a:endParaRPr lang="en-US" sz="1100"/>
              </a:p>
            </p:txBody>
          </p:sp>
        </p:grpSp>
        <p:grpSp>
          <p:nvGrpSpPr>
            <p:cNvPr id="13" name="Group 13"/>
            <p:cNvGrpSpPr/>
            <p:nvPr/>
          </p:nvGrpSpPr>
          <p:grpSpPr>
            <a:xfrm>
              <a:off x="769314" y="4317960"/>
              <a:ext cx="5098086" cy="1816140"/>
              <a:chOff x="760860" y="4392636"/>
              <a:chExt cx="6204200" cy="2859739"/>
            </a:xfrm>
          </p:grpSpPr>
          <p:sp>
            <p:nvSpPr>
              <p:cNvPr id="14" name="TextBox 14"/>
              <p:cNvSpPr txBox="1"/>
              <p:nvPr/>
            </p:nvSpPr>
            <p:spPr>
              <a:xfrm>
                <a:off x="1276350" y="4392636"/>
                <a:ext cx="5688710" cy="746518"/>
              </a:xfrm>
              <a:prstGeom prst="rect">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Message Filtering</a:t>
                </a:r>
                <a:endParaRPr lang="en-US" sz="1100"/>
              </a:p>
            </p:txBody>
          </p:sp>
          <p:sp>
            <p:nvSpPr>
              <p:cNvPr id="15" name="TextBox 15"/>
              <p:cNvSpPr txBox="1"/>
              <p:nvPr/>
            </p:nvSpPr>
            <p:spPr>
              <a:xfrm>
                <a:off x="1276348" y="5139153"/>
                <a:ext cx="5688706" cy="2113222"/>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Filters user inputs to differentiate between commands and regular text messages for appropriate processing.</a:t>
                </a:r>
                <a:endParaRPr lang="en-US" sz="1100"/>
              </a:p>
            </p:txBody>
          </p:sp>
          <p:sp>
            <p:nvSpPr>
              <p:cNvPr id="16" name="TextBox 16"/>
              <p:cNvSpPr txBox="1"/>
              <p:nvPr/>
            </p:nvSpPr>
            <p:spPr>
              <a:xfrm>
                <a:off x="760860" y="4545817"/>
                <a:ext cx="473156" cy="610373"/>
              </a:xfrm>
              <a:prstGeom prst="roundRect">
                <a:avLst>
                  <a:gd name="adj" fmla="val 10458"/>
                </a:avLst>
              </a:prstGeom>
              <a:solidFill>
                <a:srgbClr val="FF8A3F">
                  <a:alpha val="100000"/>
                </a:srgbClr>
              </a:solidFill>
              <a:ln>
                <a:prstDash val="solid"/>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3</a:t>
                </a:r>
                <a:endParaRPr lang="en-US" sz="1100"/>
              </a:p>
            </p:txBody>
          </p:sp>
        </p:grpSp>
        <p:grpSp>
          <p:nvGrpSpPr>
            <p:cNvPr id="17" name="Group 17"/>
            <p:cNvGrpSpPr/>
            <p:nvPr/>
          </p:nvGrpSpPr>
          <p:grpSpPr>
            <a:xfrm>
              <a:off x="6420814" y="4317960"/>
              <a:ext cx="5098086" cy="1816140"/>
              <a:chOff x="760860" y="4392636"/>
              <a:chExt cx="6204200" cy="2859739"/>
            </a:xfrm>
          </p:grpSpPr>
          <p:sp>
            <p:nvSpPr>
              <p:cNvPr id="18" name="TextBox 18"/>
              <p:cNvSpPr txBox="1"/>
              <p:nvPr/>
            </p:nvSpPr>
            <p:spPr>
              <a:xfrm>
                <a:off x="1276350" y="4392636"/>
                <a:ext cx="5688710" cy="746518"/>
              </a:xfrm>
              <a:prstGeom prst="rect">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Arial"/>
                    <a:ea typeface="Arial"/>
                    <a:cs typeface="Arial"/>
                  </a:rPr>
                  <a:t>Command-Based Interaction</a:t>
                </a:r>
                <a:endParaRPr lang="en-US" sz="1100"/>
              </a:p>
            </p:txBody>
          </p:sp>
          <p:sp>
            <p:nvSpPr>
              <p:cNvPr id="19" name="TextBox 19"/>
              <p:cNvSpPr txBox="1"/>
              <p:nvPr/>
            </p:nvSpPr>
            <p:spPr>
              <a:xfrm>
                <a:off x="1276348" y="5139153"/>
                <a:ext cx="5688706" cy="2113222"/>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Implements slash commands (\QA, \event, \default) to allow users to switch between the bot's functionalities seamlessly.</a:t>
                </a:r>
                <a:endParaRPr lang="en-US" sz="1100"/>
              </a:p>
            </p:txBody>
          </p:sp>
          <p:sp>
            <p:nvSpPr>
              <p:cNvPr id="20" name="TextBox 20"/>
              <p:cNvSpPr txBox="1"/>
              <p:nvPr/>
            </p:nvSpPr>
            <p:spPr>
              <a:xfrm>
                <a:off x="760860" y="4545817"/>
                <a:ext cx="473156" cy="610373"/>
              </a:xfrm>
              <a:prstGeom prst="roundRect">
                <a:avLst>
                  <a:gd name="adj" fmla="val 10458"/>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4</a:t>
                </a:r>
                <a:endParaRPr lang="en-US" sz="1100"/>
              </a:p>
            </p:txBody>
          </p:sp>
        </p:grpSp>
      </p:grpSp>
      <p:sp>
        <p:nvSpPr>
          <p:cNvPr id="21" name="TextBox 21"/>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Telegram Bot Framework</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659f3f96-f4e0-4c15-86d3-0e4762b54ae8"/>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660400" y="1130300"/>
            <a:ext cx="10871201" cy="4635500"/>
            <a:chOff x="660400" y="1130300"/>
            <a:chExt cx="10871201" cy="4635500"/>
          </a:xfrm>
        </p:grpSpPr>
        <p:sp>
          <p:nvSpPr>
            <p:cNvPr id="4" name="AutoShape 4"/>
            <p:cNvSpPr/>
            <p:nvPr/>
          </p:nvSpPr>
          <p:spPr>
            <a:xfrm>
              <a:off x="660400" y="1778000"/>
              <a:ext cx="10858500" cy="3987800"/>
            </a:xfrm>
            <a:prstGeom prst="plaque">
              <a:avLst>
                <a:gd name="adj" fmla="val 1798"/>
              </a:avLst>
            </a:prstGeom>
            <a:solidFill>
              <a:srgbClr val="FFFFFF">
                <a:alpha val="5098"/>
              </a:srgbClr>
            </a:solidFill>
            <a:ln>
              <a:prstDash val="solid"/>
              <a:headEnd type="none"/>
              <a:tailEnd type="none"/>
            </a:ln>
          </p:spPr>
          <p:txBody>
            <a:bodyPr/>
            <a:lstStyle/>
            <a:p>
              <a:endParaRPr lang="zh-CN" altLang="en-US"/>
            </a:p>
          </p:txBody>
        </p:sp>
        <p:sp>
          <p:nvSpPr>
            <p:cNvPr id="5" name="TextBox 5"/>
            <p:cNvSpPr txBox="1"/>
            <p:nvPr/>
          </p:nvSpPr>
          <p:spPr>
            <a:xfrm>
              <a:off x="673101" y="1130300"/>
              <a:ext cx="10858500" cy="533400"/>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Arial"/>
                  <a:ea typeface="Arial"/>
                  <a:cs typeface="Arial"/>
                </a:rPr>
                <a:t>How is data managed and analyzed?</a:t>
              </a:r>
              <a:endParaRPr lang="en-US" sz="1100"/>
            </a:p>
          </p:txBody>
        </p:sp>
        <p:grpSp>
          <p:nvGrpSpPr>
            <p:cNvPr id="6" name="Group 6"/>
            <p:cNvGrpSpPr/>
            <p:nvPr/>
          </p:nvGrpSpPr>
          <p:grpSpPr>
            <a:xfrm>
              <a:off x="796424" y="1917898"/>
              <a:ext cx="5210676" cy="1760089"/>
              <a:chOff x="660400" y="1997977"/>
              <a:chExt cx="8027258" cy="2711487"/>
            </a:xfrm>
          </p:grpSpPr>
          <p:sp>
            <p:nvSpPr>
              <p:cNvPr id="7" name="TextBox 7"/>
              <p:cNvSpPr txBox="1"/>
              <p:nvPr/>
            </p:nvSpPr>
            <p:spPr>
              <a:xfrm>
                <a:off x="660400" y="1997977"/>
                <a:ext cx="705300" cy="705299"/>
              </a:xfrm>
              <a:custGeom>
                <a:avLst/>
                <a:gdLst/>
                <a:ahLst/>
                <a:cxnLst/>
                <a:rect l="l" t="t" r="r" b="b"/>
                <a:pathLst>
                  <a:path w="636309" h="636309">
                    <a:moveTo>
                      <a:pt x="0" y="318154"/>
                    </a:moveTo>
                    <a:cubicBezTo>
                      <a:pt x="0" y="259584"/>
                      <a:pt x="23740" y="206558"/>
                      <a:pt x="62124" y="168175"/>
                    </a:cubicBezTo>
                    <a:lnTo>
                      <a:pt x="125467" y="125467"/>
                    </a:lnTo>
                    <a:lnTo>
                      <a:pt x="168175" y="62124"/>
                    </a:lnTo>
                    <a:cubicBezTo>
                      <a:pt x="206558" y="23740"/>
                      <a:pt x="259584" y="0"/>
                      <a:pt x="318154" y="0"/>
                    </a:cubicBezTo>
                    <a:cubicBezTo>
                      <a:pt x="376725" y="0"/>
                      <a:pt x="429750" y="23741"/>
                      <a:pt x="468133" y="62124"/>
                    </a:cubicBezTo>
                    <a:lnTo>
                      <a:pt x="510840" y="125466"/>
                    </a:lnTo>
                    <a:lnTo>
                      <a:pt x="574185" y="168175"/>
                    </a:lnTo>
                    <a:cubicBezTo>
                      <a:pt x="612569" y="206558"/>
                      <a:pt x="636309" y="259584"/>
                      <a:pt x="636309" y="318154"/>
                    </a:cubicBezTo>
                    <a:cubicBezTo>
                      <a:pt x="636309" y="376725"/>
                      <a:pt x="612569" y="429750"/>
                      <a:pt x="574185" y="468133"/>
                    </a:cubicBezTo>
                    <a:lnTo>
                      <a:pt x="510841" y="510841"/>
                    </a:lnTo>
                    <a:lnTo>
                      <a:pt x="468133" y="574185"/>
                    </a:lnTo>
                    <a:cubicBezTo>
                      <a:pt x="429750" y="612569"/>
                      <a:pt x="376725" y="636309"/>
                      <a:pt x="318154" y="636309"/>
                    </a:cubicBezTo>
                    <a:cubicBezTo>
                      <a:pt x="259584" y="636309"/>
                      <a:pt x="206558" y="612569"/>
                      <a:pt x="168175" y="574185"/>
                    </a:cubicBezTo>
                    <a:lnTo>
                      <a:pt x="125466" y="510840"/>
                    </a:lnTo>
                    <a:lnTo>
                      <a:pt x="62124" y="468133"/>
                    </a:lnTo>
                    <a:cubicBezTo>
                      <a:pt x="23740" y="429750"/>
                      <a:pt x="0" y="376725"/>
                      <a:pt x="0" y="318154"/>
                    </a:cubicBezTo>
                    <a:close/>
                  </a:path>
                </a:pathLst>
              </a:custGeom>
              <a:ln w="19050">
                <a:solidFill>
                  <a:srgbClr val="2F6DFF">
                    <a:alpha val="100000"/>
                  </a:srgbClr>
                </a:solidFill>
                <a:prstDash val="solid"/>
                <a:headEnd type="none"/>
                <a:tailEnd type="none"/>
              </a:ln>
            </p:spPr>
            <p:txBody>
              <a:bodyPr vert="horz" wrap="none" lIns="91440" tIns="45720" rIns="91440" bIns="45720" rtlCol="0" anchor="ctr" anchorCtr="0"/>
              <a:lstStyle/>
              <a:p>
                <a:pPr algn="ctr">
                  <a:defRPr/>
                </a:pPr>
                <a:r>
                  <a:rPr lang="en-US" sz="1600" b="1" i="0">
                    <a:ln/>
                    <a:solidFill>
                      <a:srgbClr val="000000">
                        <a:alpha val="100000"/>
                      </a:srgbClr>
                    </a:solidFill>
                    <a:latin typeface="Arial"/>
                    <a:ea typeface="Arial"/>
                    <a:cs typeface="Arial"/>
                  </a:rPr>
                  <a:t>1</a:t>
                </a:r>
                <a:endParaRPr lang="en-US" sz="1100"/>
              </a:p>
            </p:txBody>
          </p:sp>
          <p:sp>
            <p:nvSpPr>
              <p:cNvPr id="8" name="TextBox 8"/>
              <p:cNvSpPr txBox="1"/>
              <p:nvPr/>
            </p:nvSpPr>
            <p:spPr>
              <a:xfrm>
                <a:off x="1395954" y="2031140"/>
                <a:ext cx="7291704" cy="65257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Arial"/>
                    <a:ea typeface="Arial"/>
                    <a:cs typeface="Arial"/>
                  </a:rPr>
                  <a:t>MongoDB for Logging</a:t>
                </a:r>
                <a:endParaRPr lang="en-US" sz="1100"/>
              </a:p>
            </p:txBody>
          </p:sp>
          <p:sp>
            <p:nvSpPr>
              <p:cNvPr id="9" name="TextBox 9"/>
              <p:cNvSpPr txBox="1"/>
              <p:nvPr/>
            </p:nvSpPr>
            <p:spPr>
              <a:xfrm>
                <a:off x="1395954" y="2683708"/>
                <a:ext cx="7291704" cy="202575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Arial"/>
                    <a:ea typeface="Arial"/>
                    <a:cs typeface="Arial"/>
                  </a:rPr>
                  <a:t>All user interactions and bot responses are logged into a MongoDB database for comprehensive analysis.</a:t>
                </a:r>
                <a:endParaRPr lang="en-US" sz="1100"/>
              </a:p>
            </p:txBody>
          </p:sp>
        </p:grpSp>
        <p:grpSp>
          <p:nvGrpSpPr>
            <p:cNvPr id="10" name="Group 10"/>
            <p:cNvGrpSpPr/>
            <p:nvPr/>
          </p:nvGrpSpPr>
          <p:grpSpPr>
            <a:xfrm>
              <a:off x="796424" y="3929511"/>
              <a:ext cx="5210676" cy="1760089"/>
              <a:chOff x="660400" y="1997977"/>
              <a:chExt cx="8027258" cy="2711487"/>
            </a:xfrm>
          </p:grpSpPr>
          <p:sp>
            <p:nvSpPr>
              <p:cNvPr id="11" name="TextBox 11"/>
              <p:cNvSpPr txBox="1"/>
              <p:nvPr/>
            </p:nvSpPr>
            <p:spPr>
              <a:xfrm>
                <a:off x="660400" y="1997977"/>
                <a:ext cx="705300" cy="705299"/>
              </a:xfrm>
              <a:custGeom>
                <a:avLst/>
                <a:gdLst/>
                <a:ahLst/>
                <a:cxnLst/>
                <a:rect l="l" t="t" r="r" b="b"/>
                <a:pathLst>
                  <a:path w="636309" h="636309">
                    <a:moveTo>
                      <a:pt x="0" y="318154"/>
                    </a:moveTo>
                    <a:cubicBezTo>
                      <a:pt x="0" y="259584"/>
                      <a:pt x="23740" y="206558"/>
                      <a:pt x="62124" y="168175"/>
                    </a:cubicBezTo>
                    <a:lnTo>
                      <a:pt x="125467" y="125467"/>
                    </a:lnTo>
                    <a:lnTo>
                      <a:pt x="168175" y="62124"/>
                    </a:lnTo>
                    <a:cubicBezTo>
                      <a:pt x="206558" y="23740"/>
                      <a:pt x="259584" y="0"/>
                      <a:pt x="318154" y="0"/>
                    </a:cubicBezTo>
                    <a:cubicBezTo>
                      <a:pt x="376725" y="0"/>
                      <a:pt x="429750" y="23741"/>
                      <a:pt x="468133" y="62124"/>
                    </a:cubicBezTo>
                    <a:lnTo>
                      <a:pt x="510840" y="125466"/>
                    </a:lnTo>
                    <a:lnTo>
                      <a:pt x="574185" y="168175"/>
                    </a:lnTo>
                    <a:cubicBezTo>
                      <a:pt x="612569" y="206558"/>
                      <a:pt x="636309" y="259584"/>
                      <a:pt x="636309" y="318154"/>
                    </a:cubicBezTo>
                    <a:cubicBezTo>
                      <a:pt x="636309" y="376725"/>
                      <a:pt x="612569" y="429750"/>
                      <a:pt x="574185" y="468133"/>
                    </a:cubicBezTo>
                    <a:lnTo>
                      <a:pt x="510841" y="510841"/>
                    </a:lnTo>
                    <a:lnTo>
                      <a:pt x="468133" y="574185"/>
                    </a:lnTo>
                    <a:cubicBezTo>
                      <a:pt x="429750" y="612569"/>
                      <a:pt x="376725" y="636309"/>
                      <a:pt x="318154" y="636309"/>
                    </a:cubicBezTo>
                    <a:cubicBezTo>
                      <a:pt x="259584" y="636309"/>
                      <a:pt x="206558" y="612569"/>
                      <a:pt x="168175" y="574185"/>
                    </a:cubicBezTo>
                    <a:lnTo>
                      <a:pt x="125466" y="510840"/>
                    </a:lnTo>
                    <a:lnTo>
                      <a:pt x="62124" y="468133"/>
                    </a:lnTo>
                    <a:cubicBezTo>
                      <a:pt x="23740" y="429750"/>
                      <a:pt x="0" y="376725"/>
                      <a:pt x="0" y="318154"/>
                    </a:cubicBezTo>
                    <a:close/>
                  </a:path>
                </a:pathLst>
              </a:custGeom>
              <a:ln w="19050">
                <a:solidFill>
                  <a:srgbClr val="2F6DFF">
                    <a:alpha val="100000"/>
                  </a:srgbClr>
                </a:solidFill>
                <a:prstDash val="solid"/>
                <a:headEnd type="none"/>
                <a:tailEnd type="none"/>
              </a:ln>
            </p:spPr>
            <p:txBody>
              <a:bodyPr vert="horz" wrap="none" lIns="91440" tIns="45720" rIns="91440" bIns="45720" rtlCol="0" anchor="ctr" anchorCtr="0"/>
              <a:lstStyle/>
              <a:p>
                <a:pPr algn="ctr">
                  <a:defRPr/>
                </a:pPr>
                <a:r>
                  <a:rPr lang="en-US" sz="1600" b="1" i="0">
                    <a:ln/>
                    <a:solidFill>
                      <a:srgbClr val="000000">
                        <a:alpha val="100000"/>
                      </a:srgbClr>
                    </a:solidFill>
                    <a:latin typeface="Arial"/>
                    <a:ea typeface="Arial"/>
                    <a:cs typeface="Arial"/>
                  </a:rPr>
                  <a:t>2</a:t>
                </a:r>
                <a:endParaRPr lang="en-US" sz="1100"/>
              </a:p>
            </p:txBody>
          </p:sp>
          <p:sp>
            <p:nvSpPr>
              <p:cNvPr id="12" name="TextBox 12"/>
              <p:cNvSpPr txBox="1"/>
              <p:nvPr/>
            </p:nvSpPr>
            <p:spPr>
              <a:xfrm>
                <a:off x="1395954" y="2031140"/>
                <a:ext cx="7291704" cy="65257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Arial"/>
                    <a:ea typeface="Arial"/>
                    <a:cs typeface="Arial"/>
                  </a:rPr>
                  <a:t>Cloud-Based Deployment</a:t>
                </a:r>
                <a:endParaRPr lang="en-US" sz="1100"/>
              </a:p>
            </p:txBody>
          </p:sp>
          <p:sp>
            <p:nvSpPr>
              <p:cNvPr id="13" name="TextBox 13"/>
              <p:cNvSpPr txBox="1"/>
              <p:nvPr/>
            </p:nvSpPr>
            <p:spPr>
              <a:xfrm>
                <a:off x="1395954" y="2683708"/>
                <a:ext cx="7291704" cy="202575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Arial"/>
                    <a:ea typeface="Arial"/>
                    <a:cs typeface="Arial"/>
                  </a:rPr>
                  <a:t>Both the chatbot and the MongoDB database are deployed in containers on AWS Cloud, ensuring high availability and scalability.</a:t>
                </a:r>
                <a:endParaRPr lang="en-US" sz="1100"/>
              </a:p>
            </p:txBody>
          </p:sp>
        </p:grpSp>
        <p:grpSp>
          <p:nvGrpSpPr>
            <p:cNvPr id="14" name="Group 14"/>
            <p:cNvGrpSpPr/>
            <p:nvPr/>
          </p:nvGrpSpPr>
          <p:grpSpPr>
            <a:xfrm>
              <a:off x="6117724" y="1917898"/>
              <a:ext cx="5210676" cy="1760089"/>
              <a:chOff x="660400" y="1997977"/>
              <a:chExt cx="8027258" cy="2711487"/>
            </a:xfrm>
          </p:grpSpPr>
          <p:sp>
            <p:nvSpPr>
              <p:cNvPr id="15" name="TextBox 15"/>
              <p:cNvSpPr txBox="1"/>
              <p:nvPr/>
            </p:nvSpPr>
            <p:spPr>
              <a:xfrm>
                <a:off x="660400" y="1997977"/>
                <a:ext cx="705300" cy="705299"/>
              </a:xfrm>
              <a:custGeom>
                <a:avLst/>
                <a:gdLst/>
                <a:ahLst/>
                <a:cxnLst/>
                <a:rect l="l" t="t" r="r" b="b"/>
                <a:pathLst>
                  <a:path w="636309" h="636309">
                    <a:moveTo>
                      <a:pt x="0" y="318154"/>
                    </a:moveTo>
                    <a:cubicBezTo>
                      <a:pt x="0" y="259584"/>
                      <a:pt x="23740" y="206558"/>
                      <a:pt x="62124" y="168175"/>
                    </a:cubicBezTo>
                    <a:lnTo>
                      <a:pt x="125467" y="125467"/>
                    </a:lnTo>
                    <a:lnTo>
                      <a:pt x="168175" y="62124"/>
                    </a:lnTo>
                    <a:cubicBezTo>
                      <a:pt x="206558" y="23740"/>
                      <a:pt x="259584" y="0"/>
                      <a:pt x="318154" y="0"/>
                    </a:cubicBezTo>
                    <a:cubicBezTo>
                      <a:pt x="376725" y="0"/>
                      <a:pt x="429750" y="23741"/>
                      <a:pt x="468133" y="62124"/>
                    </a:cubicBezTo>
                    <a:lnTo>
                      <a:pt x="510840" y="125466"/>
                    </a:lnTo>
                    <a:lnTo>
                      <a:pt x="574185" y="168175"/>
                    </a:lnTo>
                    <a:cubicBezTo>
                      <a:pt x="612569" y="206558"/>
                      <a:pt x="636309" y="259584"/>
                      <a:pt x="636309" y="318154"/>
                    </a:cubicBezTo>
                    <a:cubicBezTo>
                      <a:pt x="636309" y="376725"/>
                      <a:pt x="612569" y="429750"/>
                      <a:pt x="574185" y="468133"/>
                    </a:cubicBezTo>
                    <a:lnTo>
                      <a:pt x="510841" y="510841"/>
                    </a:lnTo>
                    <a:lnTo>
                      <a:pt x="468133" y="574185"/>
                    </a:lnTo>
                    <a:cubicBezTo>
                      <a:pt x="429750" y="612569"/>
                      <a:pt x="376725" y="636309"/>
                      <a:pt x="318154" y="636309"/>
                    </a:cubicBezTo>
                    <a:cubicBezTo>
                      <a:pt x="259584" y="636309"/>
                      <a:pt x="206558" y="612569"/>
                      <a:pt x="168175" y="574185"/>
                    </a:cubicBezTo>
                    <a:lnTo>
                      <a:pt x="125466" y="510840"/>
                    </a:lnTo>
                    <a:lnTo>
                      <a:pt x="62124" y="468133"/>
                    </a:lnTo>
                    <a:cubicBezTo>
                      <a:pt x="23740" y="429750"/>
                      <a:pt x="0" y="376725"/>
                      <a:pt x="0" y="318154"/>
                    </a:cubicBezTo>
                    <a:close/>
                  </a:path>
                </a:pathLst>
              </a:custGeom>
              <a:ln w="19050">
                <a:solidFill>
                  <a:srgbClr val="2F6DFF">
                    <a:alpha val="100000"/>
                  </a:srgbClr>
                </a:solidFill>
                <a:prstDash val="solid"/>
                <a:headEnd type="none"/>
                <a:tailEnd type="none"/>
              </a:ln>
            </p:spPr>
            <p:txBody>
              <a:bodyPr vert="horz" wrap="none" lIns="91440" tIns="45720" rIns="91440" bIns="45720" rtlCol="0" anchor="ctr" anchorCtr="0"/>
              <a:lstStyle/>
              <a:p>
                <a:pPr algn="ctr">
                  <a:defRPr/>
                </a:pPr>
                <a:r>
                  <a:rPr lang="en-US" sz="1600" b="1" i="0">
                    <a:ln/>
                    <a:solidFill>
                      <a:srgbClr val="000000">
                        <a:alpha val="100000"/>
                      </a:srgbClr>
                    </a:solidFill>
                    <a:latin typeface="Arial"/>
                    <a:ea typeface="Arial"/>
                    <a:cs typeface="Arial"/>
                  </a:rPr>
                  <a:t>3</a:t>
                </a:r>
                <a:endParaRPr lang="en-US" sz="1100"/>
              </a:p>
            </p:txBody>
          </p:sp>
          <p:sp>
            <p:nvSpPr>
              <p:cNvPr id="16" name="TextBox 16"/>
              <p:cNvSpPr txBox="1"/>
              <p:nvPr/>
            </p:nvSpPr>
            <p:spPr>
              <a:xfrm>
                <a:off x="1395954" y="2031140"/>
                <a:ext cx="7291704" cy="65257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Arial"/>
                    <a:ea typeface="Arial"/>
                    <a:cs typeface="Arial"/>
                  </a:rPr>
                  <a:t>Environmental Configuration</a:t>
                </a:r>
                <a:endParaRPr lang="en-US" sz="1100"/>
              </a:p>
            </p:txBody>
          </p:sp>
          <p:sp>
            <p:nvSpPr>
              <p:cNvPr id="17" name="TextBox 17"/>
              <p:cNvSpPr txBox="1"/>
              <p:nvPr/>
            </p:nvSpPr>
            <p:spPr>
              <a:xfrm>
                <a:off x="1395954" y="2683708"/>
                <a:ext cx="7291704" cy="202575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Arial"/>
                    <a:ea typeface="Arial"/>
                    <a:cs typeface="Arial"/>
                  </a:rPr>
                  <a:t>Database connection details are securely managed using environment variables, enhancing portability and security.</a:t>
                </a:r>
                <a:endParaRPr lang="en-US" sz="1100"/>
              </a:p>
            </p:txBody>
          </p:sp>
        </p:grpSp>
        <p:grpSp>
          <p:nvGrpSpPr>
            <p:cNvPr id="18" name="Group 18"/>
            <p:cNvGrpSpPr/>
            <p:nvPr/>
          </p:nvGrpSpPr>
          <p:grpSpPr>
            <a:xfrm>
              <a:off x="6117724" y="3929511"/>
              <a:ext cx="5210676" cy="1760089"/>
              <a:chOff x="660400" y="1997977"/>
              <a:chExt cx="8027258" cy="2711487"/>
            </a:xfrm>
          </p:grpSpPr>
          <p:sp>
            <p:nvSpPr>
              <p:cNvPr id="19" name="TextBox 19"/>
              <p:cNvSpPr txBox="1"/>
              <p:nvPr/>
            </p:nvSpPr>
            <p:spPr>
              <a:xfrm>
                <a:off x="660400" y="1997977"/>
                <a:ext cx="705300" cy="705299"/>
              </a:xfrm>
              <a:custGeom>
                <a:avLst/>
                <a:gdLst/>
                <a:ahLst/>
                <a:cxnLst/>
                <a:rect l="l" t="t" r="r" b="b"/>
                <a:pathLst>
                  <a:path w="636309" h="636309">
                    <a:moveTo>
                      <a:pt x="0" y="318154"/>
                    </a:moveTo>
                    <a:cubicBezTo>
                      <a:pt x="0" y="259584"/>
                      <a:pt x="23740" y="206558"/>
                      <a:pt x="62124" y="168175"/>
                    </a:cubicBezTo>
                    <a:lnTo>
                      <a:pt x="125467" y="125467"/>
                    </a:lnTo>
                    <a:lnTo>
                      <a:pt x="168175" y="62124"/>
                    </a:lnTo>
                    <a:cubicBezTo>
                      <a:pt x="206558" y="23740"/>
                      <a:pt x="259584" y="0"/>
                      <a:pt x="318154" y="0"/>
                    </a:cubicBezTo>
                    <a:cubicBezTo>
                      <a:pt x="376725" y="0"/>
                      <a:pt x="429750" y="23741"/>
                      <a:pt x="468133" y="62124"/>
                    </a:cubicBezTo>
                    <a:lnTo>
                      <a:pt x="510840" y="125466"/>
                    </a:lnTo>
                    <a:lnTo>
                      <a:pt x="574185" y="168175"/>
                    </a:lnTo>
                    <a:cubicBezTo>
                      <a:pt x="612569" y="206558"/>
                      <a:pt x="636309" y="259584"/>
                      <a:pt x="636309" y="318154"/>
                    </a:cubicBezTo>
                    <a:cubicBezTo>
                      <a:pt x="636309" y="376725"/>
                      <a:pt x="612569" y="429750"/>
                      <a:pt x="574185" y="468133"/>
                    </a:cubicBezTo>
                    <a:lnTo>
                      <a:pt x="510841" y="510841"/>
                    </a:lnTo>
                    <a:lnTo>
                      <a:pt x="468133" y="574185"/>
                    </a:lnTo>
                    <a:cubicBezTo>
                      <a:pt x="429750" y="612569"/>
                      <a:pt x="376725" y="636309"/>
                      <a:pt x="318154" y="636309"/>
                    </a:cubicBezTo>
                    <a:cubicBezTo>
                      <a:pt x="259584" y="636309"/>
                      <a:pt x="206558" y="612569"/>
                      <a:pt x="168175" y="574185"/>
                    </a:cubicBezTo>
                    <a:lnTo>
                      <a:pt x="125466" y="510840"/>
                    </a:lnTo>
                    <a:lnTo>
                      <a:pt x="62124" y="468133"/>
                    </a:lnTo>
                    <a:cubicBezTo>
                      <a:pt x="23740" y="429750"/>
                      <a:pt x="0" y="376725"/>
                      <a:pt x="0" y="318154"/>
                    </a:cubicBezTo>
                    <a:close/>
                  </a:path>
                </a:pathLst>
              </a:custGeom>
              <a:ln w="19050">
                <a:solidFill>
                  <a:srgbClr val="2F6DFF">
                    <a:alpha val="100000"/>
                  </a:srgbClr>
                </a:solidFill>
                <a:prstDash val="solid"/>
                <a:headEnd type="none"/>
                <a:tailEnd type="none"/>
              </a:ln>
            </p:spPr>
            <p:txBody>
              <a:bodyPr vert="horz" wrap="none" lIns="91440" tIns="45720" rIns="91440" bIns="45720" rtlCol="0" anchor="ctr" anchorCtr="0"/>
              <a:lstStyle/>
              <a:p>
                <a:pPr algn="ctr">
                  <a:defRPr/>
                </a:pPr>
                <a:r>
                  <a:rPr lang="en-US" sz="1600" b="1" i="0">
                    <a:ln/>
                    <a:solidFill>
                      <a:srgbClr val="000000">
                        <a:alpha val="100000"/>
                      </a:srgbClr>
                    </a:solidFill>
                    <a:latin typeface="Arial"/>
                    <a:ea typeface="Arial"/>
                    <a:cs typeface="Arial"/>
                  </a:rPr>
                  <a:t>4</a:t>
                </a:r>
                <a:endParaRPr lang="en-US" sz="1100"/>
              </a:p>
            </p:txBody>
          </p:sp>
          <p:sp>
            <p:nvSpPr>
              <p:cNvPr id="20" name="TextBox 20"/>
              <p:cNvSpPr txBox="1"/>
              <p:nvPr/>
            </p:nvSpPr>
            <p:spPr>
              <a:xfrm>
                <a:off x="1395954" y="2031140"/>
                <a:ext cx="7291704" cy="65257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Arial"/>
                    <a:ea typeface="Arial"/>
                    <a:cs typeface="Arial"/>
                  </a:rPr>
                  <a:t>Custom Logging Handler</a:t>
                </a:r>
                <a:endParaRPr lang="en-US" sz="1100"/>
              </a:p>
            </p:txBody>
          </p:sp>
          <p:sp>
            <p:nvSpPr>
              <p:cNvPr id="21" name="TextBox 21"/>
              <p:cNvSpPr txBox="1"/>
              <p:nvPr/>
            </p:nvSpPr>
            <p:spPr>
              <a:xfrm>
                <a:off x="1395954" y="2683708"/>
                <a:ext cx="7291704" cy="202575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Arial"/>
                    <a:ea typeface="Arial"/>
                    <a:cs typeface="Arial"/>
                  </a:rPr>
                  <a:t>A custom logging handler is implemented to automatically send log records to the MongoDB collection in real-time.</a:t>
                </a:r>
                <a:endParaRPr lang="en-US" sz="1100"/>
              </a:p>
            </p:txBody>
          </p:sp>
        </p:grpSp>
      </p:grpSp>
      <p:sp>
        <p:nvSpPr>
          <p:cNvPr id="22" name="TextBox 22"/>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Logging &amp; Database</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0400" y="2115395"/>
            <a:ext cx="5435600" cy="13716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600" b="1" i="0">
                <a:ln/>
                <a:solidFill>
                  <a:srgbClr val="000000">
                    <a:alpha val="100000"/>
                  </a:srgbClr>
                </a:solidFill>
                <a:latin typeface="Arial"/>
                <a:ea typeface="Arial"/>
                <a:cs typeface="Arial"/>
              </a:rPr>
              <a:t>Deployment &amp; Architecture</a:t>
            </a:r>
            <a:endParaRPr lang="en-US" sz="1100"/>
          </a:p>
        </p:txBody>
      </p:sp>
      <p:sp>
        <p:nvSpPr>
          <p:cNvPr id="3" name="TextBox 3"/>
          <p:cNvSpPr txBox="1"/>
          <p:nvPr/>
        </p:nvSpPr>
        <p:spPr>
          <a:xfrm>
            <a:off x="660400" y="3492500"/>
            <a:ext cx="5435600" cy="2011158"/>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1600" b="0" i="0">
                <a:ln/>
                <a:solidFill>
                  <a:srgbClr val="000000">
                    <a:alpha val="100000"/>
                  </a:srgbClr>
                </a:solidFill>
                <a:latin typeface="Arial"/>
                <a:ea typeface="Arial"/>
                <a:cs typeface="Arial"/>
              </a:rPr>
              <a:t>An overview of the chatbot's hosting environment, its scalable architecture, and the benefits of using cloud services for deployment.</a:t>
            </a:r>
            <a:endParaRPr lang="en-US" sz="1100"/>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3</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356ab36-ad21-4b52-acc5-2f4f62c41ea5"/>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660399" y="1130302"/>
            <a:ext cx="10858500" cy="5003799"/>
            <a:chOff x="660399" y="1130302"/>
            <a:chExt cx="10858500" cy="5003799"/>
          </a:xfrm>
        </p:grpSpPr>
        <p:sp>
          <p:nvSpPr>
            <p:cNvPr id="4" name="AutoShape 4"/>
            <p:cNvSpPr/>
            <p:nvPr/>
          </p:nvSpPr>
          <p:spPr>
            <a:xfrm>
              <a:off x="3376853" y="1879600"/>
              <a:ext cx="2728056" cy="4254500"/>
            </a:xfrm>
            <a:prstGeom prst="roundRect">
              <a:avLst>
                <a:gd name="adj" fmla="val 0"/>
              </a:avLst>
            </a:prstGeom>
            <a:ln w="12700">
              <a:solidFill>
                <a:srgbClr val="2F6DFF">
                  <a:alpha val="100000"/>
                </a:srgbClr>
              </a:solidFill>
              <a:headEnd type="none"/>
              <a:tailEnd type="none"/>
            </a:ln>
          </p:spPr>
          <p:txBody>
            <a:bodyPr/>
            <a:lstStyle/>
            <a:p>
              <a:endParaRPr lang="zh-CN" altLang="en-US"/>
            </a:p>
          </p:txBody>
        </p:sp>
        <p:sp>
          <p:nvSpPr>
            <p:cNvPr id="5" name="TextBox 5"/>
            <p:cNvSpPr txBox="1"/>
            <p:nvPr/>
          </p:nvSpPr>
          <p:spPr>
            <a:xfrm flipH="1">
              <a:off x="660399" y="1130302"/>
              <a:ext cx="10858500" cy="550188"/>
            </a:xfrm>
            <a:prstGeom prst="rect">
              <a:avLst/>
            </a:prstGeom>
            <a:solidFill>
              <a:srgbClr val="2F6DFF">
                <a:alpha val="94901"/>
                <a:lumMod val="75000"/>
              </a:srgbClr>
            </a:solidFill>
            <a:ln>
              <a:headEnd type="none"/>
              <a:tailEnd type="none"/>
            </a:ln>
          </p:spPr>
          <p:txBody>
            <a:bodyPr vert="horz" wrap="square" lIns="91440" tIns="45720" rIns="91440" bIns="45720" rtlCol="0" anchor="ctr" anchorCtr="0"/>
            <a:lstStyle/>
            <a:p>
              <a:pPr algn="l">
                <a:defRPr/>
              </a:pPr>
              <a:r>
                <a:rPr lang="en-US" sz="2400" b="1" i="0">
                  <a:ln/>
                  <a:solidFill>
                    <a:srgbClr val="FFFFFF">
                      <a:alpha val="100000"/>
                    </a:srgbClr>
                  </a:solidFill>
                  <a:latin typeface="Arial"/>
                  <a:ea typeface="Arial"/>
                  <a:cs typeface="Arial"/>
                </a:rPr>
                <a:t>Why choose AWS for deployment?</a:t>
              </a:r>
              <a:endParaRPr lang="en-US" sz="1100"/>
            </a:p>
          </p:txBody>
        </p:sp>
        <p:grpSp>
          <p:nvGrpSpPr>
            <p:cNvPr id="6" name="Group 6"/>
            <p:cNvGrpSpPr/>
            <p:nvPr/>
          </p:nvGrpSpPr>
          <p:grpSpPr>
            <a:xfrm>
              <a:off x="795678" y="2078276"/>
              <a:ext cx="2485865" cy="4055825"/>
              <a:chOff x="795678" y="2078276"/>
              <a:chExt cx="2485865" cy="4055825"/>
            </a:xfrm>
          </p:grpSpPr>
          <p:sp>
            <p:nvSpPr>
              <p:cNvPr id="7" name="TextBox 7"/>
              <p:cNvSpPr txBox="1"/>
              <p:nvPr/>
            </p:nvSpPr>
            <p:spPr>
              <a:xfrm>
                <a:off x="903596" y="2078276"/>
                <a:ext cx="381600" cy="382702"/>
              </a:xfrm>
              <a:prstGeom prst="rect">
                <a:avLst/>
              </a:prstGeom>
              <a:ln w="12700">
                <a:solidFill>
                  <a:srgbClr val="2F6DFF">
                    <a:alpha val="100000"/>
                  </a:srgbClr>
                </a:solidFill>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1</a:t>
                </a:r>
                <a:endParaRPr lang="en-US" sz="1100"/>
              </a:p>
            </p:txBody>
          </p:sp>
          <p:sp>
            <p:nvSpPr>
              <p:cNvPr id="8" name="TextBox 8"/>
              <p:cNvSpPr txBox="1"/>
              <p:nvPr/>
            </p:nvSpPr>
            <p:spPr>
              <a:xfrm>
                <a:off x="795678"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ln/>
                    <a:solidFill>
                      <a:srgbClr val="000000">
                        <a:alpha val="100000"/>
                      </a:srgbClr>
                    </a:solidFill>
                    <a:latin typeface="Arial"/>
                    <a:ea typeface="Arial"/>
                    <a:cs typeface="Arial"/>
                  </a:rPr>
                  <a:t>Infrastructure as a Service (IaaS)</a:t>
                </a:r>
                <a:endParaRPr lang="en-US" sz="1100"/>
              </a:p>
            </p:txBody>
          </p:sp>
          <p:sp>
            <p:nvSpPr>
              <p:cNvPr id="9" name="TextBox 9"/>
              <p:cNvSpPr txBox="1"/>
              <p:nvPr/>
            </p:nvSpPr>
            <p:spPr>
              <a:xfrm>
                <a:off x="795678"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AWS Cloud provides a robust and scalable infrastructure, allowing the bot to handle a growing number of users.</a:t>
                </a:r>
                <a:endParaRPr lang="en-US" sz="1100"/>
              </a:p>
            </p:txBody>
          </p:sp>
        </p:grpSp>
        <p:grpSp>
          <p:nvGrpSpPr>
            <p:cNvPr id="10" name="Group 10"/>
            <p:cNvGrpSpPr/>
            <p:nvPr/>
          </p:nvGrpSpPr>
          <p:grpSpPr>
            <a:xfrm>
              <a:off x="3499507" y="2078276"/>
              <a:ext cx="2485865" cy="4055825"/>
              <a:chOff x="3499507" y="2078276"/>
              <a:chExt cx="2485865" cy="4055825"/>
            </a:xfrm>
          </p:grpSpPr>
          <p:sp>
            <p:nvSpPr>
              <p:cNvPr id="11" name="TextBox 11"/>
              <p:cNvSpPr txBox="1"/>
              <p:nvPr/>
            </p:nvSpPr>
            <p:spPr>
              <a:xfrm>
                <a:off x="3609046" y="2078276"/>
                <a:ext cx="381600" cy="382702"/>
              </a:xfrm>
              <a:prstGeom prst="rect">
                <a:avLst/>
              </a:prstGeom>
              <a:ln w="12700">
                <a:solidFill>
                  <a:srgbClr val="2F6DFF">
                    <a:alpha val="100000"/>
                  </a:srgbClr>
                </a:solidFill>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2</a:t>
                </a:r>
                <a:endParaRPr lang="en-US" sz="1100"/>
              </a:p>
            </p:txBody>
          </p:sp>
          <p:sp>
            <p:nvSpPr>
              <p:cNvPr id="12" name="TextBox 12"/>
              <p:cNvSpPr txBox="1"/>
              <p:nvPr/>
            </p:nvSpPr>
            <p:spPr>
              <a:xfrm>
                <a:off x="3499507"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ln/>
                    <a:solidFill>
                      <a:srgbClr val="000000">
                        <a:alpha val="100000"/>
                      </a:srgbClr>
                    </a:solidFill>
                    <a:latin typeface="Arial"/>
                    <a:ea typeface="Arial"/>
                    <a:cs typeface="Arial"/>
                  </a:rPr>
                  <a:t>Containerization with ECS</a:t>
                </a:r>
                <a:endParaRPr lang="en-US" sz="1100"/>
              </a:p>
            </p:txBody>
          </p:sp>
          <p:sp>
            <p:nvSpPr>
              <p:cNvPr id="13" name="TextBox 13"/>
              <p:cNvSpPr txBox="1"/>
              <p:nvPr/>
            </p:nvSpPr>
            <p:spPr>
              <a:xfrm>
                <a:off x="3499507"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The chatbot and database are deployed as Docker containers on AWS Elastic Container Service (ECS) for portability and efficiency.</a:t>
                </a:r>
                <a:endParaRPr lang="en-US" sz="1100"/>
              </a:p>
            </p:txBody>
          </p:sp>
        </p:grpSp>
        <p:grpSp>
          <p:nvGrpSpPr>
            <p:cNvPr id="14" name="Group 14"/>
            <p:cNvGrpSpPr/>
            <p:nvPr/>
          </p:nvGrpSpPr>
          <p:grpSpPr>
            <a:xfrm>
              <a:off x="6203336" y="2078276"/>
              <a:ext cx="2485865" cy="4055825"/>
              <a:chOff x="6203336" y="2078276"/>
              <a:chExt cx="2485865" cy="4055825"/>
            </a:xfrm>
          </p:grpSpPr>
          <p:sp>
            <p:nvSpPr>
              <p:cNvPr id="15" name="TextBox 15"/>
              <p:cNvSpPr txBox="1"/>
              <p:nvPr/>
            </p:nvSpPr>
            <p:spPr>
              <a:xfrm>
                <a:off x="6312875" y="2078276"/>
                <a:ext cx="381600" cy="382702"/>
              </a:xfrm>
              <a:prstGeom prst="rect">
                <a:avLst/>
              </a:prstGeom>
              <a:ln w="12700">
                <a:solidFill>
                  <a:srgbClr val="2F6DFF">
                    <a:alpha val="100000"/>
                  </a:srgbClr>
                </a:solidFill>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3</a:t>
                </a:r>
                <a:endParaRPr lang="en-US" sz="1100"/>
              </a:p>
            </p:txBody>
          </p:sp>
          <p:sp>
            <p:nvSpPr>
              <p:cNvPr id="16" name="TextBox 16"/>
              <p:cNvSpPr txBox="1"/>
              <p:nvPr/>
            </p:nvSpPr>
            <p:spPr>
              <a:xfrm>
                <a:off x="6203336"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ln/>
                    <a:solidFill>
                      <a:srgbClr val="000000">
                        <a:alpha val="100000"/>
                      </a:srgbClr>
                    </a:solidFill>
                    <a:latin typeface="Arial"/>
                    <a:ea typeface="Arial"/>
                    <a:cs typeface="Arial"/>
                  </a:rPr>
                  <a:t>Auto Scaling</a:t>
                </a:r>
                <a:endParaRPr lang="en-US" sz="1100"/>
              </a:p>
            </p:txBody>
          </p:sp>
          <p:sp>
            <p:nvSpPr>
              <p:cNvPr id="17" name="TextBox 17"/>
              <p:cNvSpPr txBox="1"/>
              <p:nvPr/>
            </p:nvSpPr>
            <p:spPr>
              <a:xfrm>
                <a:off x="6203336"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ECS can automatically scale the number of container instances based on traffic, ensuring optimal performance during peak usage.</a:t>
                </a:r>
                <a:endParaRPr lang="en-US" sz="1100"/>
              </a:p>
            </p:txBody>
          </p:sp>
        </p:grpSp>
        <p:grpSp>
          <p:nvGrpSpPr>
            <p:cNvPr id="18" name="Group 18"/>
            <p:cNvGrpSpPr/>
            <p:nvPr/>
          </p:nvGrpSpPr>
          <p:grpSpPr>
            <a:xfrm>
              <a:off x="8907166" y="2078276"/>
              <a:ext cx="2485865" cy="4055825"/>
              <a:chOff x="8907166" y="2078276"/>
              <a:chExt cx="2485865" cy="4055825"/>
            </a:xfrm>
          </p:grpSpPr>
          <p:sp>
            <p:nvSpPr>
              <p:cNvPr id="19" name="TextBox 19"/>
              <p:cNvSpPr txBox="1"/>
              <p:nvPr/>
            </p:nvSpPr>
            <p:spPr>
              <a:xfrm>
                <a:off x="9016705" y="2078276"/>
                <a:ext cx="381600" cy="382702"/>
              </a:xfrm>
              <a:prstGeom prst="rect">
                <a:avLst/>
              </a:prstGeom>
              <a:ln w="12700">
                <a:solidFill>
                  <a:srgbClr val="2F6DFF">
                    <a:alpha val="100000"/>
                  </a:srgbClr>
                </a:solidFill>
                <a:headEnd type="none"/>
                <a:tailEnd type="none"/>
              </a:ln>
            </p:spPr>
            <p:txBody>
              <a:bodyPr vert="horz" wrap="none" lIns="91440" tIns="45720" rIns="91440" bIns="45720" rtlCol="0" anchor="ctr" anchorCtr="0"/>
              <a:lstStyle/>
              <a:p>
                <a:pPr algn="ctr">
                  <a:defRPr/>
                </a:pPr>
                <a:r>
                  <a:rPr lang="en-US" sz="1400" b="1" i="0">
                    <a:ln/>
                    <a:solidFill>
                      <a:srgbClr val="000000">
                        <a:alpha val="100000"/>
                      </a:srgbClr>
                    </a:solidFill>
                    <a:latin typeface="Arial"/>
                    <a:ea typeface="Arial"/>
                    <a:cs typeface="Arial"/>
                  </a:rPr>
                  <a:t>4</a:t>
                </a:r>
                <a:endParaRPr lang="en-US" sz="1100"/>
              </a:p>
            </p:txBody>
          </p:sp>
          <p:sp>
            <p:nvSpPr>
              <p:cNvPr id="20" name="TextBox 20"/>
              <p:cNvSpPr txBox="1"/>
              <p:nvPr/>
            </p:nvSpPr>
            <p:spPr>
              <a:xfrm>
                <a:off x="8907166" y="2550512"/>
                <a:ext cx="2485865" cy="114264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ln/>
                    <a:solidFill>
                      <a:srgbClr val="000000">
                        <a:alpha val="100000"/>
                      </a:srgbClr>
                    </a:solidFill>
                    <a:latin typeface="Arial"/>
                    <a:ea typeface="Arial"/>
                    <a:cs typeface="Arial"/>
                  </a:rPr>
                  <a:t>Global Reach</a:t>
                </a:r>
                <a:endParaRPr lang="en-US" sz="1100"/>
              </a:p>
            </p:txBody>
          </p:sp>
          <p:sp>
            <p:nvSpPr>
              <p:cNvPr id="21" name="TextBox 21"/>
              <p:cNvSpPr txBox="1"/>
              <p:nvPr/>
            </p:nvSpPr>
            <p:spPr>
              <a:xfrm>
                <a:off x="8907166" y="3693161"/>
                <a:ext cx="2485865" cy="244094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Leverages AWS's global network for low-latency access from users around the world.</a:t>
                </a:r>
                <a:endParaRPr lang="en-US" sz="1100"/>
              </a:p>
            </p:txBody>
          </p:sp>
        </p:grpSp>
      </p:grpSp>
      <p:sp>
        <p:nvSpPr>
          <p:cNvPr id="22" name="TextBox 22"/>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Cloud Hosting on AWS</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5d51345-a635-4c3b-9c2e-0f161cda23f3"/>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grpSp>
        <p:nvGrpSpPr>
          <p:cNvPr id="3" name="Group 3"/>
          <p:cNvGrpSpPr/>
          <p:nvPr/>
        </p:nvGrpSpPr>
        <p:grpSpPr>
          <a:xfrm>
            <a:off x="660400" y="1130301"/>
            <a:ext cx="10858501" cy="5003799"/>
            <a:chOff x="660400" y="1130301"/>
            <a:chExt cx="10858501" cy="5003799"/>
          </a:xfrm>
        </p:grpSpPr>
        <p:sp>
          <p:nvSpPr>
            <p:cNvPr id="4" name="TextBox 4"/>
            <p:cNvSpPr txBox="1"/>
            <p:nvPr/>
          </p:nvSpPr>
          <p:spPr>
            <a:xfrm>
              <a:off x="660400" y="1130301"/>
              <a:ext cx="10858500" cy="609600"/>
            </a:xfrm>
            <a:prstGeom prst="rect">
              <a:avLst/>
            </a:prstGeom>
            <a:ln>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Arial"/>
                  <a:ea typeface="Arial"/>
                  <a:cs typeface="Arial"/>
                </a:rPr>
                <a:t>How are the components connected?</a:t>
              </a:r>
              <a:endParaRPr lang="en-US" sz="1100"/>
            </a:p>
          </p:txBody>
        </p:sp>
        <p:grpSp>
          <p:nvGrpSpPr>
            <p:cNvPr id="5" name="Group 5"/>
            <p:cNvGrpSpPr/>
            <p:nvPr/>
          </p:nvGrpSpPr>
          <p:grpSpPr>
            <a:xfrm>
              <a:off x="660400" y="1927859"/>
              <a:ext cx="2127772" cy="4206241"/>
              <a:chOff x="660400" y="1927859"/>
              <a:chExt cx="1771650" cy="4206241"/>
            </a:xfrm>
          </p:grpSpPr>
          <p:sp>
            <p:nvSpPr>
              <p:cNvPr id="6" name="AutoShape 6"/>
              <p:cNvSpPr/>
              <p:nvPr/>
            </p:nvSpPr>
            <p:spPr>
              <a:xfrm>
                <a:off x="660400" y="2440673"/>
                <a:ext cx="1771650" cy="3693427"/>
              </a:xfrm>
              <a:prstGeom prst="roundRect">
                <a:avLst>
                  <a:gd name="adj" fmla="val 1413"/>
                </a:avLst>
              </a:prstGeom>
              <a:solidFill>
                <a:srgbClr val="2F6DFF">
                  <a:alpha val="14901"/>
                </a:srgbClr>
              </a:solidFill>
              <a:ln>
                <a:prstDash val="solid"/>
                <a:headEnd type="none"/>
                <a:tailEnd type="none"/>
              </a:ln>
            </p:spPr>
            <p:txBody>
              <a:bodyPr/>
              <a:lstStyle/>
              <a:p>
                <a:endParaRPr lang="zh-CN" altLang="en-US"/>
              </a:p>
            </p:txBody>
          </p:sp>
          <p:sp>
            <p:nvSpPr>
              <p:cNvPr id="7" name="TextBox 7"/>
              <p:cNvSpPr txBox="1"/>
              <p:nvPr/>
            </p:nvSpPr>
            <p:spPr>
              <a:xfrm>
                <a:off x="687997" y="3195411"/>
                <a:ext cx="1716455" cy="285296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Acts as the user interface, receiving messages and sending responses via the Telegram platform.</a:t>
                </a:r>
                <a:endParaRPr lang="en-US" sz="1100"/>
              </a:p>
            </p:txBody>
          </p:sp>
          <p:sp>
            <p:nvSpPr>
              <p:cNvPr id="8" name="TextBox 8"/>
              <p:cNvSpPr txBox="1"/>
              <p:nvPr/>
            </p:nvSpPr>
            <p:spPr>
              <a:xfrm>
                <a:off x="687997" y="2526161"/>
                <a:ext cx="1716455" cy="669251"/>
              </a:xfrm>
              <a:prstGeom prst="rect">
                <a:avLst/>
              </a:prstGeom>
              <a:ln>
                <a:headEnd type="none"/>
                <a:tailEnd type="none"/>
              </a:ln>
            </p:spPr>
            <p:txBody>
              <a:bodyPr vert="horz" wrap="square" lIns="91440" tIns="45720" rIns="91440" bIns="45720" rtlCol="0" anchor="ctr" anchorCtr="0"/>
              <a:lstStyle/>
              <a:p>
                <a:pPr algn="l">
                  <a:lnSpc>
                    <a:spcPct val="100000"/>
                  </a:lnSpc>
                  <a:defRPr/>
                </a:pPr>
                <a:r>
                  <a:rPr lang="en-US" sz="1800" b="1" i="0">
                    <a:ln/>
                    <a:solidFill>
                      <a:srgbClr val="000000">
                        <a:alpha val="100000"/>
                      </a:srgbClr>
                    </a:solidFill>
                    <a:latin typeface="Arial"/>
                    <a:ea typeface="Arial"/>
                    <a:cs typeface="Arial"/>
                  </a:rPr>
                  <a:t>Frontend: Telegram Bot</a:t>
                </a:r>
                <a:endParaRPr lang="en-US" sz="1100"/>
              </a:p>
            </p:txBody>
          </p:sp>
          <p:sp>
            <p:nvSpPr>
              <p:cNvPr id="9" name="TextBox 9"/>
              <p:cNvSpPr txBox="1"/>
              <p:nvPr/>
            </p:nvSpPr>
            <p:spPr>
              <a:xfrm>
                <a:off x="660400" y="1927859"/>
                <a:ext cx="341712" cy="410345"/>
              </a:xfrm>
              <a:prstGeom prst="roundRect">
                <a:avLst>
                  <a:gd name="adj" fmla="val 10458"/>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1</a:t>
                </a:r>
                <a:endParaRPr lang="en-US" sz="1100"/>
              </a:p>
            </p:txBody>
          </p:sp>
        </p:grpSp>
        <p:grpSp>
          <p:nvGrpSpPr>
            <p:cNvPr id="10" name="Group 10"/>
            <p:cNvGrpSpPr/>
            <p:nvPr/>
          </p:nvGrpSpPr>
          <p:grpSpPr>
            <a:xfrm>
              <a:off x="2842510" y="1927859"/>
              <a:ext cx="2128344" cy="4206241"/>
              <a:chOff x="2477294" y="1927859"/>
              <a:chExt cx="1772126" cy="4206241"/>
            </a:xfrm>
          </p:grpSpPr>
          <p:sp>
            <p:nvSpPr>
              <p:cNvPr id="11" name="AutoShape 11"/>
              <p:cNvSpPr/>
              <p:nvPr/>
            </p:nvSpPr>
            <p:spPr>
              <a:xfrm>
                <a:off x="2477770" y="2440673"/>
                <a:ext cx="1771650" cy="3693427"/>
              </a:xfrm>
              <a:prstGeom prst="roundRect">
                <a:avLst>
                  <a:gd name="adj" fmla="val 1413"/>
                </a:avLst>
              </a:prstGeom>
              <a:solidFill>
                <a:srgbClr val="2F6DFF">
                  <a:alpha val="14901"/>
                </a:srgbClr>
              </a:solidFill>
              <a:ln>
                <a:prstDash val="solid"/>
                <a:headEnd type="none"/>
                <a:tailEnd type="none"/>
              </a:ln>
            </p:spPr>
            <p:txBody>
              <a:bodyPr/>
              <a:lstStyle/>
              <a:p>
                <a:endParaRPr lang="zh-CN" altLang="en-US"/>
              </a:p>
            </p:txBody>
          </p:sp>
          <p:sp>
            <p:nvSpPr>
              <p:cNvPr id="12" name="TextBox 12"/>
              <p:cNvSpPr txBox="1"/>
              <p:nvPr/>
            </p:nvSpPr>
            <p:spPr>
              <a:xfrm>
                <a:off x="2505367" y="3195411"/>
                <a:ext cx="1716455" cy="285296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Processes user inputs, communicates with the ChatGPT API, and retrieves responses.</a:t>
                </a:r>
                <a:endParaRPr lang="en-US" sz="1100"/>
              </a:p>
            </p:txBody>
          </p:sp>
          <p:sp>
            <p:nvSpPr>
              <p:cNvPr id="13" name="TextBox 13"/>
              <p:cNvSpPr txBox="1"/>
              <p:nvPr/>
            </p:nvSpPr>
            <p:spPr>
              <a:xfrm>
                <a:off x="2505367" y="2526161"/>
                <a:ext cx="1716455" cy="669251"/>
              </a:xfrm>
              <a:prstGeom prst="rect">
                <a:avLst/>
              </a:prstGeom>
              <a:ln>
                <a:headEnd type="none"/>
                <a:tailEnd type="none"/>
              </a:ln>
            </p:spPr>
            <p:txBody>
              <a:bodyPr vert="horz" wrap="square" lIns="91440" tIns="45720" rIns="91440" bIns="45720" rtlCol="0" anchor="ctr" anchorCtr="0"/>
              <a:lstStyle/>
              <a:p>
                <a:pPr algn="l">
                  <a:lnSpc>
                    <a:spcPct val="100000"/>
                  </a:lnSpc>
                  <a:defRPr/>
                </a:pPr>
                <a:r>
                  <a:rPr lang="en-US" sz="1800" b="1" i="0">
                    <a:ln/>
                    <a:solidFill>
                      <a:srgbClr val="000000">
                        <a:alpha val="100000"/>
                      </a:srgbClr>
                    </a:solidFill>
                    <a:latin typeface="Arial"/>
                    <a:ea typeface="Arial"/>
                    <a:cs typeface="Arial"/>
                  </a:rPr>
                  <a:t>Backend: Python API Client</a:t>
                </a:r>
                <a:endParaRPr lang="en-US" sz="1100"/>
              </a:p>
            </p:txBody>
          </p:sp>
          <p:sp>
            <p:nvSpPr>
              <p:cNvPr id="14" name="TextBox 14"/>
              <p:cNvSpPr txBox="1"/>
              <p:nvPr/>
            </p:nvSpPr>
            <p:spPr>
              <a:xfrm>
                <a:off x="2477294" y="1927859"/>
                <a:ext cx="341712" cy="410345"/>
              </a:xfrm>
              <a:prstGeom prst="roundRect">
                <a:avLst>
                  <a:gd name="adj" fmla="val 10458"/>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2</a:t>
                </a:r>
                <a:endParaRPr lang="en-US" sz="1100"/>
              </a:p>
            </p:txBody>
          </p:sp>
        </p:grpSp>
        <p:grpSp>
          <p:nvGrpSpPr>
            <p:cNvPr id="15" name="Group 15"/>
            <p:cNvGrpSpPr/>
            <p:nvPr/>
          </p:nvGrpSpPr>
          <p:grpSpPr>
            <a:xfrm>
              <a:off x="5024621" y="1927859"/>
              <a:ext cx="2128915" cy="4206241"/>
              <a:chOff x="4294188" y="1927859"/>
              <a:chExt cx="1772602" cy="4206241"/>
            </a:xfrm>
          </p:grpSpPr>
          <p:sp>
            <p:nvSpPr>
              <p:cNvPr id="16" name="AutoShape 16"/>
              <p:cNvSpPr/>
              <p:nvPr/>
            </p:nvSpPr>
            <p:spPr>
              <a:xfrm>
                <a:off x="4295140" y="2440673"/>
                <a:ext cx="1771650" cy="3693427"/>
              </a:xfrm>
              <a:prstGeom prst="roundRect">
                <a:avLst>
                  <a:gd name="adj" fmla="val 1413"/>
                </a:avLst>
              </a:prstGeom>
              <a:solidFill>
                <a:srgbClr val="2F6DFF">
                  <a:alpha val="14901"/>
                </a:srgbClr>
              </a:solidFill>
              <a:ln>
                <a:prstDash val="solid"/>
                <a:headEnd type="none"/>
                <a:tailEnd type="none"/>
              </a:ln>
            </p:spPr>
            <p:txBody>
              <a:bodyPr/>
              <a:lstStyle/>
              <a:p>
                <a:endParaRPr lang="zh-CN" altLang="en-US"/>
              </a:p>
            </p:txBody>
          </p:sp>
          <p:sp>
            <p:nvSpPr>
              <p:cNvPr id="17" name="TextBox 17"/>
              <p:cNvSpPr txBox="1"/>
              <p:nvPr/>
            </p:nvSpPr>
            <p:spPr>
              <a:xfrm>
                <a:off x="4322737" y="3195411"/>
                <a:ext cx="1716455" cy="285296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The core intelligence that generates context-aware and relevant responses based on user queries.</a:t>
                </a:r>
                <a:endParaRPr lang="en-US" sz="1100"/>
              </a:p>
            </p:txBody>
          </p:sp>
          <p:sp>
            <p:nvSpPr>
              <p:cNvPr id="18" name="TextBox 18"/>
              <p:cNvSpPr txBox="1"/>
              <p:nvPr/>
            </p:nvSpPr>
            <p:spPr>
              <a:xfrm>
                <a:off x="4322737" y="2526161"/>
                <a:ext cx="1716455" cy="669251"/>
              </a:xfrm>
              <a:prstGeom prst="rect">
                <a:avLst/>
              </a:prstGeom>
              <a:ln>
                <a:headEnd type="none"/>
                <a:tailEnd type="none"/>
              </a:ln>
            </p:spPr>
            <p:txBody>
              <a:bodyPr vert="horz" wrap="square" lIns="91440" tIns="45720" rIns="91440" bIns="45720" rtlCol="0" anchor="ctr" anchorCtr="0"/>
              <a:lstStyle/>
              <a:p>
                <a:pPr algn="l">
                  <a:lnSpc>
                    <a:spcPct val="100000"/>
                  </a:lnSpc>
                  <a:defRPr/>
                </a:pPr>
                <a:r>
                  <a:rPr lang="en-US" sz="1800" b="1" i="0">
                    <a:ln/>
                    <a:solidFill>
                      <a:srgbClr val="000000">
                        <a:alpha val="100000"/>
                      </a:srgbClr>
                    </a:solidFill>
                    <a:latin typeface="Arial"/>
                    <a:ea typeface="Arial"/>
                    <a:cs typeface="Arial"/>
                  </a:rPr>
                  <a:t>Brain: ChatGPT AI Model</a:t>
                </a:r>
                <a:endParaRPr lang="en-US" sz="1100"/>
              </a:p>
            </p:txBody>
          </p:sp>
          <p:sp>
            <p:nvSpPr>
              <p:cNvPr id="19" name="TextBox 19"/>
              <p:cNvSpPr txBox="1"/>
              <p:nvPr/>
            </p:nvSpPr>
            <p:spPr>
              <a:xfrm>
                <a:off x="4294188" y="1927859"/>
                <a:ext cx="341712" cy="410345"/>
              </a:xfrm>
              <a:prstGeom prst="roundRect">
                <a:avLst>
                  <a:gd name="adj" fmla="val 10458"/>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3</a:t>
                </a:r>
                <a:endParaRPr lang="en-US" sz="1100"/>
              </a:p>
            </p:txBody>
          </p:sp>
        </p:grpSp>
        <p:grpSp>
          <p:nvGrpSpPr>
            <p:cNvPr id="20" name="Group 20"/>
            <p:cNvGrpSpPr/>
            <p:nvPr/>
          </p:nvGrpSpPr>
          <p:grpSpPr>
            <a:xfrm>
              <a:off x="7206731" y="1927859"/>
              <a:ext cx="2129487" cy="4206241"/>
              <a:chOff x="6111082" y="1927859"/>
              <a:chExt cx="1773078" cy="4206241"/>
            </a:xfrm>
          </p:grpSpPr>
          <p:sp>
            <p:nvSpPr>
              <p:cNvPr id="21" name="AutoShape 21"/>
              <p:cNvSpPr/>
              <p:nvPr/>
            </p:nvSpPr>
            <p:spPr>
              <a:xfrm>
                <a:off x="6112510" y="2440673"/>
                <a:ext cx="1771650" cy="3693427"/>
              </a:xfrm>
              <a:prstGeom prst="roundRect">
                <a:avLst>
                  <a:gd name="adj" fmla="val 1413"/>
                </a:avLst>
              </a:prstGeom>
              <a:solidFill>
                <a:srgbClr val="2F6DFF">
                  <a:alpha val="14901"/>
                </a:srgbClr>
              </a:solidFill>
              <a:ln>
                <a:prstDash val="solid"/>
                <a:headEnd type="none"/>
                <a:tailEnd type="none"/>
              </a:ln>
            </p:spPr>
            <p:txBody>
              <a:bodyPr/>
              <a:lstStyle/>
              <a:p>
                <a:endParaRPr lang="zh-CN" altLang="en-US"/>
              </a:p>
            </p:txBody>
          </p:sp>
          <p:sp>
            <p:nvSpPr>
              <p:cNvPr id="22" name="TextBox 22"/>
              <p:cNvSpPr txBox="1"/>
              <p:nvPr/>
            </p:nvSpPr>
            <p:spPr>
              <a:xfrm>
                <a:off x="6140107" y="3195411"/>
                <a:ext cx="1716455" cy="285296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Stores all chat logs for analysis, debugging, and performance monitoring.</a:t>
                </a:r>
                <a:endParaRPr lang="en-US" sz="1100"/>
              </a:p>
            </p:txBody>
          </p:sp>
          <p:sp>
            <p:nvSpPr>
              <p:cNvPr id="23" name="TextBox 23"/>
              <p:cNvSpPr txBox="1"/>
              <p:nvPr/>
            </p:nvSpPr>
            <p:spPr>
              <a:xfrm>
                <a:off x="6140107" y="2526161"/>
                <a:ext cx="1716455" cy="669251"/>
              </a:xfrm>
              <a:prstGeom prst="rect">
                <a:avLst/>
              </a:prstGeom>
              <a:ln>
                <a:headEnd type="none"/>
                <a:tailEnd type="none"/>
              </a:ln>
            </p:spPr>
            <p:txBody>
              <a:bodyPr vert="horz" wrap="square" lIns="91440" tIns="45720" rIns="91440" bIns="45720" rtlCol="0" anchor="ctr" anchorCtr="0"/>
              <a:lstStyle/>
              <a:p>
                <a:pPr algn="l">
                  <a:lnSpc>
                    <a:spcPct val="100000"/>
                  </a:lnSpc>
                  <a:defRPr/>
                </a:pPr>
                <a:r>
                  <a:rPr lang="en-US" sz="1800" b="1" i="0">
                    <a:ln/>
                    <a:solidFill>
                      <a:srgbClr val="000000">
                        <a:alpha val="100000"/>
                      </a:srgbClr>
                    </a:solidFill>
                    <a:latin typeface="Arial"/>
                    <a:ea typeface="Arial"/>
                    <a:cs typeface="Arial"/>
                  </a:rPr>
                  <a:t>Memory: MongoDB Database</a:t>
                </a:r>
                <a:endParaRPr lang="en-US" sz="1100"/>
              </a:p>
            </p:txBody>
          </p:sp>
          <p:sp>
            <p:nvSpPr>
              <p:cNvPr id="24" name="TextBox 24"/>
              <p:cNvSpPr txBox="1"/>
              <p:nvPr/>
            </p:nvSpPr>
            <p:spPr>
              <a:xfrm>
                <a:off x="6111082" y="1927859"/>
                <a:ext cx="341712" cy="410345"/>
              </a:xfrm>
              <a:prstGeom prst="roundRect">
                <a:avLst>
                  <a:gd name="adj" fmla="val 10458"/>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4</a:t>
                </a:r>
                <a:endParaRPr lang="en-US" sz="1100"/>
              </a:p>
            </p:txBody>
          </p:sp>
        </p:grpSp>
        <p:grpSp>
          <p:nvGrpSpPr>
            <p:cNvPr id="25" name="Group 25"/>
            <p:cNvGrpSpPr/>
            <p:nvPr/>
          </p:nvGrpSpPr>
          <p:grpSpPr>
            <a:xfrm>
              <a:off x="9388842" y="1927859"/>
              <a:ext cx="2130059" cy="4206241"/>
              <a:chOff x="7927976" y="1927859"/>
              <a:chExt cx="1773554" cy="4206241"/>
            </a:xfrm>
          </p:grpSpPr>
          <p:sp>
            <p:nvSpPr>
              <p:cNvPr id="26" name="AutoShape 26"/>
              <p:cNvSpPr/>
              <p:nvPr/>
            </p:nvSpPr>
            <p:spPr>
              <a:xfrm>
                <a:off x="7929880" y="2440673"/>
                <a:ext cx="1771650" cy="3693427"/>
              </a:xfrm>
              <a:prstGeom prst="roundRect">
                <a:avLst>
                  <a:gd name="adj" fmla="val 1413"/>
                </a:avLst>
              </a:prstGeom>
              <a:solidFill>
                <a:srgbClr val="2F6DFF">
                  <a:alpha val="14901"/>
                </a:srgbClr>
              </a:solidFill>
              <a:ln>
                <a:prstDash val="solid"/>
                <a:headEnd type="none"/>
                <a:tailEnd type="none"/>
              </a:ln>
            </p:spPr>
            <p:txBody>
              <a:bodyPr/>
              <a:lstStyle/>
              <a:p>
                <a:endParaRPr lang="zh-CN" altLang="en-US"/>
              </a:p>
            </p:txBody>
          </p:sp>
          <p:sp>
            <p:nvSpPr>
              <p:cNvPr id="27" name="TextBox 27"/>
              <p:cNvSpPr txBox="1"/>
              <p:nvPr/>
            </p:nvSpPr>
            <p:spPr>
              <a:xfrm>
                <a:off x="7957477" y="3195411"/>
                <a:ext cx="1716455" cy="2852964"/>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Manages the lifecycle of the chatbot and database containers, ensuring high availability and scalability.</a:t>
                </a:r>
                <a:endParaRPr lang="en-US" sz="1100"/>
              </a:p>
            </p:txBody>
          </p:sp>
          <p:sp>
            <p:nvSpPr>
              <p:cNvPr id="28" name="TextBox 28"/>
              <p:cNvSpPr txBox="1"/>
              <p:nvPr/>
            </p:nvSpPr>
            <p:spPr>
              <a:xfrm>
                <a:off x="7957477" y="2526161"/>
                <a:ext cx="1716455" cy="669251"/>
              </a:xfrm>
              <a:prstGeom prst="rect">
                <a:avLst/>
              </a:prstGeom>
              <a:ln>
                <a:headEnd type="none"/>
                <a:tailEnd type="none"/>
              </a:ln>
            </p:spPr>
            <p:txBody>
              <a:bodyPr vert="horz" wrap="square" lIns="91440" tIns="45720" rIns="91440" bIns="45720" rtlCol="0" anchor="ctr" anchorCtr="0"/>
              <a:lstStyle/>
              <a:p>
                <a:pPr algn="l">
                  <a:lnSpc>
                    <a:spcPct val="100000"/>
                  </a:lnSpc>
                  <a:defRPr/>
                </a:pPr>
                <a:r>
                  <a:rPr lang="en-US" sz="1800" b="1" i="0">
                    <a:ln/>
                    <a:solidFill>
                      <a:srgbClr val="000000">
                        <a:alpha val="100000"/>
                      </a:srgbClr>
                    </a:solidFill>
                    <a:latin typeface="Arial"/>
                    <a:ea typeface="Arial"/>
                    <a:cs typeface="Arial"/>
                  </a:rPr>
                  <a:t>Orchestrator: AWS ECS</a:t>
                </a:r>
                <a:endParaRPr lang="en-US" sz="1100"/>
              </a:p>
            </p:txBody>
          </p:sp>
          <p:sp>
            <p:nvSpPr>
              <p:cNvPr id="29" name="TextBox 29"/>
              <p:cNvSpPr txBox="1"/>
              <p:nvPr/>
            </p:nvSpPr>
            <p:spPr>
              <a:xfrm>
                <a:off x="7927976" y="1927859"/>
                <a:ext cx="341712" cy="410345"/>
              </a:xfrm>
              <a:prstGeom prst="roundRect">
                <a:avLst>
                  <a:gd name="adj" fmla="val 10458"/>
                </a:avLst>
              </a:prstGeom>
              <a:solidFill>
                <a:srgbClr val="2F6DF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5</a:t>
                </a:r>
                <a:endParaRPr lang="en-US" sz="1100"/>
              </a:p>
            </p:txBody>
          </p:sp>
        </p:grpSp>
      </p:grpSp>
      <p:sp>
        <p:nvSpPr>
          <p:cNvPr id="30" name="TextBox 30"/>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System Architecture</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0400" y="2115395"/>
            <a:ext cx="5435600" cy="13716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600" b="1" i="0">
                <a:ln/>
                <a:solidFill>
                  <a:srgbClr val="000000">
                    <a:alpha val="100000"/>
                  </a:srgbClr>
                </a:solidFill>
                <a:latin typeface="Arial"/>
                <a:ea typeface="Arial"/>
                <a:cs typeface="Arial"/>
              </a:rPr>
              <a:t>Demonstration</a:t>
            </a:r>
            <a:endParaRPr lang="en-US" sz="1100"/>
          </a:p>
        </p:txBody>
      </p:sp>
      <p:sp>
        <p:nvSpPr>
          <p:cNvPr id="3" name="TextBox 3"/>
          <p:cNvSpPr txBox="1"/>
          <p:nvPr/>
        </p:nvSpPr>
        <p:spPr>
          <a:xfrm>
            <a:off x="660400" y="3492500"/>
            <a:ext cx="5435600" cy="2011158"/>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1600" b="0" i="0">
                <a:ln/>
                <a:solidFill>
                  <a:srgbClr val="000000">
                    <a:alpha val="100000"/>
                  </a:srgbClr>
                </a:solidFill>
                <a:latin typeface="Arial"/>
                <a:ea typeface="Arial"/>
                <a:cs typeface="Arial"/>
              </a:rPr>
              <a:t>Visual examples of the chatbot in action, showcasing its user interface and the insights gained from the logging database.</a:t>
            </a:r>
            <a:endParaRPr lang="en-US" sz="1100"/>
          </a:p>
        </p:txBody>
      </p:sp>
      <p:sp>
        <p:nvSpPr>
          <p:cNvPr id="4" name="TextBox 4"/>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3</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939cba6-6084-4bdf-a4e0-3c19607fe311"/>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sp>
        <p:nvSpPr>
          <p:cNvPr id="25" name="TextBox 25"/>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User Interaction Example</a:t>
            </a:r>
            <a:endParaRPr lang="en-US" sz="1100"/>
          </a:p>
        </p:txBody>
      </p:sp>
      <p:pic>
        <p:nvPicPr>
          <p:cNvPr id="33" name="图片 32">
            <a:extLst>
              <a:ext uri="{FF2B5EF4-FFF2-40B4-BE49-F238E27FC236}">
                <a16:creationId xmlns:a16="http://schemas.microsoft.com/office/drawing/2014/main" id="{F10E7593-786B-ECD9-4E87-ED9F27E075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3522" y="2133600"/>
            <a:ext cx="2533078" cy="2152810"/>
          </a:xfrm>
          <a:prstGeom prst="rect">
            <a:avLst/>
          </a:prstGeom>
        </p:spPr>
      </p:pic>
      <p:pic>
        <p:nvPicPr>
          <p:cNvPr id="37" name="图片 36">
            <a:extLst>
              <a:ext uri="{FF2B5EF4-FFF2-40B4-BE49-F238E27FC236}">
                <a16:creationId xmlns:a16="http://schemas.microsoft.com/office/drawing/2014/main" id="{AB21E3D0-F4FA-3D4B-D679-07266AD3E40E}"/>
              </a:ext>
            </a:extLst>
          </p:cNvPr>
          <p:cNvPicPr>
            <a:picLocks noChangeAspect="1"/>
          </p:cNvPicPr>
          <p:nvPr/>
        </p:nvPicPr>
        <p:blipFill>
          <a:blip r:embed="rId4" cstate="print">
            <a:extLst>
              <a:ext uri="{28A0092B-C50C-407E-A947-70E740481C1C}">
                <a14:useLocalDpi xmlns:a14="http://schemas.microsoft.com/office/drawing/2010/main" val="0"/>
              </a:ext>
            </a:extLst>
          </a:blip>
          <a:srcRect b="28964"/>
          <a:stretch>
            <a:fillRect/>
          </a:stretch>
        </p:blipFill>
        <p:spPr>
          <a:xfrm>
            <a:off x="4829461" y="1176937"/>
            <a:ext cx="2533078" cy="5232753"/>
          </a:xfrm>
          <a:prstGeom prst="rect">
            <a:avLst/>
          </a:prstGeom>
        </p:spPr>
      </p:pic>
      <p:pic>
        <p:nvPicPr>
          <p:cNvPr id="39" name="图片 38">
            <a:extLst>
              <a:ext uri="{FF2B5EF4-FFF2-40B4-BE49-F238E27FC236}">
                <a16:creationId xmlns:a16="http://schemas.microsoft.com/office/drawing/2014/main" id="{B8BB7061-7D5F-24CE-1F83-20F0B6C206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15400" y="1423273"/>
            <a:ext cx="2533078" cy="459184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44475509-f323-4d47-be97-dfe446b8ef2c"/>
          <p:cNvSpPr txBox="1"/>
          <p:nvPr/>
        </p:nvSpPr>
        <p:spPr>
          <a:xfrm>
            <a:off x="7861300" y="6409690"/>
            <a:ext cx="3657600" cy="274320"/>
          </a:xfrm>
          <a:prstGeom prst="rect">
            <a:avLst/>
          </a:prstGeom>
          <a:ln>
            <a:headEnd type="none"/>
            <a:tailEnd type="none"/>
          </a:ln>
        </p:spPr>
        <p:txBody>
          <a:bodyPr vert="horz" wrap="square" lIns="91440" tIns="45720" rIns="91440" bIns="45720" rtlCol="0" anchor="ctr" anchorCtr="0"/>
          <a:lstStyle/>
          <a:p>
            <a:pPr algn="r">
              <a:defRPr/>
            </a:pPr>
            <a:r>
              <a:rPr lang="en-US" sz="1000" b="0" i="0">
                <a:ln/>
                <a:solidFill>
                  <a:srgbClr val="000000">
                    <a:alpha val="100000"/>
                    <a:tint val="75000"/>
                  </a:srgbClr>
                </a:solidFill>
                <a:latin typeface="Arial"/>
                <a:ea typeface="Arial"/>
                <a:cs typeface="Arial"/>
              </a:rPr>
              <a:t>4</a:t>
            </a:r>
            <a:endParaRPr lang="en-US" sz="1100"/>
          </a:p>
        </p:txBody>
      </p:sp>
      <p:sp>
        <p:nvSpPr>
          <p:cNvPr id="29" name="TextBox 29"/>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Log Analytics Example</a:t>
            </a:r>
            <a:endParaRPr lang="en-US" sz="1100"/>
          </a:p>
        </p:txBody>
      </p:sp>
      <p:pic>
        <p:nvPicPr>
          <p:cNvPr id="30" name="图片 29">
            <a:extLst>
              <a:ext uri="{FF2B5EF4-FFF2-40B4-BE49-F238E27FC236}">
                <a16:creationId xmlns:a16="http://schemas.microsoft.com/office/drawing/2014/main" id="{685575E9-59AA-6DDD-3C22-A00334149E92}"/>
              </a:ext>
            </a:extLst>
          </p:cNvPr>
          <p:cNvPicPr>
            <a:picLocks noChangeAspect="1"/>
          </p:cNvPicPr>
          <p:nvPr/>
        </p:nvPicPr>
        <p:blipFill>
          <a:blip r:embed="rId3"/>
          <a:stretch>
            <a:fillRect/>
          </a:stretch>
        </p:blipFill>
        <p:spPr>
          <a:xfrm>
            <a:off x="2301875" y="1483354"/>
            <a:ext cx="7588250" cy="389129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356770" y="2123450"/>
            <a:ext cx="5162130" cy="3086092"/>
          </a:xfrm>
          <a:prstGeom prst="rect">
            <a:avLst/>
          </a:prstGeom>
          <a:ln>
            <a:headEnd type="none"/>
            <a:tailEnd type="none"/>
          </a:ln>
        </p:spPr>
        <p:txBody>
          <a:bodyPr vert="horz" wrap="square" lIns="91440" tIns="45720" rIns="91440" bIns="45720" rtlCol="0" anchor="ctr" anchorCtr="0"/>
          <a:lstStyle/>
          <a:p>
            <a:pPr algn="r">
              <a:lnSpc>
                <a:spcPct val="100000"/>
              </a:lnSpc>
              <a:spcBef>
                <a:spcPts val="0"/>
              </a:spcBef>
              <a:defRPr/>
            </a:pPr>
            <a:r>
              <a:rPr lang="en-US" altLang="zh-CN" sz="3600" b="1">
                <a:ln/>
                <a:solidFill>
                  <a:srgbClr val="000000">
                    <a:alpha val="100000"/>
                  </a:srgbClr>
                </a:solidFill>
                <a:latin typeface="微软雅黑"/>
                <a:ea typeface="微软雅黑"/>
                <a:cs typeface="微软雅黑"/>
              </a:rPr>
              <a:t>Thanks for watching</a:t>
            </a:r>
            <a:endParaRPr lang="en-US" sz="900"/>
          </a:p>
        </p:txBody>
      </p:sp>
      <p:sp>
        <p:nvSpPr>
          <p:cNvPr id="3" name="TextBox 3"/>
          <p:cNvSpPr txBox="1"/>
          <p:nvPr/>
        </p:nvSpPr>
        <p:spPr>
          <a:xfrm>
            <a:off x="7861300" y="5585460"/>
            <a:ext cx="3657600" cy="274320"/>
          </a:xfrm>
          <a:prstGeom prst="rect">
            <a:avLst/>
          </a:prstGeom>
          <a:ln>
            <a:headEnd type="none"/>
            <a:tailEnd type="none"/>
          </a:ln>
        </p:spPr>
        <p:txBody>
          <a:bodyPr vert="horz" wrap="square" lIns="91440" tIns="45720" rIns="91440" bIns="45720" rtlCol="0" anchor="ctr" anchorCtr="0"/>
          <a:lstStyle/>
          <a:p>
            <a:pPr algn="r">
              <a:lnSpc>
                <a:spcPct val="120000"/>
              </a:lnSpc>
              <a:spcBef>
                <a:spcPts val="1000"/>
              </a:spcBef>
              <a:defRPr/>
            </a:pPr>
            <a:r>
              <a:rPr lang="en-US" altLang="zh-CN" sz="1100"/>
              <a:t>ZHAO </a:t>
            </a:r>
            <a:r>
              <a:rPr lang="en-US" altLang="zh-CN" sz="1100" err="1"/>
              <a:t>Yanming</a:t>
            </a:r>
            <a:r>
              <a:rPr lang="en-US" altLang="zh-CN" sz="1100"/>
              <a:t>          GAO Yikai</a:t>
            </a:r>
            <a:endParaRPr lang="en-US" altLang="zh-CN" sz="800"/>
          </a:p>
        </p:txBody>
      </p:sp>
      <p:sp>
        <p:nvSpPr>
          <p:cNvPr id="4" name="TextBox 4"/>
          <p:cNvSpPr txBox="1"/>
          <p:nvPr/>
        </p:nvSpPr>
        <p:spPr>
          <a:xfrm>
            <a:off x="7861300" y="5859780"/>
            <a:ext cx="3657600" cy="274320"/>
          </a:xfrm>
          <a:prstGeom prst="rect">
            <a:avLst/>
          </a:prstGeom>
          <a:ln>
            <a:headEnd type="none"/>
            <a:tailEnd type="none"/>
          </a:ln>
        </p:spPr>
        <p:txBody>
          <a:bodyPr vert="horz" wrap="square" lIns="91440" tIns="45720" rIns="91440" bIns="45720" rtlCol="0" anchor="ctr" anchorCtr="0"/>
          <a:lstStyle/>
          <a:p>
            <a:pPr algn="r">
              <a:lnSpc>
                <a:spcPct val="120000"/>
              </a:lnSpc>
              <a:spcBef>
                <a:spcPts val="1000"/>
              </a:spcBef>
              <a:defRPr/>
            </a:pPr>
            <a:r>
              <a:rPr lang="en-US">
                <a:latin typeface="微软雅黑"/>
                <a:ea typeface="微软雅黑"/>
                <a:cs typeface="微软雅黑"/>
              </a:rPr>
              <a:t>2026.04.14</a:t>
            </a:r>
            <a:endParaRPr lang="en-US" sz="1100"/>
          </a:p>
        </p:txBody>
      </p:sp>
    </p:spTree>
  </p:cSld>
  <p:clrMapOvr>
    <a:masterClrMapping/>
  </p:clrMapOvr>
</p:sld>
</file>

<file path=ppt/theme/theme1.xml><?xml version="1.0" encoding="utf-8"?>
<a:theme xmlns:a="http://schemas.openxmlformats.org/drawingml/2006/main" name="6d867be5-b53b-444b-9662-069e8425967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D8D2CAAA04FF64C82112EE8FEF13E53" ma:contentTypeVersion="9" ma:contentTypeDescription="Create a new document." ma:contentTypeScope="" ma:versionID="e54cfe8eebce9da6117d376d3af1c95c">
  <xsd:schema xmlns:xsd="http://www.w3.org/2001/XMLSchema" xmlns:xs="http://www.w3.org/2001/XMLSchema" xmlns:p="http://schemas.microsoft.com/office/2006/metadata/properties" xmlns:ns3="3dd91931-fe99-49f0-85d9-cec0d7d09f10" targetNamespace="http://schemas.microsoft.com/office/2006/metadata/properties" ma:root="true" ma:fieldsID="197b6170de751446a7436b0e2aebe652" ns3:_="">
    <xsd:import namespace="3dd91931-fe99-49f0-85d9-cec0d7d09f1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d91931-fe99-49f0-85d9-cec0d7d09f1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dd91931-fe99-49f0-85d9-cec0d7d09f10" xsi:nil="true"/>
  </documentManagement>
</p:properties>
</file>

<file path=customXml/itemProps1.xml><?xml version="1.0" encoding="utf-8"?>
<ds:datastoreItem xmlns:ds="http://schemas.openxmlformats.org/officeDocument/2006/customXml" ds:itemID="{0155FEF0-5BC1-4F88-91C2-45246A019FEB}">
  <ds:schemaRefs>
    <ds:schemaRef ds:uri="http://schemas.microsoft.com/sharepoint/v3/contenttype/forms"/>
  </ds:schemaRefs>
</ds:datastoreItem>
</file>

<file path=customXml/itemProps2.xml><?xml version="1.0" encoding="utf-8"?>
<ds:datastoreItem xmlns:ds="http://schemas.openxmlformats.org/officeDocument/2006/customXml" ds:itemID="{AF1CE486-05A0-4CB5-9230-B90657628544}">
  <ds:schemaRefs>
    <ds:schemaRef ds:uri="3dd91931-fe99-49f0-85d9-cec0d7d09f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619654F-15B0-4782-A3E7-EB46704B86CC}">
  <ds:schemaRefs>
    <ds:schemaRef ds:uri="3dd91931-fe99-49f0-85d9-cec0d7d09f1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宽屏</PresentationFormat>
  <Slides>16</Slides>
  <Notes>16</Notes>
  <HiddenSlides>0</HiddenSlides>
  <ScaleCrop>false</ScaleCrop>
  <HeadingPairs>
    <vt:vector size="4" baseType="variant">
      <vt:variant>
        <vt:lpstr>主题</vt:lpstr>
      </vt:variant>
      <vt:variant>
        <vt:i4>1</vt:i4>
      </vt:variant>
      <vt:variant>
        <vt:lpstr>幻灯片标题</vt:lpstr>
      </vt:variant>
      <vt:variant>
        <vt:i4>16</vt:i4>
      </vt:variant>
    </vt:vector>
  </HeadingPairs>
  <TitlesOfParts>
    <vt:vector size="17" baseType="lpstr">
      <vt:lpstr>6d867be5-b53b-444b-9662-069e84259676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2006-08-16T00:00:00Z</dcterms:created>
  <dcterms:modified xsi:type="dcterms:W3CDTF">2026-04-14T15:21:01Z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0x0101008D8D2CAAA04FF64C82112EE8FEF13E53</vt:lpwstr>
  </property>
</Properties>
</file>